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Plataforma inteligente de microaprendizaje adaptativo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79552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t>Desarrollo e implementacion</a:t>
            </a:r>
            <a:br/>
            <a:r>
              <a:t>de una experiencia educativa verificable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91640"/>
            <a:ext cx="2560320" cy="10058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23960" y="1691640"/>
            <a:ext cx="64008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88552" y="1801368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Autor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Palma Palomino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852928"/>
            <a:ext cx="2560320" cy="10058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2852928"/>
            <a:ext cx="64008" cy="100584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8552" y="2962656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OE3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Desarrollo e implementacion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014215"/>
            <a:ext cx="2560320" cy="10058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4014215"/>
            <a:ext cx="64008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4123944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Fecha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19/06/2026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Problema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De clases extensas a rutas cortas de aprendizaje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303520" cy="347472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3474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64207"/>
            <a:ext cx="5029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Problema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Materiales largos, poca retroalimentacion personalizada y baja trazabilidad de calidad.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03520" cy="347472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64008" cy="3474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664207"/>
            <a:ext cx="5029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Objetivo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Desarrollar una plataforma inteligente de microaprendizaje que integre modulos de transcripcion automatica, postprocesamiento, generacion de microcontenidos educativos y evaluaciones adaptativas personalizadas, orientadas al seguimiento del progreso del estudiante.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Arquitectura C4 -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Actores y sistemas externos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331720" cy="105156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64008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78608"/>
            <a:ext cx="20574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Estudiante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Carga clase, estudia y responde quiz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2148840"/>
            <a:ext cx="2331720" cy="105156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94760" y="2148840"/>
            <a:ext cx="64008" cy="10515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2258568"/>
            <a:ext cx="20574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SIMA App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Orquesta microaprendizaje y trazas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417320"/>
            <a:ext cx="2331720" cy="105156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417320"/>
            <a:ext cx="64008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1527048"/>
            <a:ext cx="20574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Whisper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Transcripcion local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880360"/>
            <a:ext cx="2331720" cy="105156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2880360"/>
            <a:ext cx="64008" cy="1051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2990088"/>
            <a:ext cx="20574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Qwen local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Generacion y verificacion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2148840"/>
            <a:ext cx="2331720" cy="105156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2148840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2258568"/>
            <a:ext cx="20574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Web/EduQG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Fuentes externas y corpus local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Arquitectura C4 - Contenedores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Componentes desplegables principales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4008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64207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UI Django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Pantallas de clase, quiz, mapa y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554480"/>
            <a:ext cx="64008" cy="123444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64207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Backend Django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Modelos, vistas, servicios y cola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554480"/>
            <a:ext cx="64008" cy="1234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664207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Servicios IA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Whisper + Qwen3-30B por proxy 8003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58444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Extractor web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ddgs, urllib, HTML text extractor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474720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59" y="3474720"/>
            <a:ext cx="64008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1" y="358444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Persistencia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LessonJob, traces, attempts, progreso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Pipeline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Cada etapa conserva evidencia para auditoria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14300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64008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84248"/>
            <a:ext cx="868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Entrada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874519"/>
            <a:ext cx="114300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1874519"/>
            <a:ext cx="64008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1984248"/>
            <a:ext cx="868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Transcripcion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114300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874519"/>
            <a:ext cx="64008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984248"/>
            <a:ext cx="868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Reparacion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874519"/>
            <a:ext cx="114300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874519"/>
            <a:ext cx="64008" cy="10972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84248"/>
            <a:ext cx="868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MINI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74519"/>
            <a:ext cx="114300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74519"/>
            <a:ext cx="64008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984248"/>
            <a:ext cx="868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Coherencia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874519"/>
            <a:ext cx="114300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1874519"/>
            <a:ext cx="64008" cy="10972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1984248"/>
            <a:ext cx="868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Web 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874519"/>
            <a:ext cx="114300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874519"/>
            <a:ext cx="64008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1984248"/>
            <a:ext cx="868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Correccion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1874519"/>
            <a:ext cx="114300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874519"/>
            <a:ext cx="64008" cy="10972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80192" y="1984248"/>
            <a:ext cx="868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Estudio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0332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Ver pipeline muestra prompt, entrada, salida, evidencia web, diffs y correcciones.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El trace permite explicar como se produjo y valido cada banco MINI.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Entorno 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Ejecucion local, controlada y demostrable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Django 5.2 + Python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Whisper local para audio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Qwen3-30B via OpenAI API local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Proxy Node en 127.0.0.1:8003/v1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ddgs + extractor HTML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IRT 3PL propio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PostgreSQL/SQLite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74519"/>
            <a:ext cx="4480560" cy="219456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74519"/>
            <a:ext cx="64008" cy="21945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984248"/>
            <a:ext cx="4206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Decision clave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El endpoint local se centraliza en el proxy 8003 para evitar depender del DuckDNS roto durante desarrollo.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Modulos implementados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Experiencia completa de microaprendizaje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23444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Microcontenidos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MINI, flashcards, mapa, relacion y cloze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64008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52704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Verificacion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Queries IA -&gt; URLs -&gt; snippets -&gt; reporte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417320"/>
            <a:ext cx="64008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52704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Quiz adaptativo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Banco 4 opciones, theta, SE, Bloom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39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91839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40156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Progreso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XP, precision, nivel pedagogico, historial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91839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291839"/>
            <a:ext cx="64008" cy="1234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40156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Pipeline dev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Prompts y trazas para exposicion tecnica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291839"/>
            <a:ext cx="3246120" cy="123444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3291839"/>
            <a:ext cx="64008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340156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Reparacion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Transcripcion, coherencia y opciones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Verificacion web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La IA decide que buscar y el sistema conserva evidencia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200400" cy="11430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64008" cy="114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0992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1. Claims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Qwen extrae afirmaciones verificables.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200400" cy="11430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00200"/>
            <a:ext cx="64008" cy="11430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70992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2. Queries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Una consulta dirigida por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200400" cy="11430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600200"/>
            <a:ext cx="64008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70992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3. Evidencia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URLs, titulos, chars y snippets.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3657600"/>
            <a:ext cx="3200400" cy="11430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3657600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0632" y="376732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4. Reporte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Correcciones eN| aplicables al MINI.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657600"/>
            <a:ext cx="3200400" cy="11430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657600"/>
            <a:ext cx="64008" cy="1143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76732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5. Correccion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Cambios registrados por item.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Evaluacion adaptativa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IRT 3PL comprensible para el estudiante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83280" cy="13716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64008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64207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Banco valido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Solo preguntas con exactamente cuatro alternativas.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83280" cy="13716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64008" cy="1371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664207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Seleccion adaptativa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Informacion IRT, balance Bloom y demanda.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13716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64008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64207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Resultado legible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Theta se traduce a Nivel 1-7.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9476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El theta crudo queda en Ajustes avanzados; el resultado principal evita niveles negativos.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La ruta CAT muestra aciertos, theta antes/despues y niveles Bloom respondidos.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Resultados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5DB"/>
                </a:solidFill>
              </a:defRPr>
            </a:pPr>
            <a:r>
              <a:t>SIMA como plataforma demostrable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Pipeline completo: transcripcion, reparacion, MINI, verificacion, correccion y estudio.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Trazabilidad: prompts reales, outputs intermedios y evidencia externa visibles para sustentacion.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Calidad de quiz: 4 alternativas obligatorias y nivel pedagogico 1-7.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Microaprendizaje: flashcards, mapa conceptual, ejercicios y seguimiento de progreso.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Proxima mejora: publicar proxy remoto con allowlist actualizada y pruebas E2E automatizadas.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 - Presentacion OE3</dc:title>
  <dc:subject/>
  <dc:creator>Palma Palomino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