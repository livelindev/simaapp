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70" r:id="rId2"/>
    <p:sldId id="256" r:id="rId3"/>
    <p:sldId id="282" r:id="rId4"/>
    <p:sldId id="258" r:id="rId5"/>
    <p:sldId id="283" r:id="rId6"/>
    <p:sldId id="257" r:id="rId7"/>
    <p:sldId id="259" r:id="rId8"/>
    <p:sldId id="260" r:id="rId9"/>
    <p:sldId id="281" r:id="rId10"/>
    <p:sldId id="261" r:id="rId11"/>
    <p:sldId id="262" r:id="rId12"/>
    <p:sldId id="263" r:id="rId13"/>
    <p:sldId id="271" r:id="rId14"/>
    <p:sldId id="276" r:id="rId15"/>
    <p:sldId id="272" r:id="rId16"/>
    <p:sldId id="277" r:id="rId17"/>
    <p:sldId id="273" r:id="rId18"/>
    <p:sldId id="278" r:id="rId19"/>
    <p:sldId id="274" r:id="rId20"/>
    <p:sldId id="279" r:id="rId21"/>
    <p:sldId id="275" r:id="rId22"/>
    <p:sldId id="280" r:id="rId23"/>
    <p:sldId id="267" r:id="rId24"/>
    <p:sldId id="268" r:id="rId25"/>
    <p:sldId id="284" r:id="rId26"/>
    <p:sldId id="269" r:id="rId27"/>
  </p:sldIdLst>
  <p:sldSz cx="18288000" cy="10287000"/>
  <p:notesSz cx="6858000" cy="9144000"/>
  <p:embeddedFontLst>
    <p:embeddedFont>
      <p:font typeface="Poppins Light" panose="020B0604020202020204" charset="0"/>
      <p:regular r:id="rId29"/>
      <p:italic r:id="rId30"/>
    </p:embeddedFont>
    <p:embeddedFont>
      <p:font typeface="Roboto" panose="020B0604020202020204" charset="0"/>
      <p:regular r:id="rId31"/>
      <p:bold r:id="rId32"/>
      <p:italic r:id="rId33"/>
      <p:boldItalic r:id="rId34"/>
    </p:embeddedFont>
    <p:embeddedFont>
      <p:font typeface="Segoe UI" panose="020B0502040204020203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A68"/>
    <a:srgbClr val="F099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96A69-3398-F178-E782-520B14948330}" v="7" dt="2026-04-28T13:44:31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214843 (Palomino Santa Cruz, Erick Joaquin)" userId="S::u202214843@upc.edu.pe::3f4f9d94-d1c7-43ef-b19f-c85be680e669" providerId="AD" clId="Web-{4B00FE00-4EBE-33A2-8968-147E7BDC02BF}"/>
    <pc:docChg chg="delSld modSld">
      <pc:chgData name="u202214843 (Palomino Santa Cruz, Erick Joaquin)" userId="S::u202214843@upc.edu.pe::3f4f9d94-d1c7-43ef-b19f-c85be680e669" providerId="AD" clId="Web-{4B00FE00-4EBE-33A2-8968-147E7BDC02BF}" dt="2026-04-10T21:48:35.207" v="194" actId="20577"/>
      <pc:docMkLst>
        <pc:docMk/>
      </pc:docMkLst>
      <pc:sldChg chg="delSp modSp">
        <pc:chgData name="u202214843 (Palomino Santa Cruz, Erick Joaquin)" userId="S::u202214843@upc.edu.pe::3f4f9d94-d1c7-43ef-b19f-c85be680e669" providerId="AD" clId="Web-{4B00FE00-4EBE-33A2-8968-147E7BDC02BF}" dt="2026-04-10T21:44:16.343" v="103" actId="20577"/>
        <pc:sldMkLst>
          <pc:docMk/>
          <pc:sldMk cId="0" sldId="256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44:16.343" v="103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u202214843 (Palomino Santa Cruz, Erick Joaquin)" userId="S::u202214843@upc.edu.pe::3f4f9d94-d1c7-43ef-b19f-c85be680e669" providerId="AD" clId="Web-{4B00FE00-4EBE-33A2-8968-147E7BDC02BF}" dt="2026-04-10T21:44:20.593" v="105" actId="20577"/>
        <pc:sldMkLst>
          <pc:docMk/>
          <pc:sldMk cId="0" sldId="257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44:20.593" v="105" actId="20577"/>
          <ac:spMkLst>
            <pc:docMk/>
            <pc:sldMk cId="0" sldId="257"/>
            <ac:spMk id="21" creationId="{00000000-0000-0000-0000-000000000000}"/>
          </ac:spMkLst>
        </pc:spChg>
      </pc:sldChg>
      <pc:sldChg chg="modSp mod setBg">
        <pc:chgData name="u202214843 (Palomino Santa Cruz, Erick Joaquin)" userId="S::u202214843@upc.edu.pe::3f4f9d94-d1c7-43ef-b19f-c85be680e669" providerId="AD" clId="Web-{4B00FE00-4EBE-33A2-8968-147E7BDC02BF}" dt="2026-04-10T21:44:23.859" v="107" actId="20577"/>
        <pc:sldMkLst>
          <pc:docMk/>
          <pc:sldMk cId="0" sldId="258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44:23.859" v="107" actId="20577"/>
          <ac:spMkLst>
            <pc:docMk/>
            <pc:sldMk cId="0" sldId="258"/>
            <ac:spMk id="31" creationId="{00000000-0000-0000-0000-000000000000}"/>
          </ac:spMkLst>
        </pc:spChg>
      </pc:sldChg>
      <pc:sldChg chg="addSp delSp modSp mod setBg">
        <pc:chgData name="u202214843 (Palomino Santa Cruz, Erick Joaquin)" userId="S::u202214843@upc.edu.pe::3f4f9d94-d1c7-43ef-b19f-c85be680e669" providerId="AD" clId="Web-{4B00FE00-4EBE-33A2-8968-147E7BDC02BF}" dt="2026-04-10T21:44:41.859" v="109" actId="20577"/>
        <pc:sldMkLst>
          <pc:docMk/>
          <pc:sldMk cId="0" sldId="259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44:41.859" v="109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34:23.145" v="65" actId="1076"/>
          <ac:spMkLst>
            <pc:docMk/>
            <pc:sldMk cId="0" sldId="259"/>
            <ac:spMk id="7" creationId="{00000000-0000-0000-0000-000000000000}"/>
          </ac:spMkLst>
        </pc:spChg>
        <pc:picChg chg="add mod modCrop">
          <ac:chgData name="u202214843 (Palomino Santa Cruz, Erick Joaquin)" userId="S::u202214843@upc.edu.pe::3f4f9d94-d1c7-43ef-b19f-c85be680e669" providerId="AD" clId="Web-{4B00FE00-4EBE-33A2-8968-147E7BDC02BF}" dt="2026-04-10T21:34:25.332" v="66" actId="1076"/>
          <ac:picMkLst>
            <pc:docMk/>
            <pc:sldMk cId="0" sldId="259"/>
            <ac:picMk id="10" creationId="{AB6338D8-D53F-AB75-88CF-E1FD30D4990C}"/>
          </ac:picMkLst>
        </pc:picChg>
      </pc:sldChg>
      <pc:sldChg chg="modSp mod setBg">
        <pc:chgData name="u202214843 (Palomino Santa Cruz, Erick Joaquin)" userId="S::u202214843@upc.edu.pe::3f4f9d94-d1c7-43ef-b19f-c85be680e669" providerId="AD" clId="Web-{4B00FE00-4EBE-33A2-8968-147E7BDC02BF}" dt="2026-04-10T21:44:47.484" v="111" actId="20577"/>
        <pc:sldMkLst>
          <pc:docMk/>
          <pc:sldMk cId="0" sldId="260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44:47.484" v="111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34:45.115" v="72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34:56.179" v="76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35:14.055" v="85" actId="1410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35:07.477" v="80" actId="14100"/>
          <ac:spMkLst>
            <pc:docMk/>
            <pc:sldMk cId="0" sldId="260"/>
            <ac:spMk id="26" creationId="{00000000-0000-0000-0000-000000000000}"/>
          </ac:spMkLst>
        </pc:spChg>
      </pc:sldChg>
      <pc:sldChg chg="delSp modSp mod setBg">
        <pc:chgData name="u202214843 (Palomino Santa Cruz, Erick Joaquin)" userId="S::u202214843@upc.edu.pe::3f4f9d94-d1c7-43ef-b19f-c85be680e669" providerId="AD" clId="Web-{4B00FE00-4EBE-33A2-8968-147E7BDC02BF}" dt="2026-04-10T21:48:35.207" v="194" actId="20577"/>
        <pc:sldMkLst>
          <pc:docMk/>
          <pc:sldMk cId="0" sldId="261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44:51.078" v="113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5:59.611" v="122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8:19.066" v="189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6:22.142" v="152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8:26.269" v="191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6:58.487" v="184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6:46.002" v="182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6:09.361" v="136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48:35.207" v="194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B00FE00-4EBE-33A2-8968-147E7BDC02BF}" dt="2026-04-10T21:29:59.058" v="23" actId="1076"/>
          <ac:spMkLst>
            <pc:docMk/>
            <pc:sldMk cId="0" sldId="261"/>
            <ac:spMk id="16" creationId="{00000000-0000-0000-0000-000000000000}"/>
          </ac:spMkLst>
        </pc:spChg>
      </pc:sldChg>
      <pc:sldChg chg="mod setBg">
        <pc:chgData name="u202214843 (Palomino Santa Cruz, Erick Joaquin)" userId="S::u202214843@upc.edu.pe::3f4f9d94-d1c7-43ef-b19f-c85be680e669" providerId="AD" clId="Web-{4B00FE00-4EBE-33A2-8968-147E7BDC02BF}" dt="2026-04-10T21:43:10.076" v="93"/>
        <pc:sldMkLst>
          <pc:docMk/>
          <pc:sldMk cId="0" sldId="263"/>
        </pc:sldMkLst>
      </pc:sldChg>
      <pc:sldChg chg="mod setBg">
        <pc:chgData name="u202214843 (Palomino Santa Cruz, Erick Joaquin)" userId="S::u202214843@upc.edu.pe::3f4f9d94-d1c7-43ef-b19f-c85be680e669" providerId="AD" clId="Web-{4B00FE00-4EBE-33A2-8968-147E7BDC02BF}" dt="2026-04-10T21:43:20.639" v="96"/>
        <pc:sldMkLst>
          <pc:docMk/>
          <pc:sldMk cId="0" sldId="267"/>
        </pc:sldMkLst>
      </pc:sldChg>
      <pc:sldChg chg="mod setBg">
        <pc:chgData name="u202214843 (Palomino Santa Cruz, Erick Joaquin)" userId="S::u202214843@upc.edu.pe::3f4f9d94-d1c7-43ef-b19f-c85be680e669" providerId="AD" clId="Web-{4B00FE00-4EBE-33A2-8968-147E7BDC02BF}" dt="2026-04-10T21:43:25.342" v="97"/>
        <pc:sldMkLst>
          <pc:docMk/>
          <pc:sldMk cId="0" sldId="268"/>
        </pc:sldMkLst>
      </pc:sldChg>
      <pc:sldChg chg="mod setBg">
        <pc:chgData name="u202214843 (Palomino Santa Cruz, Erick Joaquin)" userId="S::u202214843@upc.edu.pe::3f4f9d94-d1c7-43ef-b19f-c85be680e669" providerId="AD" clId="Web-{4B00FE00-4EBE-33A2-8968-147E7BDC02BF}" dt="2026-04-10T21:43:30.358" v="98"/>
        <pc:sldMkLst>
          <pc:docMk/>
          <pc:sldMk cId="0" sldId="269"/>
        </pc:sldMkLst>
      </pc:sldChg>
      <pc:sldChg chg="modSp mod setBg">
        <pc:chgData name="u202214843 (Palomino Santa Cruz, Erick Joaquin)" userId="S::u202214843@upc.edu.pe::3f4f9d94-d1c7-43ef-b19f-c85be680e669" providerId="AD" clId="Web-{4B00FE00-4EBE-33A2-8968-147E7BDC02BF}" dt="2026-04-10T21:43:54.905" v="100"/>
        <pc:sldMkLst>
          <pc:docMk/>
          <pc:sldMk cId="2618163817" sldId="270"/>
        </pc:sldMkLst>
        <pc:spChg chg="mod">
          <ac:chgData name="u202214843 (Palomino Santa Cruz, Erick Joaquin)" userId="S::u202214843@upc.edu.pe::3f4f9d94-d1c7-43ef-b19f-c85be680e669" providerId="AD" clId="Web-{4B00FE00-4EBE-33A2-8968-147E7BDC02BF}" dt="2026-04-10T21:31:10.293" v="46" actId="20577"/>
          <ac:spMkLst>
            <pc:docMk/>
            <pc:sldMk cId="2618163817" sldId="270"/>
            <ac:spMk id="8" creationId="{7C37D4CB-0E58-E692-C5A6-B747319CDB01}"/>
          </ac:spMkLst>
        </pc:spChg>
      </pc:sldChg>
    </pc:docChg>
  </pc:docChgLst>
  <pc:docChgLst>
    <pc:chgData name="u202210066 (Palma Obispo, Adrian Enrique Jesus)" userId="S::u202210066@upc.edu.pe::ef3935b9-c757-44fa-a080-112c7bcdc337" providerId="AD" clId="Web-{30E52CD1-BC9F-17CF-6E0F-12BFA38251A7}"/>
    <pc:docChg chg="addSld delSld modSld sldOrd">
      <pc:chgData name="u202210066 (Palma Obispo, Adrian Enrique Jesus)" userId="S::u202210066@upc.edu.pe::ef3935b9-c757-44fa-a080-112c7bcdc337" providerId="AD" clId="Web-{30E52CD1-BC9F-17CF-6E0F-12BFA38251A7}" dt="2026-04-14T12:35:04.631" v="309" actId="14100"/>
      <pc:docMkLst>
        <pc:docMk/>
      </pc:docMkLst>
      <pc:sldChg chg="addSp modSp add del ord">
        <pc:chgData name="u202210066 (Palma Obispo, Adrian Enrique Jesus)" userId="S::u202210066@upc.edu.pe::ef3935b9-c757-44fa-a080-112c7bcdc337" providerId="AD" clId="Web-{30E52CD1-BC9F-17CF-6E0F-12BFA38251A7}" dt="2026-04-13T23:08:35.096" v="232"/>
        <pc:sldMkLst>
          <pc:docMk/>
          <pc:sldMk cId="0" sldId="257"/>
        </pc:sldMkLst>
        <pc:spChg chg="mod">
          <ac:chgData name="u202210066 (Palma Obispo, Adrian Enrique Jesus)" userId="S::u202210066@upc.edu.pe::ef3935b9-c757-44fa-a080-112c7bcdc337" providerId="AD" clId="Web-{30E52CD1-BC9F-17CF-6E0F-12BFA38251A7}" dt="2026-04-13T23:08:09.844" v="216"/>
          <ac:spMkLst>
            <pc:docMk/>
            <pc:sldMk cId="0" sldId="257"/>
            <ac:spMk id="9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1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1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19"/>
          <ac:spMkLst>
            <pc:docMk/>
            <pc:sldMk cId="0" sldId="257"/>
            <ac:spMk id="12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7:39.060" v="20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2"/>
          <ac:spMkLst>
            <pc:docMk/>
            <pc:sldMk cId="0" sldId="257"/>
            <ac:spMk id="20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3"/>
          <ac:spMkLst>
            <pc:docMk/>
            <pc:sldMk cId="0" sldId="257"/>
            <ac:spMk id="21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4"/>
          <ac:spMkLst>
            <pc:docMk/>
            <pc:sldMk cId="0" sldId="257"/>
            <ac:spMk id="24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09.844" v="22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08:35.096" v="232"/>
          <ac:spMkLst>
            <pc:docMk/>
            <pc:sldMk cId="0" sldId="257"/>
            <ac:spMk id="37" creationId="{00000000-0000-0000-0000-000000000000}"/>
          </ac:spMkLst>
        </pc:spChg>
      </pc:sldChg>
      <pc:sldChg chg="modSp">
        <pc:chgData name="u202210066 (Palma Obispo, Adrian Enrique Jesus)" userId="S::u202210066@upc.edu.pe::ef3935b9-c757-44fa-a080-112c7bcdc337" providerId="AD" clId="Web-{30E52CD1-BC9F-17CF-6E0F-12BFA38251A7}" dt="2026-04-13T22:11:02.688" v="1" actId="20577"/>
        <pc:sldMkLst>
          <pc:docMk/>
          <pc:sldMk cId="2618163817" sldId="270"/>
        </pc:sldMkLst>
        <pc:spChg chg="mod">
          <ac:chgData name="u202210066 (Palma Obispo, Adrian Enrique Jesus)" userId="S::u202210066@upc.edu.pe::ef3935b9-c757-44fa-a080-112c7bcdc337" providerId="AD" clId="Web-{30E52CD1-BC9F-17CF-6E0F-12BFA38251A7}" dt="2026-04-13T22:11:02.688" v="1" actId="20577"/>
          <ac:spMkLst>
            <pc:docMk/>
            <pc:sldMk cId="2618163817" sldId="270"/>
            <ac:spMk id="8" creationId="{7C37D4CB-0E58-E692-C5A6-B747319CDB01}"/>
          </ac:spMkLst>
        </pc:spChg>
      </pc:sldChg>
      <pc:sldChg chg="addSp delSp modSp add ord">
        <pc:chgData name="u202210066 (Palma Obispo, Adrian Enrique Jesus)" userId="S::u202210066@upc.edu.pe::ef3935b9-c757-44fa-a080-112c7bcdc337" providerId="AD" clId="Web-{30E52CD1-BC9F-17CF-6E0F-12BFA38251A7}" dt="2026-04-14T12:35:04.631" v="309" actId="14100"/>
        <pc:sldMkLst>
          <pc:docMk/>
          <pc:sldMk cId="2449390712" sldId="282"/>
        </pc:sldMkLst>
        <pc:spChg chg="mod">
          <ac:chgData name="u202210066 (Palma Obispo, Adrian Enrique Jesus)" userId="S::u202210066@upc.edu.pe::ef3935b9-c757-44fa-a080-112c7bcdc337" providerId="AD" clId="Web-{30E52CD1-BC9F-17CF-6E0F-12BFA38251A7}" dt="2026-04-13T22:42:20.335" v="166"/>
          <ac:spMkLst>
            <pc:docMk/>
            <pc:sldMk cId="2449390712" sldId="282"/>
            <ac:spMk id="10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4T12:35:04.631" v="309" actId="14100"/>
          <ac:spMkLst>
            <pc:docMk/>
            <pc:sldMk cId="2449390712" sldId="282"/>
            <ac:spMk id="11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2:41:04.334" v="141" actId="1076"/>
          <ac:spMkLst>
            <pc:docMk/>
            <pc:sldMk cId="2449390712" sldId="282"/>
            <ac:spMk id="13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2:42:20.382" v="167"/>
          <ac:spMkLst>
            <pc:docMk/>
            <pc:sldMk cId="2449390712" sldId="282"/>
            <ac:spMk id="14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4T12:34:57.131" v="307"/>
          <ac:spMkLst>
            <pc:docMk/>
            <pc:sldMk cId="2449390712" sldId="282"/>
            <ac:spMk id="15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2:42:20.445" v="168"/>
          <ac:spMkLst>
            <pc:docMk/>
            <pc:sldMk cId="2449390712" sldId="282"/>
            <ac:spMk id="18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4T12:34:57.287" v="308"/>
          <ac:spMkLst>
            <pc:docMk/>
            <pc:sldMk cId="2449390712" sldId="282"/>
            <ac:spMk id="19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2:43:35.258" v="174" actId="1076"/>
          <ac:spMkLst>
            <pc:docMk/>
            <pc:sldMk cId="2449390712" sldId="282"/>
            <ac:spMk id="22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2:43:31.243" v="173" actId="1076"/>
          <ac:spMkLst>
            <pc:docMk/>
            <pc:sldMk cId="2449390712" sldId="282"/>
            <ac:spMk id="23" creationId="{00000000-0000-0000-0000-000000000000}"/>
          </ac:spMkLst>
        </pc:spChg>
        <pc:spChg chg="add mod">
          <ac:chgData name="u202210066 (Palma Obispo, Adrian Enrique Jesus)" userId="S::u202210066@upc.edu.pe::ef3935b9-c757-44fa-a080-112c7bcdc337" providerId="AD" clId="Web-{30E52CD1-BC9F-17CF-6E0F-12BFA38251A7}" dt="2026-04-13T22:41:16.256" v="148" actId="1076"/>
          <ac:spMkLst>
            <pc:docMk/>
            <pc:sldMk cId="2449390712" sldId="282"/>
            <ac:spMk id="29" creationId="{82E930FD-3191-9CC3-7756-5764834A0CFE}"/>
          </ac:spMkLst>
        </pc:spChg>
        <pc:grpChg chg="mod">
          <ac:chgData name="u202210066 (Palma Obispo, Adrian Enrique Jesus)" userId="S::u202210066@upc.edu.pe::ef3935b9-c757-44fa-a080-112c7bcdc337" providerId="AD" clId="Web-{30E52CD1-BC9F-17CF-6E0F-12BFA38251A7}" dt="2026-04-13T22:39:23.878" v="91" actId="1076"/>
          <ac:grpSpMkLst>
            <pc:docMk/>
            <pc:sldMk cId="2449390712" sldId="282"/>
            <ac:grpSpMk id="2" creationId="{00000000-0000-0000-0000-000000000000}"/>
          </ac:grpSpMkLst>
        </pc:grpChg>
        <pc:grpChg chg="mod">
          <ac:chgData name="u202210066 (Palma Obispo, Adrian Enrique Jesus)" userId="S::u202210066@upc.edu.pe::ef3935b9-c757-44fa-a080-112c7bcdc337" providerId="AD" clId="Web-{30E52CD1-BC9F-17CF-6E0F-12BFA38251A7}" dt="2026-04-13T22:41:11.131" v="145" actId="1076"/>
          <ac:grpSpMkLst>
            <pc:docMk/>
            <pc:sldMk cId="2449390712" sldId="282"/>
            <ac:grpSpMk id="4" creationId="{00000000-0000-0000-0000-000000000000}"/>
          </ac:grpSpMkLst>
        </pc:grpChg>
        <pc:grpChg chg="mod">
          <ac:chgData name="u202210066 (Palma Obispo, Adrian Enrique Jesus)" userId="S::u202210066@upc.edu.pe::ef3935b9-c757-44fa-a080-112c7bcdc337" providerId="AD" clId="Web-{30E52CD1-BC9F-17CF-6E0F-12BFA38251A7}" dt="2026-04-13T23:06:11.181" v="178" actId="1076"/>
          <ac:grpSpMkLst>
            <pc:docMk/>
            <pc:sldMk cId="2449390712" sldId="282"/>
            <ac:grpSpMk id="8" creationId="{00000000-0000-0000-0000-000000000000}"/>
          </ac:grpSpMkLst>
        </pc:grpChg>
        <pc:grpChg chg="mod">
          <ac:chgData name="u202210066 (Palma Obispo, Adrian Enrique Jesus)" userId="S::u202210066@upc.edu.pe::ef3935b9-c757-44fa-a080-112c7bcdc337" providerId="AD" clId="Web-{30E52CD1-BC9F-17CF-6E0F-12BFA38251A7}" dt="2026-04-13T22:40:55.427" v="139" actId="1076"/>
          <ac:grpSpMkLst>
            <pc:docMk/>
            <pc:sldMk cId="2449390712" sldId="282"/>
            <ac:grpSpMk id="12" creationId="{00000000-0000-0000-0000-000000000000}"/>
          </ac:grpSpMkLst>
        </pc:grpChg>
        <pc:grpChg chg="mod">
          <ac:chgData name="u202210066 (Palma Obispo, Adrian Enrique Jesus)" userId="S::u202210066@upc.edu.pe::ef3935b9-c757-44fa-a080-112c7bcdc337" providerId="AD" clId="Web-{30E52CD1-BC9F-17CF-6E0F-12BFA38251A7}" dt="2026-04-13T22:40:52.833" v="138" actId="1076"/>
          <ac:grpSpMkLst>
            <pc:docMk/>
            <pc:sldMk cId="2449390712" sldId="282"/>
            <ac:grpSpMk id="16" creationId="{00000000-0000-0000-0000-000000000000}"/>
          </ac:grpSpMkLst>
        </pc:grpChg>
      </pc:sldChg>
      <pc:sldChg chg="delSp modSp add ord">
        <pc:chgData name="u202210066 (Palma Obispo, Adrian Enrique Jesus)" userId="S::u202210066@upc.edu.pe::ef3935b9-c757-44fa-a080-112c7bcdc337" providerId="AD" clId="Web-{30E52CD1-BC9F-17CF-6E0F-12BFA38251A7}" dt="2026-04-13T23:07:02.745" v="200"/>
        <pc:sldMkLst>
          <pc:docMk/>
          <pc:sldMk cId="1801851175" sldId="283"/>
        </pc:sldMkLst>
        <pc:spChg chg="mod">
          <ac:chgData name="u202210066 (Palma Obispo, Adrian Enrique Jesus)" userId="S::u202210066@upc.edu.pe::ef3935b9-c757-44fa-a080-112c7bcdc337" providerId="AD" clId="Web-{30E52CD1-BC9F-17CF-6E0F-12BFA38251A7}" dt="2026-04-13T23:07:02.745" v="200"/>
          <ac:spMkLst>
            <pc:docMk/>
            <pc:sldMk cId="1801851175" sldId="283"/>
            <ac:spMk id="6" creationId="{00000000-0000-0000-0000-000000000000}"/>
          </ac:spMkLst>
        </pc:spChg>
      </pc:sldChg>
      <pc:sldChg chg="modSp add">
        <pc:chgData name="u202210066 (Palma Obispo, Adrian Enrique Jesus)" userId="S::u202210066@upc.edu.pe::ef3935b9-c757-44fa-a080-112c7bcdc337" providerId="AD" clId="Web-{30E52CD1-BC9F-17CF-6E0F-12BFA38251A7}" dt="2026-04-13T23:33:43.897" v="305" actId="20577"/>
        <pc:sldMkLst>
          <pc:docMk/>
          <pc:sldMk cId="2420614809" sldId="284"/>
        </pc:sldMkLst>
        <pc:spChg chg="mod">
          <ac:chgData name="u202210066 (Palma Obispo, Adrian Enrique Jesus)" userId="S::u202210066@upc.edu.pe::ef3935b9-c757-44fa-a080-112c7bcdc337" providerId="AD" clId="Web-{30E52CD1-BC9F-17CF-6E0F-12BFA38251A7}" dt="2026-04-13T23:32:26.788" v="248" actId="1076"/>
          <ac:spMkLst>
            <pc:docMk/>
            <pc:sldMk cId="2420614809" sldId="284"/>
            <ac:spMk id="7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36.288" v="276" actId="14100"/>
          <ac:spMkLst>
            <pc:docMk/>
            <pc:sldMk cId="2420614809" sldId="284"/>
            <ac:spMk id="8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819" v="250" actId="1076"/>
          <ac:spMkLst>
            <pc:docMk/>
            <pc:sldMk cId="2420614809" sldId="284"/>
            <ac:spMk id="9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835" v="251" actId="1076"/>
          <ac:spMkLst>
            <pc:docMk/>
            <pc:sldMk cId="2420614809" sldId="284"/>
            <ac:spMk id="10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3:13.303" v="283" actId="14100"/>
          <ac:spMkLst>
            <pc:docMk/>
            <pc:sldMk cId="2420614809" sldId="284"/>
            <ac:spMk id="11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866" v="253" actId="1076"/>
          <ac:spMkLst>
            <pc:docMk/>
            <pc:sldMk cId="2420614809" sldId="284"/>
            <ac:spMk id="12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881" v="254" actId="1076"/>
          <ac:spMkLst>
            <pc:docMk/>
            <pc:sldMk cId="2420614809" sldId="284"/>
            <ac:spMk id="13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3:27.788" v="293" actId="20577"/>
          <ac:spMkLst>
            <pc:docMk/>
            <pc:sldMk cId="2420614809" sldId="284"/>
            <ac:spMk id="14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913" v="256" actId="1076"/>
          <ac:spMkLst>
            <pc:docMk/>
            <pc:sldMk cId="2420614809" sldId="284"/>
            <ac:spMk id="15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929" v="257" actId="1076"/>
          <ac:spMkLst>
            <pc:docMk/>
            <pc:sldMk cId="2420614809" sldId="284"/>
            <ac:spMk id="16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3:31.319" v="297" actId="20577"/>
          <ac:spMkLst>
            <pc:docMk/>
            <pc:sldMk cId="2420614809" sldId="284"/>
            <ac:spMk id="17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975" v="259" actId="1076"/>
          <ac:spMkLst>
            <pc:docMk/>
            <pc:sldMk cId="2420614809" sldId="284"/>
            <ac:spMk id="18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6.991" v="260" actId="1076"/>
          <ac:spMkLst>
            <pc:docMk/>
            <pc:sldMk cId="2420614809" sldId="284"/>
            <ac:spMk id="19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3:36.100" v="300" actId="20577"/>
          <ac:spMkLst>
            <pc:docMk/>
            <pc:sldMk cId="2420614809" sldId="284"/>
            <ac:spMk id="20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7.022" v="262" actId="1076"/>
          <ac:spMkLst>
            <pc:docMk/>
            <pc:sldMk cId="2420614809" sldId="284"/>
            <ac:spMk id="21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7.038" v="263" actId="1076"/>
          <ac:spMkLst>
            <pc:docMk/>
            <pc:sldMk cId="2420614809" sldId="284"/>
            <ac:spMk id="22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3:40.241" v="304" actId="20577"/>
          <ac:spMkLst>
            <pc:docMk/>
            <pc:sldMk cId="2420614809" sldId="284"/>
            <ac:spMk id="23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7.069" v="265" actId="1076"/>
          <ac:spMkLst>
            <pc:docMk/>
            <pc:sldMk cId="2420614809" sldId="284"/>
            <ac:spMk id="24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7.085" v="266" actId="1076"/>
          <ac:spMkLst>
            <pc:docMk/>
            <pc:sldMk cId="2420614809" sldId="284"/>
            <ac:spMk id="25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3:43.897" v="305" actId="20577"/>
          <ac:spMkLst>
            <pc:docMk/>
            <pc:sldMk cId="2420614809" sldId="284"/>
            <ac:spMk id="26" creationId="{00000000-0000-0000-0000-000000000000}"/>
          </ac:spMkLst>
        </pc:spChg>
        <pc:spChg chg="mod">
          <ac:chgData name="u202210066 (Palma Obispo, Adrian Enrique Jesus)" userId="S::u202210066@upc.edu.pe::ef3935b9-c757-44fa-a080-112c7bcdc337" providerId="AD" clId="Web-{30E52CD1-BC9F-17CF-6E0F-12BFA38251A7}" dt="2026-04-13T23:32:27.116" v="268" actId="1076"/>
          <ac:spMkLst>
            <pc:docMk/>
            <pc:sldMk cId="2420614809" sldId="284"/>
            <ac:spMk id="27" creationId="{00000000-0000-0000-0000-000000000000}"/>
          </ac:spMkLst>
        </pc:spChg>
      </pc:sldChg>
      <pc:sldMasterChg chg="addSldLayout">
        <pc:chgData name="u202210066 (Palma Obispo, Adrian Enrique Jesus)" userId="S::u202210066@upc.edu.pe::ef3935b9-c757-44fa-a080-112c7bcdc337" providerId="AD" clId="Web-{30E52CD1-BC9F-17CF-6E0F-12BFA38251A7}" dt="2026-04-13T22:35:37.042" v="65"/>
        <pc:sldMasterMkLst>
          <pc:docMk/>
          <pc:sldMasterMk cId="0" sldId="2147483648"/>
        </pc:sldMasterMkLst>
        <pc:sldLayoutChg chg="add">
          <pc:chgData name="u202210066 (Palma Obispo, Adrian Enrique Jesus)" userId="S::u202210066@upc.edu.pe::ef3935b9-c757-44fa-a080-112c7bcdc337" providerId="AD" clId="Web-{30E52CD1-BC9F-17CF-6E0F-12BFA38251A7}" dt="2026-04-13T22:35:37.042" v="65"/>
          <pc:sldLayoutMkLst>
            <pc:docMk/>
            <pc:sldMasterMk cId="0" sldId="2147483648"/>
            <pc:sldLayoutMk cId="2586923521" sldId="2147483662"/>
          </pc:sldLayoutMkLst>
        </pc:sldLayoutChg>
      </pc:sldMasterChg>
    </pc:docChg>
  </pc:docChgLst>
  <pc:docChgLst>
    <pc:chgData name="u202210066 (Palma Obispo, Adrian Enrique Jesus)" userId="S::u202210066@upc.edu.pe::ef3935b9-c757-44fa-a080-112c7bcdc337" providerId="AD" clId="Web-{79D82475-2855-34D3-7809-E90512663B4B}"/>
    <pc:docChg chg="modSld">
      <pc:chgData name="u202210066 (Palma Obispo, Adrian Enrique Jesus)" userId="S::u202210066@upc.edu.pe::ef3935b9-c757-44fa-a080-112c7bcdc337" providerId="AD" clId="Web-{79D82475-2855-34D3-7809-E90512663B4B}" dt="2026-04-15T01:07:59.385" v="24" actId="20577"/>
      <pc:docMkLst>
        <pc:docMk/>
      </pc:docMkLst>
      <pc:sldChg chg="modSp">
        <pc:chgData name="u202210066 (Palma Obispo, Adrian Enrique Jesus)" userId="S::u202210066@upc.edu.pe::ef3935b9-c757-44fa-a080-112c7bcdc337" providerId="AD" clId="Web-{79D82475-2855-34D3-7809-E90512663B4B}" dt="2026-04-15T01:04:50.699" v="10" actId="20577"/>
        <pc:sldMkLst>
          <pc:docMk/>
          <pc:sldMk cId="0" sldId="259"/>
        </pc:sldMkLst>
        <pc:spChg chg="mod">
          <ac:chgData name="u202210066 (Palma Obispo, Adrian Enrique Jesus)" userId="S::u202210066@upc.edu.pe::ef3935b9-c757-44fa-a080-112c7bcdc337" providerId="AD" clId="Web-{79D82475-2855-34D3-7809-E90512663B4B}" dt="2026-04-15T01:04:50.699" v="10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u202210066 (Palma Obispo, Adrian Enrique Jesus)" userId="S::u202210066@upc.edu.pe::ef3935b9-c757-44fa-a080-112c7bcdc337" providerId="AD" clId="Web-{79D82475-2855-34D3-7809-E90512663B4B}" dt="2026-04-15T01:02:55.168" v="3" actId="20577"/>
        <pc:sldMkLst>
          <pc:docMk/>
          <pc:sldMk cId="2618163817" sldId="270"/>
        </pc:sldMkLst>
        <pc:spChg chg="mod">
          <ac:chgData name="u202210066 (Palma Obispo, Adrian Enrique Jesus)" userId="S::u202210066@upc.edu.pe::ef3935b9-c757-44fa-a080-112c7bcdc337" providerId="AD" clId="Web-{79D82475-2855-34D3-7809-E90512663B4B}" dt="2026-04-15T01:02:55.168" v="3" actId="20577"/>
          <ac:spMkLst>
            <pc:docMk/>
            <pc:sldMk cId="2618163817" sldId="270"/>
            <ac:spMk id="8" creationId="{7C37D4CB-0E58-E692-C5A6-B747319CDB01}"/>
          </ac:spMkLst>
        </pc:spChg>
      </pc:sldChg>
      <pc:sldChg chg="modSp">
        <pc:chgData name="u202210066 (Palma Obispo, Adrian Enrique Jesus)" userId="S::u202210066@upc.edu.pe::ef3935b9-c757-44fa-a080-112c7bcdc337" providerId="AD" clId="Web-{79D82475-2855-34D3-7809-E90512663B4B}" dt="2026-04-15T01:07:59.385" v="24" actId="20577"/>
        <pc:sldMkLst>
          <pc:docMk/>
          <pc:sldMk cId="1038630232" sldId="281"/>
        </pc:sldMkLst>
        <pc:spChg chg="mod">
          <ac:chgData name="u202210066 (Palma Obispo, Adrian Enrique Jesus)" userId="S::u202210066@upc.edu.pe::ef3935b9-c757-44fa-a080-112c7bcdc337" providerId="AD" clId="Web-{79D82475-2855-34D3-7809-E90512663B4B}" dt="2026-04-15T01:07:59.385" v="24" actId="20577"/>
          <ac:spMkLst>
            <pc:docMk/>
            <pc:sldMk cId="1038630232" sldId="281"/>
            <ac:spMk id="25" creationId="{FBFB315E-E813-28CF-BF06-EBD5F6FF3DBB}"/>
          </ac:spMkLst>
        </pc:spChg>
        <pc:spChg chg="mod">
          <ac:chgData name="u202210066 (Palma Obispo, Adrian Enrique Jesus)" userId="S::u202210066@upc.edu.pe::ef3935b9-c757-44fa-a080-112c7bcdc337" providerId="AD" clId="Web-{79D82475-2855-34D3-7809-E90512663B4B}" dt="2026-04-15T01:07:55.073" v="23"/>
          <ac:spMkLst>
            <pc:docMk/>
            <pc:sldMk cId="1038630232" sldId="281"/>
            <ac:spMk id="28" creationId="{FA0F2150-A734-56CD-3181-B1ECC924EF93}"/>
          </ac:spMkLst>
        </pc:spChg>
      </pc:sldChg>
    </pc:docChg>
  </pc:docChgLst>
  <pc:docChgLst>
    <pc:chgData name="u202214843 (Palomino Santa Cruz, Erick Joaquin)" userId="S::u202214843@upc.edu.pe::3f4f9d94-d1c7-43ef-b19f-c85be680e669" providerId="AD" clId="Web-{A26C1371-2E52-F46B-64E2-8D15F1DD628F}"/>
    <pc:docChg chg="modSld sldOrd">
      <pc:chgData name="u202214843 (Palomino Santa Cruz, Erick Joaquin)" userId="S::u202214843@upc.edu.pe::3f4f9d94-d1c7-43ef-b19f-c85be680e669" providerId="AD" clId="Web-{A26C1371-2E52-F46B-64E2-8D15F1DD628F}" dt="2026-04-06T22:20:39.552" v="267" actId="1076"/>
      <pc:docMkLst>
        <pc:docMk/>
      </pc:docMkLst>
      <pc:sldChg chg="modSp">
        <pc:chgData name="u202214843 (Palomino Santa Cruz, Erick Joaquin)" userId="S::u202214843@upc.edu.pe::3f4f9d94-d1c7-43ef-b19f-c85be680e669" providerId="AD" clId="Web-{A26C1371-2E52-F46B-64E2-8D15F1DD628F}" dt="2026-04-06T21:42:36.584" v="156" actId="1076"/>
        <pc:sldMkLst>
          <pc:docMk/>
          <pc:sldMk cId="0" sldId="257"/>
        </pc:sldMkLst>
      </pc:sldChg>
      <pc:sldChg chg="modSp">
        <pc:chgData name="u202214843 (Palomino Santa Cruz, Erick Joaquin)" userId="S::u202214843@upc.edu.pe::3f4f9d94-d1c7-43ef-b19f-c85be680e669" providerId="AD" clId="Web-{A26C1371-2E52-F46B-64E2-8D15F1DD628F}" dt="2026-04-06T21:43:26.961" v="164" actId="1076"/>
        <pc:sldMkLst>
          <pc:docMk/>
          <pc:sldMk cId="0" sldId="258"/>
        </pc:sldMkLst>
      </pc:sldChg>
      <pc:sldChg chg="delSp modSp">
        <pc:chgData name="u202214843 (Palomino Santa Cruz, Erick Joaquin)" userId="S::u202214843@upc.edu.pe::3f4f9d94-d1c7-43ef-b19f-c85be680e669" providerId="AD" clId="Web-{A26C1371-2E52-F46B-64E2-8D15F1DD628F}" dt="2026-04-06T22:20:39.552" v="267" actId="1076"/>
        <pc:sldMkLst>
          <pc:docMk/>
          <pc:sldMk cId="0" sldId="259"/>
        </pc:sldMkLst>
        <pc:spChg chg="mod">
          <ac:chgData name="u202214843 (Palomino Santa Cruz, Erick Joaquin)" userId="S::u202214843@upc.edu.pe::3f4f9d94-d1c7-43ef-b19f-c85be680e669" providerId="AD" clId="Web-{A26C1371-2E52-F46B-64E2-8D15F1DD628F}" dt="2026-04-06T22:20:39.552" v="267" actId="1076"/>
          <ac:spMkLst>
            <pc:docMk/>
            <pc:sldMk cId="0" sldId="259"/>
            <ac:spMk id="7" creationId="{00000000-0000-0000-0000-000000000000}"/>
          </ac:spMkLst>
        </pc:spChg>
      </pc:sldChg>
      <pc:sldChg chg="addSp delSp modSp">
        <pc:chgData name="u202214843 (Palomino Santa Cruz, Erick Joaquin)" userId="S::u202214843@upc.edu.pe::3f4f9d94-d1c7-43ef-b19f-c85be680e669" providerId="AD" clId="Web-{A26C1371-2E52-F46B-64E2-8D15F1DD628F}" dt="2026-04-06T22:18:01.001" v="234" actId="1076"/>
        <pc:sldMkLst>
          <pc:docMk/>
          <pc:sldMk cId="0" sldId="263"/>
        </pc:sldMkLst>
        <pc:picChg chg="add mod">
          <ac:chgData name="u202214843 (Palomino Santa Cruz, Erick Joaquin)" userId="S::u202214843@upc.edu.pe::3f4f9d94-d1c7-43ef-b19f-c85be680e669" providerId="AD" clId="Web-{A26C1371-2E52-F46B-64E2-8D15F1DD628F}" dt="2026-04-06T22:18:01.001" v="234" actId="1076"/>
          <ac:picMkLst>
            <pc:docMk/>
            <pc:sldMk cId="0" sldId="263"/>
            <ac:picMk id="5" creationId="{347B0082-A982-0B72-D228-3AE7ACEA9B5A}"/>
          </ac:picMkLst>
        </pc:picChg>
      </pc:sldChg>
      <pc:sldChg chg="mod modShow">
        <pc:chgData name="u202214843 (Palomino Santa Cruz, Erick Joaquin)" userId="S::u202214843@upc.edu.pe::3f4f9d94-d1c7-43ef-b19f-c85be680e669" providerId="AD" clId="Web-{A26C1371-2E52-F46B-64E2-8D15F1DD628F}" dt="2026-04-06T22:07:03.950" v="197"/>
        <pc:sldMkLst>
          <pc:docMk/>
          <pc:sldMk cId="0" sldId="267"/>
        </pc:sldMkLst>
      </pc:sldChg>
      <pc:sldChg chg="addSp delSp modSp">
        <pc:chgData name="u202214843 (Palomino Santa Cruz, Erick Joaquin)" userId="S::u202214843@upc.edu.pe::3f4f9d94-d1c7-43ef-b19f-c85be680e669" providerId="AD" clId="Web-{A26C1371-2E52-F46B-64E2-8D15F1DD628F}" dt="2026-04-06T21:38:41.790" v="150"/>
        <pc:sldMkLst>
          <pc:docMk/>
          <pc:sldMk cId="2618163817" sldId="270"/>
        </pc:sldMkLst>
        <pc:spChg chg="add mod">
          <ac:chgData name="u202214843 (Palomino Santa Cruz, Erick Joaquin)" userId="S::u202214843@upc.edu.pe::3f4f9d94-d1c7-43ef-b19f-c85be680e669" providerId="AD" clId="Web-{A26C1371-2E52-F46B-64E2-8D15F1DD628F}" dt="2026-04-06T21:38:10.818" v="146" actId="20577"/>
          <ac:spMkLst>
            <pc:docMk/>
            <pc:sldMk cId="2618163817" sldId="270"/>
            <ac:spMk id="6" creationId="{EB2F822C-17EB-270A-9ED1-396DDFAB27C7}"/>
          </ac:spMkLst>
        </pc:spChg>
        <pc:spChg chg="mod">
          <ac:chgData name="u202214843 (Palomino Santa Cruz, Erick Joaquin)" userId="S::u202214843@upc.edu.pe::3f4f9d94-d1c7-43ef-b19f-c85be680e669" providerId="AD" clId="Web-{A26C1371-2E52-F46B-64E2-8D15F1DD628F}" dt="2026-04-06T21:36:59.830" v="101" actId="20577"/>
          <ac:spMkLst>
            <pc:docMk/>
            <pc:sldMk cId="2618163817" sldId="270"/>
            <ac:spMk id="8" creationId="{7C37D4CB-0E58-E692-C5A6-B747319CDB01}"/>
          </ac:spMkLst>
        </pc:spChg>
        <pc:picChg chg="add mod">
          <ac:chgData name="u202214843 (Palomino Santa Cruz, Erick Joaquin)" userId="S::u202214843@upc.edu.pe::3f4f9d94-d1c7-43ef-b19f-c85be680e669" providerId="AD" clId="Web-{A26C1371-2E52-F46B-64E2-8D15F1DD628F}" dt="2026-04-06T21:38:39.836" v="149" actId="1076"/>
          <ac:picMkLst>
            <pc:docMk/>
            <pc:sldMk cId="2618163817" sldId="270"/>
            <ac:picMk id="9" creationId="{DC702E0E-AD6B-5321-8668-5960F629FF67}"/>
          </ac:picMkLst>
        </pc:picChg>
      </pc:sldChg>
    </pc:docChg>
  </pc:docChgLst>
  <pc:docChgLst>
    <pc:chgData name="u202210066 (Palma Obispo, Adrian Enrique Jesus)" userId="S::u202210066@upc.edu.pe::ef3935b9-c757-44fa-a080-112c7bcdc337" providerId="AD" clId="Web-{E5931306-0568-A544-13E3-6D451AE59289}"/>
    <pc:docChg chg="addSld delSld modSld sldOrd">
      <pc:chgData name="u202210066 (Palma Obispo, Adrian Enrique Jesus)" userId="S::u202210066@upc.edu.pe::ef3935b9-c757-44fa-a080-112c7bcdc337" providerId="AD" clId="Web-{E5931306-0568-A544-13E3-6D451AE59289}" dt="2026-04-10T22:58:09.979" v="405" actId="20577"/>
      <pc:docMkLst>
        <pc:docMk/>
      </pc:docMkLst>
      <pc:sldChg chg="mod setBg">
        <pc:chgData name="u202210066 (Palma Obispo, Adrian Enrique Jesus)" userId="S::u202210066@upc.edu.pe::ef3935b9-c757-44fa-a080-112c7bcdc337" providerId="AD" clId="Web-{E5931306-0568-A544-13E3-6D451AE59289}" dt="2026-04-10T21:44:08.871" v="226"/>
        <pc:sldMkLst>
          <pc:docMk/>
          <pc:sldMk cId="0" sldId="256"/>
        </pc:sldMkLst>
      </pc:sldChg>
      <pc:sldChg chg="addSp delSp modSp mod setBg">
        <pc:chgData name="u202210066 (Palma Obispo, Adrian Enrique Jesus)" userId="S::u202210066@upc.edu.pe::ef3935b9-c757-44fa-a080-112c7bcdc337" providerId="AD" clId="Web-{E5931306-0568-A544-13E3-6D451AE59289}" dt="2026-04-10T22:51:46.690" v="392" actId="1076"/>
        <pc:sldMkLst>
          <pc:docMk/>
          <pc:sldMk cId="0" sldId="257"/>
        </pc:sldMkLst>
      </pc:sldChg>
      <pc:sldChg chg="addSp delSp modSp mod setBg">
        <pc:chgData name="u202210066 (Palma Obispo, Adrian Enrique Jesus)" userId="S::u202210066@upc.edu.pe::ef3935b9-c757-44fa-a080-112c7bcdc337" providerId="AD" clId="Web-{E5931306-0568-A544-13E3-6D451AE59289}" dt="2026-04-10T21:52:02.295" v="312" actId="1076"/>
        <pc:sldMkLst>
          <pc:docMk/>
          <pc:sldMk cId="0" sldId="258"/>
        </pc:sldMkLst>
        <pc:spChg chg="add mod">
          <ac:chgData name="u202210066 (Palma Obispo, Adrian Enrique Jesus)" userId="S::u202210066@upc.edu.pe::ef3935b9-c757-44fa-a080-112c7bcdc337" providerId="AD" clId="Web-{E5931306-0568-A544-13E3-6D451AE59289}" dt="2026-04-10T21:51:57.482" v="310" actId="1076"/>
          <ac:spMkLst>
            <pc:docMk/>
            <pc:sldMk cId="0" sldId="258"/>
            <ac:spMk id="57" creationId="{B0BA3915-345C-8FEB-5B22-09798DFFC203}"/>
          </ac:spMkLst>
        </pc:spChg>
        <pc:picChg chg="add mod">
          <ac:chgData name="u202210066 (Palma Obispo, Adrian Enrique Jesus)" userId="S::u202210066@upc.edu.pe::ef3935b9-c757-44fa-a080-112c7bcdc337" providerId="AD" clId="Web-{E5931306-0568-A544-13E3-6D451AE59289}" dt="2026-04-10T21:52:02.295" v="312" actId="1076"/>
          <ac:picMkLst>
            <pc:docMk/>
            <pc:sldMk cId="0" sldId="258"/>
            <ac:picMk id="2" creationId="{E9D60723-3A40-2F5A-EF71-14977966D703}"/>
          </ac:picMkLst>
        </pc:picChg>
      </pc:sldChg>
      <pc:sldChg chg="delSp mod setBg">
        <pc:chgData name="u202210066 (Palma Obispo, Adrian Enrique Jesus)" userId="S::u202210066@upc.edu.pe::ef3935b9-c757-44fa-a080-112c7bcdc337" providerId="AD" clId="Web-{E5931306-0568-A544-13E3-6D451AE59289}" dt="2026-04-10T21:44:09.027" v="229"/>
        <pc:sldMkLst>
          <pc:docMk/>
          <pc:sldMk cId="0" sldId="259"/>
        </pc:sldMkLst>
      </pc:sldChg>
      <pc:sldChg chg="addSp delSp mod setBg">
        <pc:chgData name="u202210066 (Palma Obispo, Adrian Enrique Jesus)" userId="S::u202210066@upc.edu.pe::ef3935b9-c757-44fa-a080-112c7bcdc337" providerId="AD" clId="Web-{E5931306-0568-A544-13E3-6D451AE59289}" dt="2026-04-10T21:44:09.137" v="230"/>
        <pc:sldMkLst>
          <pc:docMk/>
          <pc:sldMk cId="0" sldId="260"/>
        </pc:sldMkLst>
      </pc:sldChg>
      <pc:sldChg chg="delSp mod setBg">
        <pc:chgData name="u202210066 (Palma Obispo, Adrian Enrique Jesus)" userId="S::u202210066@upc.edu.pe::ef3935b9-c757-44fa-a080-112c7bcdc337" providerId="AD" clId="Web-{E5931306-0568-A544-13E3-6D451AE59289}" dt="2026-04-10T21:44:09.184" v="231"/>
        <pc:sldMkLst>
          <pc:docMk/>
          <pc:sldMk cId="0" sldId="261"/>
        </pc:sldMkLst>
      </pc:sldChg>
      <pc:sldChg chg="mod setBg">
        <pc:chgData name="u202210066 (Palma Obispo, Adrian Enrique Jesus)" userId="S::u202210066@upc.edu.pe::ef3935b9-c757-44fa-a080-112c7bcdc337" providerId="AD" clId="Web-{E5931306-0568-A544-13E3-6D451AE59289}" dt="2026-04-10T21:44:09.324" v="233"/>
        <pc:sldMkLst>
          <pc:docMk/>
          <pc:sldMk cId="0" sldId="263"/>
        </pc:sldMkLst>
      </pc:sldChg>
      <pc:sldChg chg="addSp delSp mod setBg">
        <pc:chgData name="u202210066 (Palma Obispo, Adrian Enrique Jesus)" userId="S::u202210066@upc.edu.pe::ef3935b9-c757-44fa-a080-112c7bcdc337" providerId="AD" clId="Web-{E5931306-0568-A544-13E3-6D451AE59289}" dt="2026-04-10T21:42:28.289" v="216"/>
        <pc:sldMkLst>
          <pc:docMk/>
          <pc:sldMk cId="0" sldId="267"/>
        </pc:sldMkLst>
        <pc:spChg chg="add del">
          <ac:chgData name="u202210066 (Palma Obispo, Adrian Enrique Jesus)" userId="S::u202210066@upc.edu.pe::ef3935b9-c757-44fa-a080-112c7bcdc337" providerId="AD" clId="Web-{E5931306-0568-A544-13E3-6D451AE59289}" dt="2026-04-10T21:42:27.305" v="215"/>
          <ac:spMkLst>
            <pc:docMk/>
            <pc:sldMk cId="0" sldId="267"/>
            <ac:spMk id="6" creationId="{00000000-0000-0000-0000-000000000000}"/>
          </ac:spMkLst>
        </pc:spChg>
      </pc:sldChg>
      <pc:sldChg chg="delSp mod setBg">
        <pc:chgData name="u202210066 (Palma Obispo, Adrian Enrique Jesus)" userId="S::u202210066@upc.edu.pe::ef3935b9-c757-44fa-a080-112c7bcdc337" providerId="AD" clId="Web-{E5931306-0568-A544-13E3-6D451AE59289}" dt="2026-04-10T21:42:57.150" v="218"/>
        <pc:sldMkLst>
          <pc:docMk/>
          <pc:sldMk cId="0" sldId="268"/>
        </pc:sldMkLst>
      </pc:sldChg>
      <pc:sldChg chg="delSp mod setBg">
        <pc:chgData name="u202210066 (Palma Obispo, Adrian Enrique Jesus)" userId="S::u202210066@upc.edu.pe::ef3935b9-c757-44fa-a080-112c7bcdc337" providerId="AD" clId="Web-{E5931306-0568-A544-13E3-6D451AE59289}" dt="2026-04-10T21:42:59.837" v="220"/>
        <pc:sldMkLst>
          <pc:docMk/>
          <pc:sldMk cId="0" sldId="269"/>
        </pc:sldMkLst>
      </pc:sldChg>
      <pc:sldChg chg="delSp modSp mod setBg">
        <pc:chgData name="u202210066 (Palma Obispo, Adrian Enrique Jesus)" userId="S::u202210066@upc.edu.pe::ef3935b9-c757-44fa-a080-112c7bcdc337" providerId="AD" clId="Web-{E5931306-0568-A544-13E3-6D451AE59289}" dt="2026-04-10T21:44:09.512" v="236"/>
        <pc:sldMkLst>
          <pc:docMk/>
          <pc:sldMk cId="2618163817" sldId="270"/>
        </pc:sldMkLst>
        <pc:spChg chg="mod">
          <ac:chgData name="u202210066 (Palma Obispo, Adrian Enrique Jesus)" userId="S::u202210066@upc.edu.pe::ef3935b9-c757-44fa-a080-112c7bcdc337" providerId="AD" clId="Web-{E5931306-0568-A544-13E3-6D451AE59289}" dt="2026-04-10T21:11:48.547" v="1" actId="1076"/>
          <ac:spMkLst>
            <pc:docMk/>
            <pc:sldMk cId="2618163817" sldId="270"/>
            <ac:spMk id="8" creationId="{7C37D4CB-0E58-E692-C5A6-B747319CDB01}"/>
          </ac:spMkLst>
        </pc:spChg>
      </pc:sldChg>
      <pc:sldMasterChg chg="addSldLayout">
        <pc:chgData name="u202210066 (Palma Obispo, Adrian Enrique Jesus)" userId="S::u202210066@upc.edu.pe::ef3935b9-c757-44fa-a080-112c7bcdc337" providerId="AD" clId="Web-{E5931306-0568-A544-13E3-6D451AE59289}" dt="2026-04-10T22:48:15.594" v="346"/>
        <pc:sldMasterMkLst>
          <pc:docMk/>
          <pc:sldMasterMk cId="0" sldId="2147483648"/>
        </pc:sldMasterMkLst>
        <pc:sldLayoutChg chg="add">
          <pc:chgData name="u202210066 (Palma Obispo, Adrian Enrique Jesus)" userId="S::u202210066@upc.edu.pe::ef3935b9-c757-44fa-a080-112c7bcdc337" providerId="AD" clId="Web-{E5931306-0568-A544-13E3-6D451AE59289}" dt="2026-04-10T22:48:01.453" v="345"/>
          <pc:sldLayoutMkLst>
            <pc:docMk/>
            <pc:sldMasterMk cId="0" sldId="2147483648"/>
            <pc:sldLayoutMk cId="1219331940" sldId="2147483660"/>
          </pc:sldLayoutMkLst>
        </pc:sldLayoutChg>
        <pc:sldLayoutChg chg="add">
          <pc:chgData name="u202210066 (Palma Obispo, Adrian Enrique Jesus)" userId="S::u202210066@upc.edu.pe::ef3935b9-c757-44fa-a080-112c7bcdc337" providerId="AD" clId="Web-{E5931306-0568-A544-13E3-6D451AE59289}" dt="2026-04-10T22:48:15.594" v="346"/>
          <pc:sldLayoutMkLst>
            <pc:docMk/>
            <pc:sldMasterMk cId="0" sldId="2147483648"/>
            <pc:sldLayoutMk cId="3580410358" sldId="2147483661"/>
          </pc:sldLayoutMkLst>
        </pc:sldLayoutChg>
      </pc:sldMasterChg>
    </pc:docChg>
  </pc:docChgLst>
  <pc:docChgLst>
    <pc:chgData name="u202210066 (Palma Obispo, Adrian Enrique Jesus)" userId="S::u202210066@upc.edu.pe::ef3935b9-c757-44fa-a080-112c7bcdc337" providerId="AD" clId="Web-{B59C3AAC-E343-A1C3-E998-35D0A98EC9DC}"/>
    <pc:docChg chg="addSld delSld modSld">
      <pc:chgData name="u202210066 (Palma Obispo, Adrian Enrique Jesus)" userId="S::u202210066@upc.edu.pe::ef3935b9-c757-44fa-a080-112c7bcdc337" providerId="AD" clId="Web-{B59C3AAC-E343-A1C3-E998-35D0A98EC9DC}" dt="2026-04-13T00:16:19.486" v="14"/>
      <pc:docMkLst>
        <pc:docMk/>
      </pc:docMkLst>
    </pc:docChg>
  </pc:docChgLst>
  <pc:docChgLst>
    <pc:chgData name="u202210066 (Palma Obispo, Adrian Enrique Jesus)" userId="S::u202210066@upc.edu.pe::ef3935b9-c757-44fa-a080-112c7bcdc337" providerId="AD" clId="Web-{1CA96A69-3398-F178-E782-520B14948330}"/>
    <pc:docChg chg="modSld">
      <pc:chgData name="u202210066 (Palma Obispo, Adrian Enrique Jesus)" userId="S::u202210066@upc.edu.pe::ef3935b9-c757-44fa-a080-112c7bcdc337" providerId="AD" clId="Web-{1CA96A69-3398-F178-E782-520B14948330}" dt="2026-04-28T13:44:31.996" v="3" actId="20577"/>
      <pc:docMkLst>
        <pc:docMk/>
      </pc:docMkLst>
      <pc:sldChg chg="mod modShow">
        <pc:chgData name="u202210066 (Palma Obispo, Adrian Enrique Jesus)" userId="S::u202210066@upc.edu.pe::ef3935b9-c757-44fa-a080-112c7bcdc337" providerId="AD" clId="Web-{1CA96A69-3398-F178-E782-520B14948330}" dt="2026-04-28T13:44:10.777" v="0"/>
        <pc:sldMkLst>
          <pc:docMk/>
          <pc:sldMk cId="0" sldId="263"/>
        </pc:sldMkLst>
      </pc:sldChg>
      <pc:sldChg chg="modSp">
        <pc:chgData name="u202210066 (Palma Obispo, Adrian Enrique Jesus)" userId="S::u202210066@upc.edu.pe::ef3935b9-c757-44fa-a080-112c7bcdc337" providerId="AD" clId="Web-{1CA96A69-3398-F178-E782-520B14948330}" dt="2026-04-28T13:44:31.996" v="3" actId="20577"/>
        <pc:sldMkLst>
          <pc:docMk/>
          <pc:sldMk cId="3955171613" sldId="271"/>
        </pc:sldMkLst>
        <pc:spChg chg="mod">
          <ac:chgData name="u202210066 (Palma Obispo, Adrian Enrique Jesus)" userId="S::u202210066@upc.edu.pe::ef3935b9-c757-44fa-a080-112c7bcdc337" providerId="AD" clId="Web-{1CA96A69-3398-F178-E782-520B14948330}" dt="2026-04-28T13:44:31.996" v="3" actId="20577"/>
          <ac:spMkLst>
            <pc:docMk/>
            <pc:sldMk cId="3955171613" sldId="271"/>
            <ac:spMk id="3" creationId="{1FDE327A-69D2-C22B-3F97-218B5963AD53}"/>
          </ac:spMkLst>
        </pc:spChg>
      </pc:sldChg>
    </pc:docChg>
  </pc:docChgLst>
  <pc:docChgLst>
    <pc:chgData name="u202210066 (Palma Obispo, Adrian Enrique Jesus)" userId="S::u202210066@upc.edu.pe::ef3935b9-c757-44fa-a080-112c7bcdc337" providerId="AD" clId="Web-{6A2F7F72-22A1-5B85-3E67-B931A59708CE}"/>
    <pc:docChg chg="addSld delSld modSld">
      <pc:chgData name="u202210066 (Palma Obispo, Adrian Enrique Jesus)" userId="S::u202210066@upc.edu.pe::ef3935b9-c757-44fa-a080-112c7bcdc337" providerId="AD" clId="Web-{6A2F7F72-22A1-5B85-3E67-B931A59708CE}" dt="2026-04-24T21:24:22.239" v="3"/>
      <pc:docMkLst>
        <pc:docMk/>
      </pc:docMkLst>
      <pc:sldChg chg="add del mod modShow">
        <pc:chgData name="u202210066 (Palma Obispo, Adrian Enrique Jesus)" userId="S::u202210066@upc.edu.pe::ef3935b9-c757-44fa-a080-112c7bcdc337" providerId="AD" clId="Web-{6A2F7F72-22A1-5B85-3E67-B931A59708CE}" dt="2026-04-24T21:24:22.114" v="2"/>
        <pc:sldMkLst>
          <pc:docMk/>
          <pc:sldMk cId="0" sldId="262"/>
        </pc:sldMkLst>
      </pc:sldChg>
      <pc:sldChg chg="mod modShow">
        <pc:chgData name="u202210066 (Palma Obispo, Adrian Enrique Jesus)" userId="S::u202210066@upc.edu.pe::ef3935b9-c757-44fa-a080-112c7bcdc337" providerId="AD" clId="Web-{6A2F7F72-22A1-5B85-3E67-B931A59708CE}" dt="2026-04-24T21:24:22.239" v="3"/>
        <pc:sldMkLst>
          <pc:docMk/>
          <pc:sldMk cId="0" sldId="263"/>
        </pc:sldMkLst>
      </pc:sldChg>
    </pc:docChg>
  </pc:docChgLst>
  <pc:docChgLst>
    <pc:chgData name="u202214843 (Palomino Santa Cruz, Erick Joaquin)" userId="S::u202214843@upc.edu.pe::3f4f9d94-d1c7-43ef-b19f-c85be680e669" providerId="AD" clId="Web-{D120A40E-F5EC-298D-991C-9168221AC7A5}"/>
    <pc:docChg chg="modSld">
      <pc:chgData name="u202214843 (Palomino Santa Cruz, Erick Joaquin)" userId="S::u202214843@upc.edu.pe::3f4f9d94-d1c7-43ef-b19f-c85be680e669" providerId="AD" clId="Web-{D120A40E-F5EC-298D-991C-9168221AC7A5}" dt="2026-04-10T21:26:57.237" v="7"/>
      <pc:docMkLst>
        <pc:docMk/>
      </pc:docMkLst>
      <pc:sldChg chg="addSp modSp">
        <pc:chgData name="u202214843 (Palomino Santa Cruz, Erick Joaquin)" userId="S::u202214843@upc.edu.pe::3f4f9d94-d1c7-43ef-b19f-c85be680e669" providerId="AD" clId="Web-{D120A40E-F5EC-298D-991C-9168221AC7A5}" dt="2026-04-10T21:26:57.237" v="7"/>
        <pc:sldMkLst>
          <pc:docMk/>
          <pc:sldMk cId="0" sldId="259"/>
        </pc:sldMkLst>
        <pc:spChg chg="mod">
          <ac:chgData name="u202214843 (Palomino Santa Cruz, Erick Joaquin)" userId="S::u202214843@upc.edu.pe::3f4f9d94-d1c7-43ef-b19f-c85be680e669" providerId="AD" clId="Web-{D120A40E-F5EC-298D-991C-9168221AC7A5}" dt="2026-04-10T21:26:28.425" v="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D120A40E-F5EC-298D-991C-9168221AC7A5}" dt="2026-04-10T21:26:32.206" v="6" actId="14100"/>
          <ac:spMkLst>
            <pc:docMk/>
            <pc:sldMk cId="0" sldId="259"/>
            <ac:spMk id="7" creationId="{00000000-0000-0000-0000-000000000000}"/>
          </ac:spMkLst>
        </pc:spChg>
      </pc:sldChg>
    </pc:docChg>
  </pc:docChgLst>
  <pc:docChgLst>
    <pc:chgData name="u202214843 (Palomino Santa Cruz, Erick Joaquin)" userId="S::u202214843@upc.edu.pe::3f4f9d94-d1c7-43ef-b19f-c85be680e669" providerId="AD" clId="Web-{A93641AF-099B-1C90-0C7E-8FB020A77D93}"/>
    <pc:docChg chg="modSld">
      <pc:chgData name="u202214843 (Palomino Santa Cruz, Erick Joaquin)" userId="S::u202214843@upc.edu.pe::3f4f9d94-d1c7-43ef-b19f-c85be680e669" providerId="AD" clId="Web-{A93641AF-099B-1C90-0C7E-8FB020A77D93}" dt="2026-04-10T16:54:01.927" v="154" actId="20577"/>
      <pc:docMkLst>
        <pc:docMk/>
      </pc:docMkLst>
      <pc:sldChg chg="modSp">
        <pc:chgData name="u202214843 (Palomino Santa Cruz, Erick Joaquin)" userId="S::u202214843@upc.edu.pe::3f4f9d94-d1c7-43ef-b19f-c85be680e669" providerId="AD" clId="Web-{A93641AF-099B-1C90-0C7E-8FB020A77D93}" dt="2026-04-10T16:38:05.485" v="31" actId="1076"/>
        <pc:sldMkLst>
          <pc:docMk/>
          <pc:sldMk cId="0" sldId="257"/>
        </pc:sldMkLst>
      </pc:sldChg>
      <pc:sldChg chg="addSp delSp modSp">
        <pc:chgData name="u202214843 (Palomino Santa Cruz, Erick Joaquin)" userId="S::u202214843@upc.edu.pe::3f4f9d94-d1c7-43ef-b19f-c85be680e669" providerId="AD" clId="Web-{A93641AF-099B-1C90-0C7E-8FB020A77D93}" dt="2026-04-10T16:54:01.927" v="154" actId="20577"/>
        <pc:sldMkLst>
          <pc:docMk/>
          <pc:sldMk cId="0" sldId="260"/>
        </pc:sldMkLst>
        <pc:spChg chg="mod">
          <ac:chgData name="u202214843 (Palomino Santa Cruz, Erick Joaquin)" userId="S::u202214843@upc.edu.pe::3f4f9d94-d1c7-43ef-b19f-c85be680e669" providerId="AD" clId="Web-{A93641AF-099B-1C90-0C7E-8FB020A77D93}" dt="2026-04-10T16:49:08.159" v="4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49:06.816" v="47" actId="1076"/>
          <ac:spMkLst>
            <pc:docMk/>
            <pc:sldMk cId="0" sldId="260"/>
            <ac:spMk id="17" creationId="{00000000-0000-0000-0000-000000000000}"/>
          </ac:spMkLst>
        </pc:spChg>
        <pc:spChg chg="add del mod">
          <ac:chgData name="u202214843 (Palomino Santa Cruz, Erick Joaquin)" userId="S::u202214843@upc.edu.pe::3f4f9d94-d1c7-43ef-b19f-c85be680e669" providerId="AD" clId="Web-{A93641AF-099B-1C90-0C7E-8FB020A77D93}" dt="2026-04-10T16:52:54.973" v="132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50:54.706" v="79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53:24.176" v="142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53:05.848" v="134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54:01.927" v="154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53:05.895" v="136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53:47.395" v="148" actId="20577"/>
          <ac:spMkLst>
            <pc:docMk/>
            <pc:sldMk cId="0" sldId="260"/>
            <ac:spMk id="28" creationId="{00000000-0000-0000-0000-000000000000}"/>
          </ac:spMkLst>
        </pc:spChg>
        <pc:grpChg chg="mod">
          <ac:chgData name="u202214843 (Palomino Santa Cruz, Erick Joaquin)" userId="S::u202214843@upc.edu.pe::3f4f9d94-d1c7-43ef-b19f-c85be680e669" providerId="AD" clId="Web-{A93641AF-099B-1C90-0C7E-8FB020A77D93}" dt="2026-04-10T16:53:05.833" v="133" actId="1076"/>
          <ac:grpSpMkLst>
            <pc:docMk/>
            <pc:sldMk cId="0" sldId="260"/>
            <ac:grpSpMk id="12" creationId="{00000000-0000-0000-0000-000000000000}"/>
          </ac:grpSpMkLst>
        </pc:grpChg>
        <pc:grpChg chg="add mod">
          <ac:chgData name="u202214843 (Palomino Santa Cruz, Erick Joaquin)" userId="S::u202214843@upc.edu.pe::3f4f9d94-d1c7-43ef-b19f-c85be680e669" providerId="AD" clId="Web-{A93641AF-099B-1C90-0C7E-8FB020A77D93}" dt="2026-04-10T16:51:14.831" v="84" actId="1076"/>
          <ac:grpSpMkLst>
            <pc:docMk/>
            <pc:sldMk cId="0" sldId="260"/>
            <ac:grpSpMk id="32" creationId="{5383CD90-9E03-DC87-1E65-4CFFEB488B23}"/>
          </ac:grpSpMkLst>
        </pc:grpChg>
        <pc:grpChg chg="add mod">
          <ac:chgData name="u202214843 (Palomino Santa Cruz, Erick Joaquin)" userId="S::u202214843@upc.edu.pe::3f4f9d94-d1c7-43ef-b19f-c85be680e669" providerId="AD" clId="Web-{A93641AF-099B-1C90-0C7E-8FB020A77D93}" dt="2026-04-10T16:51:28.394" v="87" actId="1076"/>
          <ac:grpSpMkLst>
            <pc:docMk/>
            <pc:sldMk cId="0" sldId="260"/>
            <ac:grpSpMk id="34" creationId="{F53F32B1-901D-1D63-B264-E7675C1A298C}"/>
          </ac:grpSpMkLst>
        </pc:grpChg>
        <pc:grpChg chg="add mod">
          <ac:chgData name="u202214843 (Palomino Santa Cruz, Erick Joaquin)" userId="S::u202214843@upc.edu.pe::3f4f9d94-d1c7-43ef-b19f-c85be680e669" providerId="AD" clId="Web-{A93641AF-099B-1C90-0C7E-8FB020A77D93}" dt="2026-04-10T16:53:31.473" v="143" actId="1076"/>
          <ac:grpSpMkLst>
            <pc:docMk/>
            <pc:sldMk cId="0" sldId="260"/>
            <ac:grpSpMk id="36" creationId="{CEFCDC3C-55FD-0DEB-BB22-CDA15BCAB527}"/>
          </ac:grpSpMkLst>
        </pc:grpChg>
      </pc:sldChg>
      <pc:sldChg chg="modSp">
        <pc:chgData name="u202214843 (Palomino Santa Cruz, Erick Joaquin)" userId="S::u202214843@upc.edu.pe::3f4f9d94-d1c7-43ef-b19f-c85be680e669" providerId="AD" clId="Web-{A93641AF-099B-1C90-0C7E-8FB020A77D93}" dt="2026-04-10T16:37:55.298" v="29" actId="1076"/>
        <pc:sldMkLst>
          <pc:docMk/>
          <pc:sldMk cId="2618163817" sldId="270"/>
        </pc:sldMkLst>
        <pc:spChg chg="mod">
          <ac:chgData name="u202214843 (Palomino Santa Cruz, Erick Joaquin)" userId="S::u202214843@upc.edu.pe::3f4f9d94-d1c7-43ef-b19f-c85be680e669" providerId="AD" clId="Web-{A93641AF-099B-1C90-0C7E-8FB020A77D93}" dt="2026-04-10T16:37:55.298" v="29" actId="1076"/>
          <ac:spMkLst>
            <pc:docMk/>
            <pc:sldMk cId="2618163817" sldId="270"/>
            <ac:spMk id="6" creationId="{EB2F822C-17EB-270A-9ED1-396DDFAB27C7}"/>
          </ac:spMkLst>
        </pc:spChg>
        <pc:spChg chg="mod">
          <ac:chgData name="u202214843 (Palomino Santa Cruz, Erick Joaquin)" userId="S::u202214843@upc.edu.pe::3f4f9d94-d1c7-43ef-b19f-c85be680e669" providerId="AD" clId="Web-{A93641AF-099B-1C90-0C7E-8FB020A77D93}" dt="2026-04-10T16:37:29.704" v="20" actId="1076"/>
          <ac:spMkLst>
            <pc:docMk/>
            <pc:sldMk cId="2618163817" sldId="270"/>
            <ac:spMk id="8" creationId="{7C37D4CB-0E58-E692-C5A6-B747319CDB01}"/>
          </ac:spMkLst>
        </pc:spChg>
      </pc:sldChg>
    </pc:docChg>
  </pc:docChgLst>
  <pc:docChgLst>
    <pc:chgData name="u202214843 (Palomino Santa Cruz, Erick Joaquin)" userId="S::u202214843@upc.edu.pe::3f4f9d94-d1c7-43ef-b19f-c85be680e669" providerId="AD" clId="Web-{6B558FC3-08B4-3BCC-DA9F-2C97FF132560}"/>
    <pc:docChg chg="addSld modSld sldOrd">
      <pc:chgData name="u202214843 (Palomino Santa Cruz, Erick Joaquin)" userId="S::u202214843@upc.edu.pe::3f4f9d94-d1c7-43ef-b19f-c85be680e669" providerId="AD" clId="Web-{6B558FC3-08B4-3BCC-DA9F-2C97FF132560}" dt="2026-04-14T13:28:32.704" v="187"/>
      <pc:docMkLst>
        <pc:docMk/>
      </pc:docMkLst>
      <pc:sldChg chg="delSp modSp ord">
        <pc:chgData name="u202214843 (Palomino Santa Cruz, Erick Joaquin)" userId="S::u202214843@upc.edu.pe::3f4f9d94-d1c7-43ef-b19f-c85be680e669" providerId="AD" clId="Web-{6B558FC3-08B4-3BCC-DA9F-2C97FF132560}" dt="2026-04-14T13:28:32.704" v="187"/>
        <pc:sldMkLst>
          <pc:docMk/>
          <pc:sldMk cId="0" sldId="257"/>
        </pc:sldMkLst>
        <pc:spChg chg="mod">
          <ac:chgData name="u202214843 (Palomino Santa Cruz, Erick Joaquin)" userId="S::u202214843@upc.edu.pe::3f4f9d94-d1c7-43ef-b19f-c85be680e669" providerId="AD" clId="Web-{6B558FC3-08B4-3BCC-DA9F-2C97FF132560}" dt="2026-04-13T23:09:02.549" v="125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192" v="157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208" v="158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239" v="160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255" v="161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286" v="163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302" v="164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333" v="166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2:22.349" v="167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3:09.396" v="184" actId="20577"/>
          <ac:spMkLst>
            <pc:docMk/>
            <pc:sldMk cId="0" sldId="257"/>
            <ac:spMk id="37" creationId="{00000000-0000-0000-0000-000000000000}"/>
          </ac:spMkLst>
        </pc:spChg>
        <pc:grpChg chg="mod">
          <ac:chgData name="u202214843 (Palomino Santa Cruz, Erick Joaquin)" userId="S::u202214843@upc.edu.pe::3f4f9d94-d1c7-43ef-b19f-c85be680e669" providerId="AD" clId="Web-{6B558FC3-08B4-3BCC-DA9F-2C97FF132560}" dt="2026-04-13T23:12:22.145" v="154" actId="1076"/>
          <ac:grpSpMkLst>
            <pc:docMk/>
            <pc:sldMk cId="0" sldId="257"/>
            <ac:grpSpMk id="2" creationId="{00000000-0000-0000-0000-000000000000}"/>
          </ac:grpSpMkLst>
        </pc:grpChg>
        <pc:grpChg chg="mod">
          <ac:chgData name="u202214843 (Palomino Santa Cruz, Erick Joaquin)" userId="S::u202214843@upc.edu.pe::3f4f9d94-d1c7-43ef-b19f-c85be680e669" providerId="AD" clId="Web-{6B558FC3-08B4-3BCC-DA9F-2C97FF132560}" dt="2026-04-13T23:12:26.145" v="168" actId="1076"/>
          <ac:grpSpMkLst>
            <pc:docMk/>
            <pc:sldMk cId="0" sldId="257"/>
            <ac:grpSpMk id="4" creationId="{00000000-0000-0000-0000-000000000000}"/>
          </ac:grpSpMkLst>
        </pc:grpChg>
        <pc:grpChg chg="mod">
          <ac:chgData name="u202214843 (Palomino Santa Cruz, Erick Joaquin)" userId="S::u202214843@upc.edu.pe::3f4f9d94-d1c7-43ef-b19f-c85be680e669" providerId="AD" clId="Web-{6B558FC3-08B4-3BCC-DA9F-2C97FF132560}" dt="2026-04-13T23:12:22.177" v="156" actId="1076"/>
          <ac:grpSpMkLst>
            <pc:docMk/>
            <pc:sldMk cId="0" sldId="257"/>
            <ac:grpSpMk id="14" creationId="{00000000-0000-0000-0000-000000000000}"/>
          </ac:grpSpMkLst>
        </pc:grpChg>
        <pc:grpChg chg="mod">
          <ac:chgData name="u202214843 (Palomino Santa Cruz, Erick Joaquin)" userId="S::u202214843@upc.edu.pe::3f4f9d94-d1c7-43ef-b19f-c85be680e669" providerId="AD" clId="Web-{6B558FC3-08B4-3BCC-DA9F-2C97FF132560}" dt="2026-04-13T23:12:22.224" v="159" actId="1076"/>
          <ac:grpSpMkLst>
            <pc:docMk/>
            <pc:sldMk cId="0" sldId="257"/>
            <ac:grpSpMk id="18" creationId="{00000000-0000-0000-0000-000000000000}"/>
          </ac:grpSpMkLst>
        </pc:grpChg>
        <pc:grpChg chg="mod">
          <ac:chgData name="u202214843 (Palomino Santa Cruz, Erick Joaquin)" userId="S::u202214843@upc.edu.pe::3f4f9d94-d1c7-43ef-b19f-c85be680e669" providerId="AD" clId="Web-{6B558FC3-08B4-3BCC-DA9F-2C97FF132560}" dt="2026-04-13T23:12:22.270" v="162" actId="1076"/>
          <ac:grpSpMkLst>
            <pc:docMk/>
            <pc:sldMk cId="0" sldId="257"/>
            <ac:grpSpMk id="22" creationId="{00000000-0000-0000-0000-000000000000}"/>
          </ac:grpSpMkLst>
        </pc:grpChg>
        <pc:grpChg chg="mod">
          <ac:chgData name="u202214843 (Palomino Santa Cruz, Erick Joaquin)" userId="S::u202214843@upc.edu.pe::3f4f9d94-d1c7-43ef-b19f-c85be680e669" providerId="AD" clId="Web-{6B558FC3-08B4-3BCC-DA9F-2C97FF132560}" dt="2026-04-13T23:12:22.317" v="165" actId="1076"/>
          <ac:grpSpMkLst>
            <pc:docMk/>
            <pc:sldMk cId="0" sldId="257"/>
            <ac:grpSpMk id="26" creationId="{00000000-0000-0000-0000-000000000000}"/>
          </ac:grpSpMkLst>
        </pc:grpChg>
      </pc:sldChg>
      <pc:sldChg chg="modSp">
        <pc:chgData name="u202214843 (Palomino Santa Cruz, Erick Joaquin)" userId="S::u202214843@upc.edu.pe::3f4f9d94-d1c7-43ef-b19f-c85be680e669" providerId="AD" clId="Web-{6B558FC3-08B4-3BCC-DA9F-2C97FF132560}" dt="2026-04-13T22:30:51.551" v="2" actId="20577"/>
        <pc:sldMkLst>
          <pc:docMk/>
          <pc:sldMk cId="0" sldId="261"/>
        </pc:sldMkLst>
        <pc:spChg chg="mod">
          <ac:chgData name="u202214843 (Palomino Santa Cruz, Erick Joaquin)" userId="S::u202214843@upc.edu.pe::3f4f9d94-d1c7-43ef-b19f-c85be680e669" providerId="AD" clId="Web-{6B558FC3-08B4-3BCC-DA9F-2C97FF132560}" dt="2026-04-13T22:30:51.551" v="2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add replId">
        <pc:chgData name="u202214843 (Palomino Santa Cruz, Erick Joaquin)" userId="S::u202214843@upc.edu.pe::3f4f9d94-d1c7-43ef-b19f-c85be680e669" providerId="AD" clId="Web-{6B558FC3-08B4-3BCC-DA9F-2C97FF132560}" dt="2026-04-13T22:38:09.844" v="87" actId="20577"/>
        <pc:sldMkLst>
          <pc:docMk/>
          <pc:sldMk cId="1038630232" sldId="281"/>
        </pc:sldMkLst>
        <pc:spChg chg="mod">
          <ac:chgData name="u202214843 (Palomino Santa Cruz, Erick Joaquin)" userId="S::u202214843@upc.edu.pe::3f4f9d94-d1c7-43ef-b19f-c85be680e669" providerId="AD" clId="Web-{6B558FC3-08B4-3BCC-DA9F-2C97FF132560}" dt="2026-04-13T22:31:52.617" v="21" actId="14100"/>
          <ac:spMkLst>
            <pc:docMk/>
            <pc:sldMk cId="1038630232" sldId="281"/>
            <ac:spMk id="16" creationId="{07DC60B0-028F-EF85-7C28-CFEABF66D771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2:37:59.766" v="84" actId="20577"/>
          <ac:spMkLst>
            <pc:docMk/>
            <pc:sldMk cId="1038630232" sldId="281"/>
            <ac:spMk id="19" creationId="{E46C3B6F-E53F-4F32-934E-E8805212A5E2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2:38:01.750" v="85" actId="20577"/>
          <ac:spMkLst>
            <pc:docMk/>
            <pc:sldMk cId="1038630232" sldId="281"/>
            <ac:spMk id="22" creationId="{303D737E-69E9-3174-937E-D908768B2DF4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2:38:09.844" v="87" actId="20577"/>
          <ac:spMkLst>
            <pc:docMk/>
            <pc:sldMk cId="1038630232" sldId="281"/>
            <ac:spMk id="25" creationId="{FBFB315E-E813-28CF-BF06-EBD5F6FF3DBB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2:38:05.500" v="86" actId="20577"/>
          <ac:spMkLst>
            <pc:docMk/>
            <pc:sldMk cId="1038630232" sldId="281"/>
            <ac:spMk id="28" creationId="{FA0F2150-A734-56CD-3181-B1ECC924EF93}"/>
          </ac:spMkLst>
        </pc:spChg>
      </pc:sldChg>
      <pc:sldChg chg="delSp modSp">
        <pc:chgData name="u202214843 (Palomino Santa Cruz, Erick Joaquin)" userId="S::u202214843@upc.edu.pe::3f4f9d94-d1c7-43ef-b19f-c85be680e669" providerId="AD" clId="Web-{6B558FC3-08B4-3BCC-DA9F-2C97FF132560}" dt="2026-04-13T22:43:54.727" v="121"/>
        <pc:sldMkLst>
          <pc:docMk/>
          <pc:sldMk cId="2449390712" sldId="282"/>
        </pc:sldMkLst>
        <pc:spChg chg="mod">
          <ac:chgData name="u202214843 (Palomino Santa Cruz, Erick Joaquin)" userId="S::u202214843@upc.edu.pe::3f4f9d94-d1c7-43ef-b19f-c85be680e669" providerId="AD" clId="Web-{6B558FC3-08B4-3BCC-DA9F-2C97FF132560}" dt="2026-04-13T22:41:56.116" v="118" actId="1076"/>
          <ac:spMkLst>
            <pc:docMk/>
            <pc:sldMk cId="2449390712" sldId="282"/>
            <ac:spMk id="22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2:41:56.147" v="119" actId="1076"/>
          <ac:spMkLst>
            <pc:docMk/>
            <pc:sldMk cId="2449390712" sldId="282"/>
            <ac:spMk id="23" creationId="{00000000-0000-0000-0000-000000000000}"/>
          </ac:spMkLst>
        </pc:spChg>
      </pc:sldChg>
      <pc:sldChg chg="modSp ord">
        <pc:chgData name="u202214843 (Palomino Santa Cruz, Erick Joaquin)" userId="S::u202214843@upc.edu.pe::3f4f9d94-d1c7-43ef-b19f-c85be680e669" providerId="AD" clId="Web-{6B558FC3-08B4-3BCC-DA9F-2C97FF132560}" dt="2026-04-14T13:28:15.641" v="186"/>
        <pc:sldMkLst>
          <pc:docMk/>
          <pc:sldMk cId="1801851175" sldId="283"/>
        </pc:sldMkLst>
        <pc:spChg chg="mod">
          <ac:chgData name="u202214843 (Palomino Santa Cruz, Erick Joaquin)" userId="S::u202214843@upc.edu.pe::3f4f9d94-d1c7-43ef-b19f-c85be680e669" providerId="AD" clId="Web-{6B558FC3-08B4-3BCC-DA9F-2C97FF132560}" dt="2026-04-13T23:11:53.973" v="138" actId="20577"/>
          <ac:spMkLst>
            <pc:docMk/>
            <pc:sldMk cId="1801851175" sldId="283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09:27.581" v="134" actId="20577"/>
          <ac:spMkLst>
            <pc:docMk/>
            <pc:sldMk cId="1801851175" sldId="283"/>
            <ac:spMk id="7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6B558FC3-08B4-3BCC-DA9F-2C97FF132560}" dt="2026-04-13T23:11:39.864" v="135" actId="1076"/>
          <ac:spMkLst>
            <pc:docMk/>
            <pc:sldMk cId="1801851175" sldId="283"/>
            <ac:spMk id="19" creationId="{00000000-0000-0000-0000-000000000000}"/>
          </ac:spMkLst>
        </pc:spChg>
      </pc:sldChg>
    </pc:docChg>
  </pc:docChgLst>
  <pc:docChgLst>
    <pc:chgData name="u202214843 (Palomino Santa Cruz, Erick Joaquin)" userId="S::u202214843@upc.edu.pe::3f4f9d94-d1c7-43ef-b19f-c85be680e669" providerId="AD" clId="Web-{9CE29D90-AF45-D4B5-62F8-96538A43AC8F}"/>
    <pc:docChg chg="delSld modSld">
      <pc:chgData name="u202214843 (Palomino Santa Cruz, Erick Joaquin)" userId="S::u202214843@upc.edu.pe::3f4f9d94-d1c7-43ef-b19f-c85be680e669" providerId="AD" clId="Web-{9CE29D90-AF45-D4B5-62F8-96538A43AC8F}" dt="2026-04-10T23:09:53.428" v="27"/>
      <pc:docMkLst>
        <pc:docMk/>
      </pc:docMkLst>
      <pc:sldChg chg="delSp modSp">
        <pc:chgData name="u202214843 (Palomino Santa Cruz, Erick Joaquin)" userId="S::u202214843@upc.edu.pe::3f4f9d94-d1c7-43ef-b19f-c85be680e669" providerId="AD" clId="Web-{9CE29D90-AF45-D4B5-62F8-96538A43AC8F}" dt="2026-04-10T22:59:27.124" v="25"/>
        <pc:sldMkLst>
          <pc:docMk/>
          <pc:sldMk cId="0" sldId="257"/>
        </pc:sldMkLst>
      </pc:sldChg>
      <pc:sldChg chg="modSp">
        <pc:chgData name="u202214843 (Palomino Santa Cruz, Erick Joaquin)" userId="S::u202214843@upc.edu.pe::3f4f9d94-d1c7-43ef-b19f-c85be680e669" providerId="AD" clId="Web-{9CE29D90-AF45-D4B5-62F8-96538A43AC8F}" dt="2026-04-10T22:59:27.842" v="26" actId="1076"/>
        <pc:sldMkLst>
          <pc:docMk/>
          <pc:sldMk cId="0" sldId="258"/>
        </pc:sldMkLst>
        <pc:spChg chg="mod">
          <ac:chgData name="u202214843 (Palomino Santa Cruz, Erick Joaquin)" userId="S::u202214843@upc.edu.pe::3f4f9d94-d1c7-43ef-b19f-c85be680e669" providerId="AD" clId="Web-{9CE29D90-AF45-D4B5-62F8-96538A43AC8F}" dt="2026-04-10T22:59:27.842" v="26" actId="1076"/>
          <ac:spMkLst>
            <pc:docMk/>
            <pc:sldMk cId="0" sldId="258"/>
            <ac:spMk id="57" creationId="{B0BA3915-345C-8FEB-5B22-09798DFFC203}"/>
          </ac:spMkLst>
        </pc:spChg>
      </pc:sldChg>
      <pc:sldChg chg="modSp">
        <pc:chgData name="u202214843 (Palomino Santa Cruz, Erick Joaquin)" userId="S::u202214843@upc.edu.pe::3f4f9d94-d1c7-43ef-b19f-c85be680e669" providerId="AD" clId="Web-{9CE29D90-AF45-D4B5-62F8-96538A43AC8F}" dt="2026-04-10T22:34:34.068" v="3" actId="20577"/>
        <pc:sldMkLst>
          <pc:docMk/>
          <pc:sldMk cId="0" sldId="260"/>
        </pc:sldMkLst>
        <pc:spChg chg="mod">
          <ac:chgData name="u202214843 (Palomino Santa Cruz, Erick Joaquin)" userId="S::u202214843@upc.edu.pe::3f4f9d94-d1c7-43ef-b19f-c85be680e669" providerId="AD" clId="Web-{9CE29D90-AF45-D4B5-62F8-96538A43AC8F}" dt="2026-04-10T22:34:22.036" v="0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4:26.068" v="1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4:34.068" v="3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4:29.036" v="2" actId="20577"/>
          <ac:spMkLst>
            <pc:docMk/>
            <pc:sldMk cId="0" sldId="260"/>
            <ac:spMk id="26" creationId="{00000000-0000-0000-0000-000000000000}"/>
          </ac:spMkLst>
        </pc:spChg>
      </pc:sldChg>
      <pc:sldChg chg="modSp">
        <pc:chgData name="u202214843 (Palomino Santa Cruz, Erick Joaquin)" userId="S::u202214843@upc.edu.pe::3f4f9d94-d1c7-43ef-b19f-c85be680e669" providerId="AD" clId="Web-{9CE29D90-AF45-D4B5-62F8-96538A43AC8F}" dt="2026-04-10T22:38:01.761" v="18" actId="20577"/>
        <pc:sldMkLst>
          <pc:docMk/>
          <pc:sldMk cId="0" sldId="268"/>
        </pc:sldMkLst>
        <pc:spChg chg="mod">
          <ac:chgData name="u202214843 (Palomino Santa Cruz, Erick Joaquin)" userId="S::u202214843@upc.edu.pe::3f4f9d94-d1c7-43ef-b19f-c85be680e669" providerId="AD" clId="Web-{9CE29D90-AF45-D4B5-62F8-96538A43AC8F}" dt="2026-04-10T22:37:40.292" v="8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7:52.511" v="10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7:54.807" v="12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7:57.026" v="14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7:59.401" v="16" actId="20577"/>
          <ac:spMkLst>
            <pc:docMk/>
            <pc:sldMk cId="0" sldId="268"/>
            <ac:spMk id="23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9CE29D90-AF45-D4B5-62F8-96538A43AC8F}" dt="2026-04-10T22:38:01.761" v="18" actId="20577"/>
          <ac:spMkLst>
            <pc:docMk/>
            <pc:sldMk cId="0" sldId="268"/>
            <ac:spMk id="27" creationId="{00000000-0000-0000-0000-000000000000}"/>
          </ac:spMkLst>
        </pc:spChg>
      </pc:sldChg>
    </pc:docChg>
  </pc:docChgLst>
  <pc:docChgLst>
    <pc:chgData name="u202214843 (Palomino Santa Cruz, Erick Joaquin)" userId="S::u202214843@upc.edu.pe::3f4f9d94-d1c7-43ef-b19f-c85be680e669" providerId="AD" clId="Web-{4DB8F4FD-B48B-AF20-E50E-654C6724E767}"/>
    <pc:docChg chg="modSld">
      <pc:chgData name="u202214843 (Palomino Santa Cruz, Erick Joaquin)" userId="S::u202214843@upc.edu.pe::3f4f9d94-d1c7-43ef-b19f-c85be680e669" providerId="AD" clId="Web-{4DB8F4FD-B48B-AF20-E50E-654C6724E767}" dt="2026-04-13T22:19:48.075" v="151" actId="20577"/>
      <pc:docMkLst>
        <pc:docMk/>
      </pc:docMkLst>
      <pc:sldChg chg="addSp delSp modSp">
        <pc:chgData name="u202214843 (Palomino Santa Cruz, Erick Joaquin)" userId="S::u202214843@upc.edu.pe::3f4f9d94-d1c7-43ef-b19f-c85be680e669" providerId="AD" clId="Web-{4DB8F4FD-B48B-AF20-E50E-654C6724E767}" dt="2026-04-13T22:18:39.574" v="149" actId="20577"/>
        <pc:sldMkLst>
          <pc:docMk/>
          <pc:sldMk cId="0" sldId="257"/>
        </pc:sldMkLst>
      </pc:sldChg>
      <pc:sldChg chg="modSp">
        <pc:chgData name="u202214843 (Palomino Santa Cruz, Erick Joaquin)" userId="S::u202214843@upc.edu.pe::3f4f9d94-d1c7-43ef-b19f-c85be680e669" providerId="AD" clId="Web-{4DB8F4FD-B48B-AF20-E50E-654C6724E767}" dt="2026-04-13T22:19:48.075" v="151" actId="20577"/>
        <pc:sldMkLst>
          <pc:docMk/>
          <pc:sldMk cId="0" sldId="259"/>
        </pc:sldMkLst>
        <pc:spChg chg="mod">
          <ac:chgData name="u202214843 (Palomino Santa Cruz, Erick Joaquin)" userId="S::u202214843@upc.edu.pe::3f4f9d94-d1c7-43ef-b19f-c85be680e669" providerId="AD" clId="Web-{4DB8F4FD-B48B-AF20-E50E-654C6724E767}" dt="2026-04-13T22:19:48.075" v="151" actId="20577"/>
          <ac:spMkLst>
            <pc:docMk/>
            <pc:sldMk cId="0" sldId="259"/>
            <ac:spMk id="7" creationId="{00000000-0000-0000-0000-000000000000}"/>
          </ac:spMkLst>
        </pc:spChg>
      </pc:sldChg>
    </pc:docChg>
  </pc:docChgLst>
  <pc:docChgLst>
    <pc:chgData name="u202210066 (Palma Obispo, Adrian Enrique Jesus)" userId="S::u202210066@upc.edu.pe::ef3935b9-c757-44fa-a080-112c7bcdc337" providerId="AD" clId="Web-{29C295EB-3DF8-5E19-BFEC-5B912A25DE03}"/>
    <pc:docChg chg="modSld">
      <pc:chgData name="u202210066 (Palma Obispo, Adrian Enrique Jesus)" userId="S::u202210066@upc.edu.pe::ef3935b9-c757-44fa-a080-112c7bcdc337" providerId="AD" clId="Web-{29C295EB-3DF8-5E19-BFEC-5B912A25DE03}" dt="2026-04-06T21:58:14.429" v="0" actId="1076"/>
      <pc:docMkLst>
        <pc:docMk/>
      </pc:docMkLst>
    </pc:docChg>
  </pc:docChgLst>
  <pc:docChgLst>
    <pc:chgData name="PCSIJMAY (MAYTA GUILLERMO, JORGE LUIS)" userId="S::pcsijmay@upc.edu.pe::733fd71b-7f64-4d06-8591-f939423f9c7c" providerId="AD" clId="Web-{704715BA-8DD6-B29E-73A3-147423489A70}"/>
    <pc:docChg chg="modSld">
      <pc:chgData name="PCSIJMAY (MAYTA GUILLERMO, JORGE LUIS)" userId="S::pcsijmay@upc.edu.pe::733fd71b-7f64-4d06-8591-f939423f9c7c" providerId="AD" clId="Web-{704715BA-8DD6-B29E-73A3-147423489A70}" dt="2026-04-14T13:02:02.649" v="7" actId="14100"/>
      <pc:docMkLst>
        <pc:docMk/>
      </pc:docMkLst>
      <pc:sldChg chg="modSp">
        <pc:chgData name="PCSIJMAY (MAYTA GUILLERMO, JORGE LUIS)" userId="S::pcsijmay@upc.edu.pe::733fd71b-7f64-4d06-8591-f939423f9c7c" providerId="AD" clId="Web-{704715BA-8DD6-B29E-73A3-147423489A70}" dt="2026-04-14T13:02:02.649" v="7" actId="14100"/>
        <pc:sldMkLst>
          <pc:docMk/>
          <pc:sldMk cId="2449390712" sldId="282"/>
        </pc:sldMkLst>
        <pc:spChg chg="mod">
          <ac:chgData name="PCSIJMAY (MAYTA GUILLERMO, JORGE LUIS)" userId="S::pcsijmay@upc.edu.pe::733fd71b-7f64-4d06-8591-f939423f9c7c" providerId="AD" clId="Web-{704715BA-8DD6-B29E-73A3-147423489A70}" dt="2026-04-14T13:01:54.399" v="4" actId="20577"/>
          <ac:spMkLst>
            <pc:docMk/>
            <pc:sldMk cId="2449390712" sldId="282"/>
            <ac:spMk id="11" creationId="{00000000-0000-0000-0000-000000000000}"/>
          </ac:spMkLst>
        </pc:spChg>
        <pc:spChg chg="mod">
          <ac:chgData name="PCSIJMAY (MAYTA GUILLERMO, JORGE LUIS)" userId="S::pcsijmay@upc.edu.pe::733fd71b-7f64-4d06-8591-f939423f9c7c" providerId="AD" clId="Web-{704715BA-8DD6-B29E-73A3-147423489A70}" dt="2026-04-14T13:01:49.586" v="2" actId="20577"/>
          <ac:spMkLst>
            <pc:docMk/>
            <pc:sldMk cId="2449390712" sldId="282"/>
            <ac:spMk id="15" creationId="{00000000-0000-0000-0000-000000000000}"/>
          </ac:spMkLst>
        </pc:spChg>
        <pc:spChg chg="mod">
          <ac:chgData name="PCSIJMAY (MAYTA GUILLERMO, JORGE LUIS)" userId="S::pcsijmay@upc.edu.pe::733fd71b-7f64-4d06-8591-f939423f9c7c" providerId="AD" clId="Web-{704715BA-8DD6-B29E-73A3-147423489A70}" dt="2026-04-14T13:01:57.118" v="6" actId="20577"/>
          <ac:spMkLst>
            <pc:docMk/>
            <pc:sldMk cId="2449390712" sldId="282"/>
            <ac:spMk id="19" creationId="{00000000-0000-0000-0000-000000000000}"/>
          </ac:spMkLst>
        </pc:spChg>
        <pc:spChg chg="mod">
          <ac:chgData name="PCSIJMAY (MAYTA GUILLERMO, JORGE LUIS)" userId="S::pcsijmay@upc.edu.pe::733fd71b-7f64-4d06-8591-f939423f9c7c" providerId="AD" clId="Web-{704715BA-8DD6-B29E-73A3-147423489A70}" dt="2026-04-14T13:02:02.649" v="7" actId="14100"/>
          <ac:spMkLst>
            <pc:docMk/>
            <pc:sldMk cId="2449390712" sldId="282"/>
            <ac:spMk id="23" creationId="{00000000-0000-0000-0000-000000000000}"/>
          </ac:spMkLst>
        </pc:spChg>
      </pc:sldChg>
    </pc:docChg>
  </pc:docChgLst>
  <pc:docChgLst>
    <pc:chgData name="u202214843 (Palomino Santa Cruz, Erick Joaquin)" userId="S::u202214843@upc.edu.pe::3f4f9d94-d1c7-43ef-b19f-c85be680e669" providerId="AD" clId="Web-{4F0F02E3-F403-7696-DBEC-7C2C894EF6ED}"/>
    <pc:docChg chg="addSld delSld modSld">
      <pc:chgData name="u202214843 (Palomino Santa Cruz, Erick Joaquin)" userId="S::u202214843@upc.edu.pe::3f4f9d94-d1c7-43ef-b19f-c85be680e669" providerId="AD" clId="Web-{4F0F02E3-F403-7696-DBEC-7C2C894EF6ED}" dt="2026-04-10T22:31:02.616" v="1278" actId="1076"/>
      <pc:docMkLst>
        <pc:docMk/>
      </pc:docMkLst>
      <pc:sldChg chg="addSp delSp modSp">
        <pc:chgData name="u202214843 (Palomino Santa Cruz, Erick Joaquin)" userId="S::u202214843@upc.edu.pe::3f4f9d94-d1c7-43ef-b19f-c85be680e669" providerId="AD" clId="Web-{4F0F02E3-F403-7696-DBEC-7C2C894EF6ED}" dt="2026-04-10T21:51:56.315" v="67" actId="1076"/>
        <pc:sldMkLst>
          <pc:docMk/>
          <pc:sldMk cId="0" sldId="261"/>
        </pc:sldMkLst>
        <pc:spChg chg="add mod">
          <ac:chgData name="u202214843 (Palomino Santa Cruz, Erick Joaquin)" userId="S::u202214843@upc.edu.pe::3f4f9d94-d1c7-43ef-b19f-c85be680e669" providerId="AD" clId="Web-{4F0F02E3-F403-7696-DBEC-7C2C894EF6ED}" dt="2026-04-10T21:51:33.518" v="62" actId="1076"/>
          <ac:spMkLst>
            <pc:docMk/>
            <pc:sldMk cId="0" sldId="261"/>
            <ac:spMk id="2" creationId="{92AA79DA-DADB-74B4-21CB-8D5D36F7FE62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49:49" v="1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49:58.532" v="1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49:58.563" v="19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0:39.345" v="38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0:13.798" v="28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0:03.985" v="2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0:08.751" v="27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1:05.267" v="5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1:18.455" v="57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1:51:24.533" v="58" actId="1076"/>
          <ac:spMkLst>
            <pc:docMk/>
            <pc:sldMk cId="0" sldId="261"/>
            <ac:spMk id="16" creationId="{00000000-0000-0000-0000-000000000000}"/>
          </ac:spMkLst>
        </pc:spChg>
        <pc:picChg chg="add mod">
          <ac:chgData name="u202214843 (Palomino Santa Cruz, Erick Joaquin)" userId="S::u202214843@upc.edu.pe::3f4f9d94-d1c7-43ef-b19f-c85be680e669" providerId="AD" clId="Web-{4F0F02E3-F403-7696-DBEC-7C2C894EF6ED}" dt="2026-04-10T21:51:56.315" v="67" actId="1076"/>
          <ac:picMkLst>
            <pc:docMk/>
            <pc:sldMk cId="0" sldId="261"/>
            <ac:picMk id="3" creationId="{45115A18-943C-5CFA-D329-607C2C81773C}"/>
          </ac:picMkLst>
        </pc:picChg>
      </pc:sldChg>
      <pc:sldChg chg="modSp">
        <pc:chgData name="u202214843 (Palomino Santa Cruz, Erick Joaquin)" userId="S::u202214843@upc.edu.pe::3f4f9d94-d1c7-43ef-b19f-c85be680e669" providerId="AD" clId="Web-{4F0F02E3-F403-7696-DBEC-7C2C894EF6ED}" dt="2026-04-10T21:56:46.531" v="70" actId="20577"/>
        <pc:sldMkLst>
          <pc:docMk/>
          <pc:sldMk cId="0" sldId="263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1:56:46.531" v="70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u202214843 (Palomino Santa Cruz, Erick Joaquin)" userId="S::u202214843@upc.edu.pe::3f4f9d94-d1c7-43ef-b19f-c85be680e669" providerId="AD" clId="Web-{4F0F02E3-F403-7696-DBEC-7C2C894EF6ED}" dt="2026-04-10T21:53:13.706" v="68" actId="20577"/>
        <pc:sldMkLst>
          <pc:docMk/>
          <pc:sldMk cId="0" sldId="267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1:53:13.706" v="68" actId="20577"/>
          <ac:spMkLst>
            <pc:docMk/>
            <pc:sldMk cId="0" sldId="267"/>
            <ac:spMk id="6" creationId="{00000000-0000-0000-0000-000000000000}"/>
          </ac:spMkLst>
        </pc:sp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09:12.819" v="258" actId="1076"/>
        <pc:sldMkLst>
          <pc:docMk/>
          <pc:sldMk cId="3955171613" sldId="271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02:13.326" v="87" actId="14100"/>
          <ac:spMkLst>
            <pc:docMk/>
            <pc:sldMk cId="3955171613" sldId="271"/>
            <ac:spMk id="3" creationId="{1FDE327A-69D2-C22B-3F97-218B5963AD53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3:30.500" v="129" actId="14100"/>
          <ac:spMkLst>
            <pc:docMk/>
            <pc:sldMk cId="3955171613" sldId="271"/>
            <ac:spMk id="4" creationId="{A2B50FAA-5485-A3EF-B050-B85883B75E31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6:55.863" v="190" actId="20577"/>
          <ac:spMkLst>
            <pc:docMk/>
            <pc:sldMk cId="3955171613" sldId="271"/>
            <ac:spMk id="7" creationId="{73B70F51-4EAE-2593-95CB-9DDD4DB88353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8:56.084" v="251" actId="1076"/>
          <ac:spMkLst>
            <pc:docMk/>
            <pc:sldMk cId="3955171613" sldId="271"/>
            <ac:spMk id="8" creationId="{94EC3B0B-7893-544B-69E5-8CC552449875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8:59.334" v="252" actId="1076"/>
          <ac:spMkLst>
            <pc:docMk/>
            <pc:sldMk cId="3955171613" sldId="271"/>
            <ac:spMk id="9" creationId="{3F3820E6-5F35-DF41-FB4A-92AE84BDE902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6:54.348" v="188" actId="20577"/>
          <ac:spMkLst>
            <pc:docMk/>
            <pc:sldMk cId="3955171613" sldId="271"/>
            <ac:spMk id="10" creationId="{5CC0252C-4EDC-CCED-4BAB-A1D3294D500F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7:00.942" v="192" actId="20577"/>
          <ac:spMkLst>
            <pc:docMk/>
            <pc:sldMk cId="3955171613" sldId="271"/>
            <ac:spMk id="11" creationId="{9693BB83-2D32-4D6C-4D6D-15CCD603B409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9:06.365" v="256"/>
          <ac:spMkLst>
            <pc:docMk/>
            <pc:sldMk cId="3955171613" sldId="271"/>
            <ac:spMk id="12" creationId="{21354976-53D4-C9DE-26ED-D8923350571B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09:10.334" v="257" actId="1076"/>
          <ac:spMkLst>
            <pc:docMk/>
            <pc:sldMk cId="3955171613" sldId="271"/>
            <ac:spMk id="13" creationId="{77D00426-3DDA-A156-4F4C-F786492D4421}"/>
          </ac:spMkLst>
        </pc:spChg>
        <pc:picChg chg="add mod modCrop">
          <ac:chgData name="u202214843 (Palomino Santa Cruz, Erick Joaquin)" userId="S::u202214843@upc.edu.pe::3f4f9d94-d1c7-43ef-b19f-c85be680e669" providerId="AD" clId="Web-{4F0F02E3-F403-7696-DBEC-7C2C894EF6ED}" dt="2026-04-10T22:09:12.819" v="258" actId="1076"/>
          <ac:picMkLst>
            <pc:docMk/>
            <pc:sldMk cId="3955171613" sldId="271"/>
            <ac:picMk id="14" creationId="{78E4F437-94CA-136B-91FD-CC03F244D36B}"/>
          </ac:picMkLst>
        </pc:pic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13:24.658" v="345"/>
        <pc:sldMkLst>
          <pc:docMk/>
          <pc:sldMk cId="2679823270" sldId="272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09:36.428" v="262" actId="20577"/>
          <ac:spMkLst>
            <pc:docMk/>
            <pc:sldMk cId="2679823270" sldId="272"/>
            <ac:spMk id="3" creationId="{A6E0EBE5-4525-63AD-9370-A722491EF048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09:56.163" v="279" actId="20577"/>
          <ac:spMkLst>
            <pc:docMk/>
            <pc:sldMk cId="2679823270" sldId="272"/>
            <ac:spMk id="4" creationId="{C56290DB-D870-4363-7059-8AC9B0D8CA97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01.147" v="281" actId="20577"/>
          <ac:spMkLst>
            <pc:docMk/>
            <pc:sldMk cId="2679823270" sldId="272"/>
            <ac:spMk id="7" creationId="{4D1678E2-3A14-EF0B-0CBC-5E1C18440D2A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28.741" v="311" actId="20577"/>
          <ac:spMkLst>
            <pc:docMk/>
            <pc:sldMk cId="2679823270" sldId="272"/>
            <ac:spMk id="8" creationId="{9C2253D6-DE24-BCE5-6B90-14704B98ED39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29.851" v="312" actId="20577"/>
          <ac:spMkLst>
            <pc:docMk/>
            <pc:sldMk cId="2679823270" sldId="272"/>
            <ac:spMk id="9" creationId="{A45AF4FA-C4D6-978C-DD05-BC4468A75FD5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14.054" v="293" actId="20577"/>
          <ac:spMkLst>
            <pc:docMk/>
            <pc:sldMk cId="2679823270" sldId="272"/>
            <ac:spMk id="10" creationId="{6D67381C-94B7-FE89-B669-9A2864A65CF1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14.882" v="295" actId="20577"/>
          <ac:spMkLst>
            <pc:docMk/>
            <pc:sldMk cId="2679823270" sldId="272"/>
            <ac:spMk id="11" creationId="{E3449A91-EBDB-5BFC-B606-E45FB57982FA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40.742" v="328" actId="20577"/>
          <ac:spMkLst>
            <pc:docMk/>
            <pc:sldMk cId="2679823270" sldId="272"/>
            <ac:spMk id="12" creationId="{E9074D21-B065-3B53-CA7D-83EFFF08E784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0:44.617" v="330" actId="20577"/>
          <ac:spMkLst>
            <pc:docMk/>
            <pc:sldMk cId="2679823270" sldId="272"/>
            <ac:spMk id="13" creationId="{8B8DAFEB-751A-32C1-93F2-1746202D36CE}"/>
          </ac:spMkLst>
        </pc:spChg>
        <pc:picChg chg="add mod ord">
          <ac:chgData name="u202214843 (Palomino Santa Cruz, Erick Joaquin)" userId="S::u202214843@upc.edu.pe::3f4f9d94-d1c7-43ef-b19f-c85be680e669" providerId="AD" clId="Web-{4F0F02E3-F403-7696-DBEC-7C2C894EF6ED}" dt="2026-04-10T22:13:24.658" v="345"/>
          <ac:picMkLst>
            <pc:docMk/>
            <pc:sldMk cId="2679823270" sldId="272"/>
            <ac:picMk id="5" creationId="{A5B48D6E-BA19-D797-7AE9-89D3C09C035B}"/>
          </ac:picMkLst>
        </pc:pic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15:43.244" v="439" actId="1076"/>
        <pc:sldMkLst>
          <pc:docMk/>
          <pc:sldMk cId="3101161776" sldId="273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13:56.082" v="348" actId="20577"/>
          <ac:spMkLst>
            <pc:docMk/>
            <pc:sldMk cId="3101161776" sldId="273"/>
            <ac:spMk id="3" creationId="{E9EB0FB0-F64D-FA7E-C616-E8414801B251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08.755" v="365" actId="20577"/>
          <ac:spMkLst>
            <pc:docMk/>
            <pc:sldMk cId="3101161776" sldId="273"/>
            <ac:spMk id="4" creationId="{C37EA63C-26C8-A256-F285-5D7D1AD0B2B8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45.101" v="426" actId="20577"/>
          <ac:spMkLst>
            <pc:docMk/>
            <pc:sldMk cId="3101161776" sldId="273"/>
            <ac:spMk id="7" creationId="{A189FBA0-62A3-58F2-CC19-E9A215CAB3E8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27.615" v="400" actId="20577"/>
          <ac:spMkLst>
            <pc:docMk/>
            <pc:sldMk cId="3101161776" sldId="273"/>
            <ac:spMk id="8" creationId="{D391E8EF-5975-6E34-20DE-0476C4B2C812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54.695" v="429" actId="20577"/>
          <ac:spMkLst>
            <pc:docMk/>
            <pc:sldMk cId="3101161776" sldId="273"/>
            <ac:spMk id="9" creationId="{99114A67-167B-9F89-07A8-209229EAE5C7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18.068" v="383" actId="20577"/>
          <ac:spMkLst>
            <pc:docMk/>
            <pc:sldMk cId="3101161776" sldId="273"/>
            <ac:spMk id="10" creationId="{E5C937F8-F505-95B1-4172-75391D9614E4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50.273" v="428" actId="20577"/>
          <ac:spMkLst>
            <pc:docMk/>
            <pc:sldMk cId="3101161776" sldId="273"/>
            <ac:spMk id="11" creationId="{5215DC4F-9828-8694-D2E8-3F8505293E1F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4:43.835" v="425" actId="20577"/>
          <ac:spMkLst>
            <pc:docMk/>
            <pc:sldMk cId="3101161776" sldId="273"/>
            <ac:spMk id="12" creationId="{2DF2C6D5-5F1C-33F2-ED24-20596E49B962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5:00.445" v="431" actId="20577"/>
          <ac:spMkLst>
            <pc:docMk/>
            <pc:sldMk cId="3101161776" sldId="273"/>
            <ac:spMk id="13" creationId="{7C90CC07-E6A1-02E1-4869-40B1B7B42760}"/>
          </ac:spMkLst>
        </pc:spChg>
        <pc:picChg chg="add mod">
          <ac:chgData name="u202214843 (Palomino Santa Cruz, Erick Joaquin)" userId="S::u202214843@upc.edu.pe::3f4f9d94-d1c7-43ef-b19f-c85be680e669" providerId="AD" clId="Web-{4F0F02E3-F403-7696-DBEC-7C2C894EF6ED}" dt="2026-04-10T22:15:43.244" v="439" actId="1076"/>
          <ac:picMkLst>
            <pc:docMk/>
            <pc:sldMk cId="3101161776" sldId="273"/>
            <ac:picMk id="6" creationId="{7F79A6A0-FA55-9B27-8B2D-C2EE271B0906}"/>
          </ac:picMkLst>
        </pc:pic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18:50.314" v="568" actId="1076"/>
        <pc:sldMkLst>
          <pc:docMk/>
          <pc:sldMk cId="1328506594" sldId="274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16:24.887" v="478" actId="20577"/>
          <ac:spMkLst>
            <pc:docMk/>
            <pc:sldMk cId="1328506594" sldId="274"/>
            <ac:spMk id="3" creationId="{8EFC4264-7B8C-CF5B-C1F3-7F7325CC6993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6:33.918" v="492" actId="20577"/>
          <ac:spMkLst>
            <pc:docMk/>
            <pc:sldMk cId="1328506594" sldId="274"/>
            <ac:spMk id="4" creationId="{ED8DEFCF-E9E3-CDFC-8E1B-F5ACE7C5C65C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7:08.966" v="550" actId="20577"/>
          <ac:spMkLst>
            <pc:docMk/>
            <pc:sldMk cId="1328506594" sldId="274"/>
            <ac:spMk id="7" creationId="{91E94FCA-0206-E984-AD7F-45E67D7F213A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8:50.267" v="565" actId="1076"/>
          <ac:spMkLst>
            <pc:docMk/>
            <pc:sldMk cId="1328506594" sldId="274"/>
            <ac:spMk id="8" creationId="{C6BB351E-368A-941C-92C5-BAF3A8EA654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8:50.282" v="566" actId="1076"/>
          <ac:spMkLst>
            <pc:docMk/>
            <pc:sldMk cId="1328506594" sldId="274"/>
            <ac:spMk id="9" creationId="{A95C458B-D79C-D301-9350-C928189389FF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6:48.278" v="520" actId="20577"/>
          <ac:spMkLst>
            <pc:docMk/>
            <pc:sldMk cId="1328506594" sldId="274"/>
            <ac:spMk id="10" creationId="{0F95CD4E-06F2-972B-CE12-E7BC186559CA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7:19.701" v="553" actId="20577"/>
          <ac:spMkLst>
            <pc:docMk/>
            <pc:sldMk cId="1328506594" sldId="274"/>
            <ac:spMk id="11" creationId="{6B19BF67-CFB2-7CBF-2D5D-05AB26A26578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8:50.298" v="567" actId="1076"/>
          <ac:spMkLst>
            <pc:docMk/>
            <pc:sldMk cId="1328506594" sldId="274"/>
            <ac:spMk id="12" creationId="{B2A07E21-EC6C-32FD-4FEB-AEDC9DB3C4C6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8:50.314" v="568" actId="1076"/>
          <ac:spMkLst>
            <pc:docMk/>
            <pc:sldMk cId="1328506594" sldId="274"/>
            <ac:spMk id="13" creationId="{5F692803-E241-8B50-344C-2FDBD20579B7}"/>
          </ac:spMkLst>
        </pc:spChg>
        <pc:picChg chg="add mod ord">
          <ac:chgData name="u202214843 (Palomino Santa Cruz, Erick Joaquin)" userId="S::u202214843@upc.edu.pe::3f4f9d94-d1c7-43ef-b19f-c85be680e669" providerId="AD" clId="Web-{4F0F02E3-F403-7696-DBEC-7C2C894EF6ED}" dt="2026-04-10T22:18:43.782" v="564" actId="1076"/>
          <ac:picMkLst>
            <pc:docMk/>
            <pc:sldMk cId="1328506594" sldId="274"/>
            <ac:picMk id="5" creationId="{8A7C9022-E880-8B35-9F61-F4CDDC6D7EBC}"/>
          </ac:picMkLst>
        </pc:pic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21:03.770" v="666" actId="1076"/>
        <pc:sldMkLst>
          <pc:docMk/>
          <pc:sldMk cId="3085410001" sldId="275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19:11.986" v="589" actId="20577"/>
          <ac:spMkLst>
            <pc:docMk/>
            <pc:sldMk cId="3085410001" sldId="275"/>
            <ac:spMk id="3" creationId="{4079855D-2BB8-5190-0DF0-165897C0D007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9:22.189" v="604" actId="20577"/>
          <ac:spMkLst>
            <pc:docMk/>
            <pc:sldMk cId="3085410001" sldId="275"/>
            <ac:spMk id="4" creationId="{F88B1064-BCD8-8658-27D5-F8402704AE9B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20:00.159" v="653" actId="20577"/>
          <ac:spMkLst>
            <pc:docMk/>
            <pc:sldMk cId="3085410001" sldId="275"/>
            <ac:spMk id="7" creationId="{63776479-D839-F32F-022B-170A652E828D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9:38.362" v="633" actId="20577"/>
          <ac:spMkLst>
            <pc:docMk/>
            <pc:sldMk cId="3085410001" sldId="275"/>
            <ac:spMk id="8" creationId="{743E17C2-7489-DDEA-4618-93E64483440C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20:26.660" v="658" actId="20577"/>
          <ac:spMkLst>
            <pc:docMk/>
            <pc:sldMk cId="3085410001" sldId="275"/>
            <ac:spMk id="9" creationId="{E4D1990E-D4F4-3A96-95BF-DB880FE1D8D0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20:23.863" v="656" actId="20577"/>
          <ac:spMkLst>
            <pc:docMk/>
            <pc:sldMk cId="3085410001" sldId="275"/>
            <ac:spMk id="10" creationId="{FC811D75-FCBB-06E3-506D-8F4B1C19FFA7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20:01.612" v="654" actId="20577"/>
          <ac:spMkLst>
            <pc:docMk/>
            <pc:sldMk cId="3085410001" sldId="275"/>
            <ac:spMk id="11" creationId="{79195C32-529E-8657-9C15-835ADB3E2D03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19:53.097" v="650" actId="20577"/>
          <ac:spMkLst>
            <pc:docMk/>
            <pc:sldMk cId="3085410001" sldId="275"/>
            <ac:spMk id="12" creationId="{0226EB0D-02AE-00BC-A9C1-64B27C432D46}"/>
          </ac:spMkLst>
        </pc:spChg>
        <pc:spChg chg="mod">
          <ac:chgData name="u202214843 (Palomino Santa Cruz, Erick Joaquin)" userId="S::u202214843@upc.edu.pe::3f4f9d94-d1c7-43ef-b19f-c85be680e669" providerId="AD" clId="Web-{4F0F02E3-F403-7696-DBEC-7C2C894EF6ED}" dt="2026-04-10T22:20:28.332" v="660" actId="20577"/>
          <ac:spMkLst>
            <pc:docMk/>
            <pc:sldMk cId="3085410001" sldId="275"/>
            <ac:spMk id="13" creationId="{BAC8AD09-18A9-467D-3C92-E20A5D652F27}"/>
          </ac:spMkLst>
        </pc:spChg>
        <pc:picChg chg="add mod">
          <ac:chgData name="u202214843 (Palomino Santa Cruz, Erick Joaquin)" userId="S::u202214843@upc.edu.pe::3f4f9d94-d1c7-43ef-b19f-c85be680e669" providerId="AD" clId="Web-{4F0F02E3-F403-7696-DBEC-7C2C894EF6ED}" dt="2026-04-10T22:21:03.770" v="666" actId="1076"/>
          <ac:picMkLst>
            <pc:docMk/>
            <pc:sldMk cId="3085410001" sldId="275"/>
            <ac:picMk id="2" creationId="{BEBBA471-AA9B-0ACA-33C7-C5F62A42850A}"/>
          </ac:picMkLst>
        </pc:pic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28:43.997" v="1236" actId="1076"/>
        <pc:sldMkLst>
          <pc:docMk/>
          <pc:sldMk cId="1812765694" sldId="276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24:42.649" v="980" actId="20577"/>
          <ac:spMkLst>
            <pc:docMk/>
            <pc:sldMk cId="1812765694" sldId="276"/>
            <ac:spMk id="3" creationId="{CE230BAD-7E11-A1FF-3785-971E15B67AD0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28:40.684" v="1235" actId="1076"/>
          <ac:spMkLst>
            <pc:docMk/>
            <pc:sldMk cId="1812765694" sldId="276"/>
            <ac:spMk id="6" creationId="{5690EEAB-FC10-068A-AA2C-928CA7226F20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2:16.553" v="683"/>
          <ac:spMkLst>
            <pc:docMk/>
            <pc:sldMk cId="1812765694" sldId="276"/>
            <ac:spMk id="15" creationId="{BCED4D40-4B67-4331-AC48-79B82B4A47D8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2:16.553" v="683"/>
          <ac:spMkLst>
            <pc:docMk/>
            <pc:sldMk cId="1812765694" sldId="276"/>
            <ac:spMk id="16" creationId="{670CEDEF-4F34-412E-84EE-329C1E936AF5}"/>
          </ac:spMkLst>
        </pc:spChg>
        <pc:graphicFrameChg chg="add mod">
          <ac:chgData name="u202214843 (Palomino Santa Cruz, Erick Joaquin)" userId="S::u202214843@upc.edu.pe::3f4f9d94-d1c7-43ef-b19f-c85be680e669" providerId="AD" clId="Web-{4F0F02E3-F403-7696-DBEC-7C2C894EF6ED}" dt="2026-04-10T22:28:43.997" v="1236" actId="1076"/>
          <ac:graphicFrameMkLst>
            <pc:docMk/>
            <pc:sldMk cId="1812765694" sldId="276"/>
            <ac:graphicFrameMk id="5" creationId="{BA28FDD5-E378-374E-B1F1-7AF443D3FBD0}"/>
          </ac:graphicFrameMkLst>
        </pc:graphicFrame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28:59.139" v="1240" actId="1076"/>
        <pc:sldMkLst>
          <pc:docMk/>
          <pc:sldMk cId="2233432855" sldId="277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23:46.101" v="703" actId="20577"/>
          <ac:spMkLst>
            <pc:docMk/>
            <pc:sldMk cId="2233432855" sldId="277"/>
            <ac:spMk id="3" creationId="{5ECFF07E-1E88-726B-7BA2-BD0B0A497891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3:18.351" v="697"/>
          <ac:spMkLst>
            <pc:docMk/>
            <pc:sldMk cId="2233432855" sldId="277"/>
            <ac:spMk id="14" creationId="{BCED4D40-4B67-4331-AC48-79B82B4A47D8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3:18.351" v="697"/>
          <ac:spMkLst>
            <pc:docMk/>
            <pc:sldMk cId="2233432855" sldId="277"/>
            <ac:spMk id="15" creationId="{670CEDEF-4F34-412E-84EE-329C1E936AF5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28:59.139" v="1240" actId="1076"/>
          <ac:spMkLst>
            <pc:docMk/>
            <pc:sldMk cId="2233432855" sldId="277"/>
            <ac:spMk id="22" creationId="{F1447CDC-C0F6-C1EF-ED42-66CEDE2EC493}"/>
          </ac:spMkLst>
        </pc:spChg>
        <pc:graphicFrameChg chg="add mod modGraphic">
          <ac:chgData name="u202214843 (Palomino Santa Cruz, Erick Joaquin)" userId="S::u202214843@upc.edu.pe::3f4f9d94-d1c7-43ef-b19f-c85be680e669" providerId="AD" clId="Web-{4F0F02E3-F403-7696-DBEC-7C2C894EF6ED}" dt="2026-04-10T22:28:51.076" v="1237" actId="1076"/>
          <ac:graphicFrameMkLst>
            <pc:docMk/>
            <pc:sldMk cId="2233432855" sldId="277"/>
            <ac:graphicFrameMk id="6" creationId="{08CFF025-BFFB-9F87-5398-384219069036}"/>
          </ac:graphicFrameMkLst>
        </pc:graphicFrame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29:19.250" v="1245" actId="14100"/>
        <pc:sldMkLst>
          <pc:docMk/>
          <pc:sldMk cId="1371310446" sldId="278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25:40.869" v="1071" actId="20577"/>
          <ac:spMkLst>
            <pc:docMk/>
            <pc:sldMk cId="1371310446" sldId="278"/>
            <ac:spMk id="3" creationId="{E7797F4A-1BE2-9383-603A-517543A5F2C0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5:23.634" v="1031"/>
          <ac:spMkLst>
            <pc:docMk/>
            <pc:sldMk cId="1371310446" sldId="278"/>
            <ac:spMk id="14" creationId="{BCED4D40-4B67-4331-AC48-79B82B4A47D8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5:23.634" v="1031"/>
          <ac:spMkLst>
            <pc:docMk/>
            <pc:sldMk cId="1371310446" sldId="278"/>
            <ac:spMk id="15" creationId="{670CEDEF-4F34-412E-84EE-329C1E936AF5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29:19.250" v="1245" actId="14100"/>
          <ac:spMkLst>
            <pc:docMk/>
            <pc:sldMk cId="1371310446" sldId="278"/>
            <ac:spMk id="16" creationId="{BCB27270-3129-B570-A138-AD34014AB95B}"/>
          </ac:spMkLst>
        </pc:spChg>
        <pc:graphicFrameChg chg="add mod modGraphic">
          <ac:chgData name="u202214843 (Palomino Santa Cruz, Erick Joaquin)" userId="S::u202214843@upc.edu.pe::3f4f9d94-d1c7-43ef-b19f-c85be680e669" providerId="AD" clId="Web-{4F0F02E3-F403-7696-DBEC-7C2C894EF6ED}" dt="2026-04-10T22:29:12.687" v="1243" actId="1076"/>
          <ac:graphicFrameMkLst>
            <pc:docMk/>
            <pc:sldMk cId="1371310446" sldId="278"/>
            <ac:graphicFrameMk id="5" creationId="{0BC17473-9AA1-BB0C-F028-8403E2855E37}"/>
          </ac:graphicFrameMkLst>
        </pc:graphicFrame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29:35.485" v="1250" actId="14100"/>
        <pc:sldMkLst>
          <pc:docMk/>
          <pc:sldMk cId="3653783604" sldId="279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26:32.463" v="1122" actId="20577"/>
          <ac:spMkLst>
            <pc:docMk/>
            <pc:sldMk cId="3653783604" sldId="279"/>
            <ac:spMk id="3" creationId="{D4C47099-CA20-A0B0-437F-192E65BDCBDB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6:09.057" v="1083"/>
          <ac:spMkLst>
            <pc:docMk/>
            <pc:sldMk cId="3653783604" sldId="279"/>
            <ac:spMk id="14" creationId="{BCED4D40-4B67-4331-AC48-79B82B4A47D8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6:09.057" v="1083"/>
          <ac:spMkLst>
            <pc:docMk/>
            <pc:sldMk cId="3653783604" sldId="279"/>
            <ac:spMk id="15" creationId="{670CEDEF-4F34-412E-84EE-329C1E936AF5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29:35.485" v="1250" actId="14100"/>
          <ac:spMkLst>
            <pc:docMk/>
            <pc:sldMk cId="3653783604" sldId="279"/>
            <ac:spMk id="16" creationId="{B846E5E6-D518-39C2-979C-5C3E14B3C191}"/>
          </ac:spMkLst>
        </pc:spChg>
        <pc:graphicFrameChg chg="add mod modGraphic">
          <ac:chgData name="u202214843 (Palomino Santa Cruz, Erick Joaquin)" userId="S::u202214843@upc.edu.pe::3f4f9d94-d1c7-43ef-b19f-c85be680e669" providerId="AD" clId="Web-{4F0F02E3-F403-7696-DBEC-7C2C894EF6ED}" dt="2026-04-10T22:29:25.563" v="1246" actId="1076"/>
          <ac:graphicFrameMkLst>
            <pc:docMk/>
            <pc:sldMk cId="3653783604" sldId="279"/>
            <ac:graphicFrameMk id="6" creationId="{6C24ED9A-938F-08A4-E4B7-67E7E322F990}"/>
          </ac:graphicFrameMkLst>
        </pc:graphicFrameChg>
      </pc:sldChg>
      <pc:sldChg chg="addSp delSp modSp add replId">
        <pc:chgData name="u202214843 (Palomino Santa Cruz, Erick Joaquin)" userId="S::u202214843@upc.edu.pe::3f4f9d94-d1c7-43ef-b19f-c85be680e669" providerId="AD" clId="Web-{4F0F02E3-F403-7696-DBEC-7C2C894EF6ED}" dt="2026-04-10T22:31:02.616" v="1278" actId="1076"/>
        <pc:sldMkLst>
          <pc:docMk/>
          <pc:sldMk cId="2540106185" sldId="280"/>
        </pc:sldMkLst>
        <pc:spChg chg="mod">
          <ac:chgData name="u202214843 (Palomino Santa Cruz, Erick Joaquin)" userId="S::u202214843@upc.edu.pe::3f4f9d94-d1c7-43ef-b19f-c85be680e669" providerId="AD" clId="Web-{4F0F02E3-F403-7696-DBEC-7C2C894EF6ED}" dt="2026-04-10T22:28:11.090" v="1229" actId="20577"/>
          <ac:spMkLst>
            <pc:docMk/>
            <pc:sldMk cId="2540106185" sldId="280"/>
            <ac:spMk id="3" creationId="{D51945C8-DFD4-81DD-3AC1-29AA5E75A63E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7:35.277" v="1134"/>
          <ac:spMkLst>
            <pc:docMk/>
            <pc:sldMk cId="2540106185" sldId="280"/>
            <ac:spMk id="14" creationId="{BCED4D40-4B67-4331-AC48-79B82B4A47D8}"/>
          </ac:spMkLst>
        </pc:spChg>
        <pc:spChg chg="add">
          <ac:chgData name="u202214843 (Palomino Santa Cruz, Erick Joaquin)" userId="S::u202214843@upc.edu.pe::3f4f9d94-d1c7-43ef-b19f-c85be680e669" providerId="AD" clId="Web-{4F0F02E3-F403-7696-DBEC-7C2C894EF6ED}" dt="2026-04-10T22:27:35.277" v="1134"/>
          <ac:spMkLst>
            <pc:docMk/>
            <pc:sldMk cId="2540106185" sldId="280"/>
            <ac:spMk id="15" creationId="{670CEDEF-4F34-412E-84EE-329C1E936AF5}"/>
          </ac:spMkLst>
        </pc:spChg>
        <pc:spChg chg="add mod">
          <ac:chgData name="u202214843 (Palomino Santa Cruz, Erick Joaquin)" userId="S::u202214843@upc.edu.pe::3f4f9d94-d1c7-43ef-b19f-c85be680e669" providerId="AD" clId="Web-{4F0F02E3-F403-7696-DBEC-7C2C894EF6ED}" dt="2026-04-10T22:31:02.616" v="1278" actId="1076"/>
          <ac:spMkLst>
            <pc:docMk/>
            <pc:sldMk cId="2540106185" sldId="280"/>
            <ac:spMk id="16" creationId="{54985F23-25C7-2466-61E6-924E4AC20F4B}"/>
          </ac:spMkLst>
        </pc:spChg>
        <pc:graphicFrameChg chg="add mod modGraphic">
          <ac:chgData name="u202214843 (Palomino Santa Cruz, Erick Joaquin)" userId="S::u202214843@upc.edu.pe::3f4f9d94-d1c7-43ef-b19f-c85be680e669" providerId="AD" clId="Web-{4F0F02E3-F403-7696-DBEC-7C2C894EF6ED}" dt="2026-04-10T22:30:44.287" v="1269"/>
          <ac:graphicFrameMkLst>
            <pc:docMk/>
            <pc:sldMk cId="2540106185" sldId="280"/>
            <ac:graphicFrameMk id="6" creationId="{0DD402ED-81F1-51B9-F754-B5CB6600205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1851-D4D9-575B-02A0-A711CC84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2CDDA7-B262-6A8D-3FA4-06AEE35589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153EA-A1A6-A145-3B35-7F94C36480D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3AB9BB-BCA9-182E-B506-3D8B9D99C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CA1FF8-78FB-C9F6-9E84-6417D571E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BD366-44B2-109B-7B0B-570C3486E4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1B381-C9A4-88AF-4DA0-6355686DF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9589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C930-13C8-84D9-B040-59C13FA1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0328B2-5777-1A3B-B1F9-B1E98496A1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943F5-FA37-EE29-2202-85F2CDC8CC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7ADBF5F-1729-C366-B6E0-DC84CE8E3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0D7824A-AAF7-9DBD-5134-CB34BC56D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83DA1-7804-8FB0-6471-89328D49BB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4DFB1-D250-2CA5-9A1D-DF7A7E233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54874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8056-B858-51A8-6DCC-36BB6828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C86BFB-1AE5-F04F-D491-5B3F5FBAE4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D715E-858C-230A-A1A3-2384705F21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F2E22A9-A270-4F3E-E82A-A3E75222B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3B7D68-5166-3897-B6C6-C5B290261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310DC-D71A-9943-15BC-572780E5E3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45E5-4B29-AE63-1F37-E02991282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22591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B54F-CFFB-91A2-6216-2C6FCBD5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EF5481-8D10-8EB7-0FBD-B4589AA8C3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22853-A67B-09E6-0523-8F983902CC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786566D-C01B-E288-B5BB-946468783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C997DA-155E-18D1-7230-D81DFF162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CFCA2-2A26-44FB-9F91-4B399E75A0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4FC14-F439-1E4E-8A87-5099C7E33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55102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F4BCA-D5E3-8646-6CFF-587ABF70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AFD3B8-8FD7-77E1-055B-E24CAC3F5C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AF2D06-E7D0-797A-5F4A-FD6B02D1E4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5B7A353-2132-D88D-3D77-59D04D5F4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D8E832C-8655-1144-242D-59F5F0AFA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C236E-4A13-F778-85E4-F248100A8A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8EE68-8033-2945-7E75-7B81AF765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76331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CDDD-5079-DF8A-48F8-B54B7436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6797C8-E8A9-C153-808C-A6709309F6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A6C4-40C8-DEE3-797B-A12E1DE95B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60BE77-2EAD-D090-4858-BF0E642C8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416B81B-CBE3-012C-3243-99C5A7DDC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8A148-6CF6-AFD3-BCAB-30F4E8DB8F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B8EE8-929B-A7F3-B2F4-E5056910E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12659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C7EE6-45F8-5CD3-E9B1-43E42260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AE3E3-C8E0-99D1-CE83-8F027CDB9E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EBAE35-BF4C-85D6-E519-D17C0B40C7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5C1C5D6-65D0-2874-E7E0-B26EEF765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B4DBFAC-32CA-F708-A417-3AA67F58F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2A782-6C54-4733-ECAA-8DA2466A9E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44255-01D8-5E3F-C3A1-325376547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1653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6B44-D600-C760-5B54-95132C5D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0A00A5-A9A3-639D-78D0-39123C3CBB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75ECF-B62C-CA88-B3B0-ADF98C81C9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96C2AD-DCCB-45CB-CBCA-F59D98477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A506D7-498F-48D4-C2A0-12F311C48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EEC94-5530-0A80-B95F-44684671E0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255F9-7D01-CF4A-CA51-0C07984DD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735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0442F-074C-7D92-DE6F-5352B9F7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AA898C-0448-8D0B-9C55-821C369E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34682-6B9C-B6C4-7B8A-0A25423524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FF4CFE9-24F3-EA72-AEFB-FE4F88203E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54F2BDF-EA1F-6FE9-6B13-7C7F50A15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5BB01-7744-411C-4A14-2E03093C82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6B577-3C59-4E48-E75F-220F243A3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83261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1BC54-8ABF-826C-CBA2-A8BF8928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E36F6C-4BE3-9005-3610-F7C96839D4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03F0E-3042-2FBC-A61C-870FC69944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C23D858-B672-F9AF-CC9A-C61A953BA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D7838E9-BE6B-F1B3-588C-34119E0E3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E34FB-3515-E72B-B0B0-3FE8FBA86B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28A70-FC19-BF2E-2DA9-AF8EC63C3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42307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25014-2182-FE0F-8F85-0A5E98F9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014F28-8CD2-71AC-E8C8-A0FBBFB7B8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9EC21-3452-1900-049A-03927BB68A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B92430-C7B8-85E4-2B47-E0E85DC36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DA3E287-E5DE-1DE3-5CFF-046B2D028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6003F-4A92-B8C3-919F-9D6541B098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3721C-7A55-3CAB-5D65-EDF726FBA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97576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843C-CC53-AD24-E6B1-78E3EB81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8CA9CA-0F8F-4B9B-F7D4-1C3B9782AA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F23F1-FA4B-608D-D3A3-2FC56913BF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6BD0CF1-D87B-E273-3AE2-85A2C968B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865B8B-61D2-2E5C-D274-2A2BF19E0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EC4BD-A3E9-7544-CC7B-FD4494FC19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80D9C-F30A-3352-ECC8-BCBE9659C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80328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20" y="9686925"/>
            <a:ext cx="2153256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31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20" y="9686925"/>
            <a:ext cx="2153256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10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20" y="9686925"/>
            <a:ext cx="2153256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2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FFF60-427B-6D06-6698-0C8713B6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C37D4CB-0E58-E692-C5A6-B747319CDB01}"/>
              </a:ext>
            </a:extLst>
          </p:cNvPr>
          <p:cNvSpPr txBox="1"/>
          <p:nvPr/>
        </p:nvSpPr>
        <p:spPr>
          <a:xfrm>
            <a:off x="599961" y="2440324"/>
            <a:ext cx="17084606" cy="3459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Plataforma de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microaprendizaje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basada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en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inteligencia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artificial para la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generación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de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contenido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educativo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personalizado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y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evaluaciones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adaptativas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orientadas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al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seguimiento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progresivo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del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estudiante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a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partir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de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clases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universitarias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grabadas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en</a:t>
            </a:r>
            <a:r>
              <a:rPr lang="en-US" sz="4000" b="1">
                <a:solidFill>
                  <a:srgbClr val="000000"/>
                </a:solidFill>
                <a:latin typeface="Poppins Light"/>
                <a:ea typeface="+mn-lt"/>
                <a:cs typeface="Poppins Light"/>
              </a:rPr>
              <a:t> Perú</a:t>
            </a:r>
            <a:endParaRPr lang="en-US" sz="4000" b="1" err="1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F822C-17EB-270A-9ED1-396DDFAB27C7}"/>
              </a:ext>
            </a:extLst>
          </p:cNvPr>
          <p:cNvSpPr txBox="1"/>
          <p:nvPr/>
        </p:nvSpPr>
        <p:spPr>
          <a:xfrm>
            <a:off x="603877" y="6545907"/>
            <a:ext cx="89255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ea typeface="Calibri"/>
                <a:cs typeface="Calibri"/>
              </a:rPr>
              <a:t>Autores</a:t>
            </a:r>
            <a:r>
              <a:rPr lang="en-US">
                <a:ea typeface="Calibri"/>
                <a:cs typeface="Calibri"/>
              </a:rPr>
              <a:t>:</a:t>
            </a:r>
          </a:p>
          <a:p>
            <a:r>
              <a:rPr lang="en-US">
                <a:ea typeface="Calibri"/>
                <a:cs typeface="Calibri"/>
              </a:rPr>
              <a:t>Erick Joaquín Palomino Santa Cruz</a:t>
            </a:r>
          </a:p>
          <a:p>
            <a:r>
              <a:rPr lang="en-US">
                <a:ea typeface="Calibri"/>
                <a:cs typeface="Calibri"/>
              </a:rPr>
              <a:t>Adrian Enrique Jesus Palma Obispo</a:t>
            </a:r>
          </a:p>
        </p:txBody>
      </p:sp>
      <p:pic>
        <p:nvPicPr>
          <p:cNvPr id="9" name="Picture 8" descr="Archivo:UPC logo transparente.png - Wikipedia, la ...">
            <a:extLst>
              <a:ext uri="{FF2B5EF4-FFF2-40B4-BE49-F238E27FC236}">
                <a16:creationId xmlns:a16="http://schemas.microsoft.com/office/drawing/2014/main" id="{DC702E0E-AD6B-5321-8668-5960F629F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4414" y="-29357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6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92238" y="1973907"/>
            <a:ext cx="7088237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AGENDA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266034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Antecedentes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818781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Problema de investigación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371529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Objetivo general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4924276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Objetivos específicos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5477024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Marco teórico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6029771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Propuesta de solución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6582519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Estado del arte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7135266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Comparativa de soluciones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7688015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CF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007066" y="2326448"/>
            <a:ext cx="2622551" cy="842947"/>
            <a:chOff x="0" y="0"/>
            <a:chExt cx="1354201" cy="836803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354201" cy="836803"/>
            </a:xfrm>
            <a:custGeom>
              <a:avLst/>
              <a:gdLst/>
              <a:ahLst/>
              <a:cxnLst/>
              <a:rect l="l" t="t" r="r" b="b"/>
              <a:pathLst>
                <a:path w="1354201" h="836803">
                  <a:moveTo>
                    <a:pt x="0" y="0"/>
                  </a:moveTo>
                  <a:lnTo>
                    <a:pt x="1354201" y="0"/>
                  </a:lnTo>
                  <a:lnTo>
                    <a:pt x="1354201" y="836803"/>
                  </a:lnTo>
                  <a:lnTo>
                    <a:pt x="0" y="836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2" r="-88" b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87228" y="3367572"/>
            <a:ext cx="5648897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80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“From Lecture Transcripts to Learning: Evaluating GPT-3 Summarization for Educational Videos” (Gonzalez et al., 2023)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7229" y="4890981"/>
            <a:ext cx="5648896" cy="93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50"/>
              </a:lnSpc>
            </a:pP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Combina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transcripción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automática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resúmenes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con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modelos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de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lenguaje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para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mejorar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el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rendimiento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académico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,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validando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las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clases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grabadas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como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recurso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de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aprendizaje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000">
              <a:solidFill>
                <a:srgbClr val="61615C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973911" y="2293318"/>
            <a:ext cx="2572780" cy="909210"/>
            <a:chOff x="-1038087" y="-132521"/>
            <a:chExt cx="3430375" cy="121228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-1038087" y="-132521"/>
              <a:ext cx="3430375" cy="1212280"/>
            </a:xfrm>
            <a:custGeom>
              <a:avLst/>
              <a:gdLst/>
              <a:ahLst/>
              <a:cxnLst/>
              <a:rect l="l" t="t" r="r" b="b"/>
              <a:pathLst>
                <a:path w="1354201" h="836803">
                  <a:moveTo>
                    <a:pt x="0" y="0"/>
                  </a:moveTo>
                  <a:lnTo>
                    <a:pt x="1354201" y="0"/>
                  </a:lnTo>
                  <a:lnTo>
                    <a:pt x="1354201" y="836803"/>
                  </a:lnTo>
                  <a:lnTo>
                    <a:pt x="0" y="836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2" r="-88" b="-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619736" y="3367572"/>
            <a:ext cx="5284462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80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“Abstractive Summarization of Educational Videos: A Transfer Learning Approach” (Benedetto et al., 2024)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35693" y="4890981"/>
            <a:ext cx="4920027" cy="93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50"/>
              </a:lnSpc>
            </a:pP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La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sumarización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abstractiva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genera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contenidos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más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comprensibles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útiles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facilita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la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creación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automática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de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recursos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educativos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como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preguntas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y flashcards para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microaprendizaje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000">
              <a:solidFill>
                <a:srgbClr val="61615C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3278158" y="2210492"/>
            <a:ext cx="3119385" cy="992046"/>
            <a:chOff x="0" y="0"/>
            <a:chExt cx="1354138" cy="836816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354201" cy="836803"/>
            </a:xfrm>
            <a:custGeom>
              <a:avLst/>
              <a:gdLst/>
              <a:ahLst/>
              <a:cxnLst/>
              <a:rect l="l" t="t" r="r" b="b"/>
              <a:pathLst>
                <a:path w="1354201" h="836803">
                  <a:moveTo>
                    <a:pt x="0" y="0"/>
                  </a:moveTo>
                  <a:lnTo>
                    <a:pt x="1354201" y="0"/>
                  </a:lnTo>
                  <a:lnTo>
                    <a:pt x="1354201" y="836803"/>
                  </a:lnTo>
                  <a:lnTo>
                    <a:pt x="0" y="836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2" r="-88" b="-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387799" y="3367572"/>
            <a:ext cx="4886897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80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“AI-Driven Microlearning from Lecture Videos: Generating Quizzes and Interactive Content” (Saha et al., 2025)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71234" y="4890981"/>
            <a:ext cx="4886897" cy="93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50"/>
              </a:lnSpc>
            </a:pP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Propone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una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arquitectura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integral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que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transforma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videos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en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microcontenidos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interactivos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—quizzes y mini-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lecciones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— para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mejorar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retención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participación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0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estudiantil</a:t>
            </a:r>
            <a:r>
              <a:rPr lang="en-US" sz="20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000">
              <a:solidFill>
                <a:srgbClr val="6161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5908" y="7297602"/>
            <a:ext cx="3610404" cy="296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800" b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 Bold"/>
              </a:rPr>
              <a:t>Implicaciones clave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9342" y="7970823"/>
            <a:ext cx="15751867" cy="1177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7485" lvl="1" indent="-98425" algn="l">
              <a:lnSpc>
                <a:spcPts val="1750"/>
              </a:lnSpc>
              <a:buFont typeface="Arial"/>
              <a:buChar char="•"/>
            </a:pP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Clases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grabadas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pueden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revalorizarse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como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contenido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pedagógico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escalable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400">
              <a:ea typeface="Calibri"/>
              <a:cs typeface="Calibri"/>
            </a:endParaRPr>
          </a:p>
          <a:p>
            <a:pPr marL="197485" lvl="1" indent="-98425">
              <a:lnSpc>
                <a:spcPts val="1750"/>
              </a:lnSpc>
              <a:buFont typeface="Arial"/>
              <a:buChar char="•"/>
            </a:pPr>
            <a:endParaRPr lang="en-US" sz="2400">
              <a:solidFill>
                <a:srgbClr val="1D1D1B"/>
              </a:solidFill>
              <a:latin typeface="Calibri"/>
              <a:ea typeface="Calibri"/>
              <a:cs typeface="Calibri"/>
            </a:endParaRPr>
          </a:p>
          <a:p>
            <a:pPr marL="197485" lvl="1" indent="-98425" algn="l">
              <a:lnSpc>
                <a:spcPts val="1750"/>
              </a:lnSpc>
              <a:buFont typeface="Arial"/>
              <a:buChar char="•"/>
            </a:pP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La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sumarización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generación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automática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potencian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microaprendizaje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evaluación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formativa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400">
              <a:solidFill>
                <a:srgbClr val="1D1D1B"/>
              </a:solidFill>
              <a:latin typeface="Calibri"/>
              <a:ea typeface="Calibri"/>
              <a:cs typeface="Calibri"/>
            </a:endParaRPr>
          </a:p>
          <a:p>
            <a:pPr marL="197485" lvl="1" indent="-98425">
              <a:lnSpc>
                <a:spcPts val="1750"/>
              </a:lnSpc>
              <a:buFont typeface="Arial"/>
              <a:buChar char="•"/>
            </a:pPr>
            <a:endParaRPr lang="en-US" sz="2400">
              <a:solidFill>
                <a:srgbClr val="1D1D1B"/>
              </a:solidFill>
              <a:latin typeface="Calibri"/>
              <a:ea typeface="Calibri"/>
              <a:cs typeface="Calibri"/>
            </a:endParaRPr>
          </a:p>
          <a:p>
            <a:pPr marL="197485" lvl="1" indent="-98425" algn="l">
              <a:lnSpc>
                <a:spcPts val="1750"/>
              </a:lnSpc>
              <a:buFont typeface="Arial"/>
              <a:buChar char="•"/>
            </a:pP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Arquitecturas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integradas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permiten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convertir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video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en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experiencias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interactivas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4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adaptativas</a:t>
            </a:r>
            <a:r>
              <a:rPr lang="en-US" sz="24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400">
              <a:solidFill>
                <a:srgbClr val="1D1D1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E930FD-3191-9CC3-7756-5764834A0CFE}"/>
              </a:ext>
            </a:extLst>
          </p:cNvPr>
          <p:cNvSpPr txBox="1"/>
          <p:nvPr/>
        </p:nvSpPr>
        <p:spPr>
          <a:xfrm>
            <a:off x="927652" y="438978"/>
            <a:ext cx="9144000" cy="1223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550">
                <a:solidFill>
                  <a:srgbClr val="386294"/>
                </a:solidFill>
                <a:latin typeface="Poppins Light"/>
              </a:rPr>
              <a:t>Antecedentes</a:t>
            </a:r>
            <a:r>
              <a:rPr sz="5550">
                <a:latin typeface="Poppins Light"/>
                <a:ea typeface="Poppins Light"/>
                <a:cs typeface="Poppins Light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1"/>
          <p:cNvSpPr txBox="1"/>
          <p:nvPr/>
        </p:nvSpPr>
        <p:spPr>
          <a:xfrm>
            <a:off x="988665" y="710059"/>
            <a:ext cx="8873728" cy="82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Problema</a:t>
            </a:r>
            <a:r>
              <a:rPr lang="en-US" sz="52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52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investigación</a:t>
            </a:r>
            <a:endParaRPr lang="en-US" sz="5250" err="1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BA3915-345C-8FEB-5B22-09798DFFC203}"/>
              </a:ext>
            </a:extLst>
          </p:cNvPr>
          <p:cNvSpPr txBox="1"/>
          <p:nvPr/>
        </p:nvSpPr>
        <p:spPr>
          <a:xfrm>
            <a:off x="1402127" y="5387718"/>
            <a:ext cx="1549676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>
                <a:ea typeface="+mn-lt"/>
                <a:cs typeface="+mn-lt"/>
              </a:rPr>
              <a:t>El </a:t>
            </a:r>
            <a:r>
              <a:rPr lang="en-US" sz="2800" err="1">
                <a:ea typeface="+mn-lt"/>
                <a:cs typeface="+mn-lt"/>
              </a:rPr>
              <a:t>problema</a:t>
            </a:r>
            <a:r>
              <a:rPr lang="en-US" sz="280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investigación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radica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en</a:t>
            </a:r>
            <a:r>
              <a:rPr lang="en-US" sz="2800">
                <a:ea typeface="+mn-lt"/>
                <a:cs typeface="+mn-lt"/>
              </a:rPr>
              <a:t> la baja </a:t>
            </a:r>
            <a:r>
              <a:rPr lang="en-US" sz="2800" err="1">
                <a:ea typeface="+mn-lt"/>
                <a:cs typeface="+mn-lt"/>
              </a:rPr>
              <a:t>retención</a:t>
            </a:r>
            <a:r>
              <a:rPr lang="en-US" sz="2800">
                <a:ea typeface="+mn-lt"/>
                <a:cs typeface="+mn-lt"/>
              </a:rPr>
              <a:t> y </a:t>
            </a:r>
            <a:r>
              <a:rPr lang="en-US" sz="2800" err="1">
                <a:ea typeface="+mn-lt"/>
                <a:cs typeface="+mn-lt"/>
              </a:rPr>
              <a:t>el</a:t>
            </a:r>
            <a:r>
              <a:rPr lang="en-US" sz="2800">
                <a:ea typeface="+mn-lt"/>
                <a:cs typeface="+mn-lt"/>
              </a:rPr>
              <a:t> bajo </a:t>
            </a:r>
            <a:r>
              <a:rPr lang="en-US" sz="2800" err="1">
                <a:ea typeface="+mn-lt"/>
                <a:cs typeface="+mn-lt"/>
              </a:rPr>
              <a:t>rendimiento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académico</a:t>
            </a:r>
            <a:r>
              <a:rPr lang="en-US" sz="2800">
                <a:ea typeface="+mn-lt"/>
                <a:cs typeface="+mn-lt"/>
              </a:rPr>
              <a:t>, </a:t>
            </a:r>
            <a:r>
              <a:rPr lang="en-US" sz="2800" err="1">
                <a:ea typeface="+mn-lt"/>
                <a:cs typeface="+mn-lt"/>
              </a:rPr>
              <a:t>asociados</a:t>
            </a:r>
            <a:r>
              <a:rPr lang="en-US" sz="2800">
                <a:ea typeface="+mn-lt"/>
                <a:cs typeface="+mn-lt"/>
              </a:rPr>
              <a:t> a </a:t>
            </a:r>
            <a:r>
              <a:rPr lang="en-US" sz="2800" err="1">
                <a:ea typeface="+mn-lt"/>
                <a:cs typeface="+mn-lt"/>
              </a:rPr>
              <a:t>clases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extensas</a:t>
            </a:r>
            <a:r>
              <a:rPr lang="en-US" sz="2800">
                <a:ea typeface="+mn-lt"/>
                <a:cs typeface="+mn-lt"/>
              </a:rPr>
              <a:t> y a la </a:t>
            </a:r>
            <a:r>
              <a:rPr lang="en-US" sz="2800" err="1">
                <a:ea typeface="+mn-lt"/>
                <a:cs typeface="+mn-lt"/>
              </a:rPr>
              <a:t>ausencia</a:t>
            </a:r>
            <a:r>
              <a:rPr lang="en-US" sz="280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herramientas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que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generen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contenido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personalizado</a:t>
            </a:r>
            <a:r>
              <a:rPr lang="en-US" sz="2800">
                <a:ea typeface="+mn-lt"/>
                <a:cs typeface="+mn-lt"/>
              </a:rPr>
              <a:t> y </a:t>
            </a:r>
            <a:r>
              <a:rPr lang="en-US" sz="2800" err="1">
                <a:ea typeface="+mn-lt"/>
                <a:cs typeface="+mn-lt"/>
              </a:rPr>
              <a:t>evaluaciones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adaptativas</a:t>
            </a:r>
            <a:r>
              <a:rPr lang="en-US" sz="2800">
                <a:ea typeface="+mn-lt"/>
                <a:cs typeface="+mn-lt"/>
              </a:rPr>
              <a:t>. Esto </a:t>
            </a:r>
            <a:r>
              <a:rPr lang="en-US" sz="2800" err="1">
                <a:ea typeface="+mn-lt"/>
                <a:cs typeface="+mn-lt"/>
              </a:rPr>
              <a:t>limita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el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seguimiento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progresivo</a:t>
            </a:r>
            <a:r>
              <a:rPr lang="en-US" sz="2800">
                <a:ea typeface="+mn-lt"/>
                <a:cs typeface="+mn-lt"/>
              </a:rPr>
              <a:t> del </a:t>
            </a:r>
            <a:r>
              <a:rPr lang="en-US" sz="2800" err="1">
                <a:ea typeface="+mn-lt"/>
                <a:cs typeface="+mn-lt"/>
              </a:rPr>
              <a:t>estudiante</a:t>
            </a:r>
            <a:r>
              <a:rPr lang="en-US" sz="2800">
                <a:ea typeface="+mn-lt"/>
                <a:cs typeface="+mn-lt"/>
              </a:rPr>
              <a:t>, </a:t>
            </a:r>
            <a:r>
              <a:rPr lang="en-US" sz="2800" err="1">
                <a:ea typeface="+mn-lt"/>
                <a:cs typeface="+mn-lt"/>
              </a:rPr>
              <a:t>dificulta</a:t>
            </a:r>
            <a:r>
              <a:rPr lang="en-US" sz="2800">
                <a:ea typeface="+mn-lt"/>
                <a:cs typeface="+mn-lt"/>
              </a:rPr>
              <a:t> la </a:t>
            </a:r>
            <a:r>
              <a:rPr lang="en-US" sz="2800" err="1">
                <a:ea typeface="+mn-lt"/>
                <a:cs typeface="+mn-lt"/>
              </a:rPr>
              <a:t>retroalimentación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oportuna</a:t>
            </a:r>
            <a:r>
              <a:rPr lang="en-US" sz="2800">
                <a:ea typeface="+mn-lt"/>
                <a:cs typeface="+mn-lt"/>
              </a:rPr>
              <a:t> y reduce la </a:t>
            </a:r>
            <a:r>
              <a:rPr lang="en-US" sz="2800" err="1">
                <a:ea typeface="+mn-lt"/>
                <a:cs typeface="+mn-lt"/>
              </a:rPr>
              <a:t>personalización</a:t>
            </a:r>
            <a:r>
              <a:rPr lang="en-US" sz="2800">
                <a:ea typeface="+mn-lt"/>
                <a:cs typeface="+mn-lt"/>
              </a:rPr>
              <a:t> del </a:t>
            </a:r>
            <a:r>
              <a:rPr lang="en-US" sz="2800" err="1">
                <a:ea typeface="+mn-lt"/>
                <a:cs typeface="+mn-lt"/>
              </a:rPr>
              <a:t>aprendizaje</a:t>
            </a:r>
            <a:r>
              <a:rPr lang="en-US" sz="28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2" name="Picture 1" descr="A red circle with a white question mark in it&#10;&#10;AI-generated content may be incorrect.">
            <a:extLst>
              <a:ext uri="{FF2B5EF4-FFF2-40B4-BE49-F238E27FC236}">
                <a16:creationId xmlns:a16="http://schemas.microsoft.com/office/drawing/2014/main" id="{E9D60723-3A40-2F5A-EF71-14977966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679" y="1989365"/>
            <a:ext cx="2764972" cy="2879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CF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1282" y="972445"/>
            <a:ext cx="16365436" cy="153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62"/>
              </a:lnSpc>
            </a:pP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Sistema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que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combina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IA +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pedagogía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+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evaluación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adaptativa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en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un solo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flujo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 </a:t>
            </a:r>
            <a:r>
              <a:rPr lang="en-US" sz="480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integrador</a:t>
            </a:r>
            <a:r>
              <a:rPr lang="en-US" sz="4800" b="1">
                <a:solidFill>
                  <a:schemeClr val="accent1">
                    <a:lumMod val="76000"/>
                  </a:schemeClr>
                </a:solidFill>
                <a:latin typeface="Poppins Light"/>
                <a:ea typeface="+mn-lt"/>
                <a:cs typeface="Poppins Light"/>
                <a:sym typeface="Tomorrow Bold"/>
              </a:rPr>
              <a:t>. </a:t>
            </a:r>
            <a:endParaRPr lang="en-US" b="1">
              <a:solidFill>
                <a:schemeClr val="accent1">
                  <a:lumMod val="76000"/>
                </a:schemeClr>
              </a:solidFill>
              <a:latin typeface="Poppins Light"/>
              <a:cs typeface="Poppins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61282" y="2920003"/>
            <a:ext cx="16365436" cy="73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Nuestra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plataforma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articula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un pipeline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educativo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completo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basado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en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IA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que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automatiza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el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ciclo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de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aprendizaje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: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desde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la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transcripción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automática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hasta la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evaluación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adaptativa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y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el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seguimiento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 del </a:t>
            </a:r>
            <a:r>
              <a:rPr lang="en-US" sz="2400" err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progreso</a:t>
            </a: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400">
              <a:solidFill>
                <a:srgbClr val="61615C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61282" y="5072215"/>
            <a:ext cx="3929653" cy="1428750"/>
            <a:chOff x="0" y="0"/>
            <a:chExt cx="5239537" cy="1905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239512" cy="1905000"/>
            </a:xfrm>
            <a:custGeom>
              <a:avLst/>
              <a:gdLst/>
              <a:ahLst/>
              <a:cxnLst/>
              <a:rect l="l" t="t" r="r" b="b"/>
              <a:pathLst>
                <a:path w="5239512" h="1905000">
                  <a:moveTo>
                    <a:pt x="0" y="0"/>
                  </a:moveTo>
                  <a:lnTo>
                    <a:pt x="5239512" y="0"/>
                  </a:lnTo>
                  <a:lnTo>
                    <a:pt x="523951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r="-5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8484" y="6000750"/>
            <a:ext cx="3435248" cy="80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Transcripción fiable (Whisper)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484" y="6873773"/>
            <a:ext cx="3435248" cy="1537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Captura precisa de audio y video para convertir clases y tutorías en texto manipulable.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06438" y="4701483"/>
            <a:ext cx="3929805" cy="1428750"/>
            <a:chOff x="0" y="0"/>
            <a:chExt cx="5239741" cy="1905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5239766" cy="1905000"/>
            </a:xfrm>
            <a:custGeom>
              <a:avLst/>
              <a:gdLst/>
              <a:ahLst/>
              <a:cxnLst/>
              <a:rect l="l" t="t" r="r" b="b"/>
              <a:pathLst>
                <a:path w="5239766" h="1905000">
                  <a:moveTo>
                    <a:pt x="0" y="0"/>
                  </a:moveTo>
                  <a:lnTo>
                    <a:pt x="5239766" y="0"/>
                  </a:lnTo>
                  <a:lnTo>
                    <a:pt x="5239766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" r="-5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5353641" y="5630018"/>
            <a:ext cx="3435401" cy="80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Resumen y microcontenidos (T5)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53641" y="6503041"/>
            <a:ext cx="3435401" cy="190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Generación de resúmenes didácticos y tarjetas microlearning optimizadas para retención y revisión espaciada.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51747" y="4330598"/>
            <a:ext cx="3929653" cy="1428750"/>
            <a:chOff x="0" y="0"/>
            <a:chExt cx="5239537" cy="19050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5239512" cy="1905000"/>
            </a:xfrm>
            <a:custGeom>
              <a:avLst/>
              <a:gdLst/>
              <a:ahLst/>
              <a:cxnLst/>
              <a:rect l="l" t="t" r="r" b="b"/>
              <a:pathLst>
                <a:path w="5239512" h="1905000">
                  <a:moveTo>
                    <a:pt x="0" y="0"/>
                  </a:moveTo>
                  <a:lnTo>
                    <a:pt x="5239512" y="0"/>
                  </a:lnTo>
                  <a:lnTo>
                    <a:pt x="523951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r="-5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498959" y="5259143"/>
            <a:ext cx="3435248" cy="118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Validación pedagógica (Educa‑G)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8959" y="6142596"/>
            <a:ext cx="3435248" cy="190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Reglas pedagógicas y revisión automática para asegurar coherencia curricular y alineación con objetivos de aprendizaje.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396912" y="3959866"/>
            <a:ext cx="3929805" cy="1428750"/>
            <a:chOff x="0" y="0"/>
            <a:chExt cx="5239741" cy="19050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5239766" cy="1905000"/>
            </a:xfrm>
            <a:custGeom>
              <a:avLst/>
              <a:gdLst/>
              <a:ahLst/>
              <a:cxnLst/>
              <a:rect l="l" t="t" r="r" b="b"/>
              <a:pathLst>
                <a:path w="5239766" h="1905000">
                  <a:moveTo>
                    <a:pt x="0" y="0"/>
                  </a:moveTo>
                  <a:lnTo>
                    <a:pt x="5239766" y="0"/>
                  </a:lnTo>
                  <a:lnTo>
                    <a:pt x="5239766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" r="-50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3644115" y="4888411"/>
            <a:ext cx="3435401" cy="80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Evaluación adaptativa (IRT + CAT)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44115" y="5761434"/>
            <a:ext cx="3435401" cy="227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Modelado psicométrico para estemar θ y seleccionar items que maximizan la información por estudiante, con menor número de preguntas.</a:t>
            </a:r>
          </a:p>
        </p:txBody>
      </p:sp>
    </p:spTree>
    <p:extLst>
      <p:ext uri="{BB962C8B-B14F-4D97-AF65-F5344CB8AC3E}">
        <p14:creationId xmlns:p14="http://schemas.microsoft.com/office/powerpoint/2010/main" val="180185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32356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1565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CF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6760" y="833885"/>
            <a:ext cx="15117213" cy="5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Evaluación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adaptativa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: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el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eje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que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transforma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datos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en</a:t>
            </a:r>
            <a:r>
              <a:rPr lang="en-US" sz="3550" b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 </a:t>
            </a:r>
            <a:r>
              <a:rPr lang="en-US" sz="3550" b="1" err="1">
                <a:solidFill>
                  <a:schemeClr val="accent1">
                    <a:lumMod val="76000"/>
                  </a:schemeClr>
                </a:solidFill>
                <a:latin typeface="Poppins Light"/>
                <a:ea typeface="Tomorrow Bold"/>
                <a:cs typeface="Poppins Light"/>
                <a:sym typeface="Tomorrow Bold"/>
              </a:rPr>
              <a:t>aprendizaje</a:t>
            </a:r>
            <a:endParaRPr lang="en-US" sz="3550" b="1">
              <a:solidFill>
                <a:schemeClr val="accent1">
                  <a:lumMod val="76000"/>
                </a:schemeClr>
              </a:solidFill>
              <a:latin typeface="Poppins Light"/>
              <a:ea typeface="Tomorrow Bold"/>
              <a:cs typeface="Poppins Ligh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807646" y="3455784"/>
            <a:ext cx="6800555" cy="2932509"/>
            <a:chOff x="0" y="0"/>
            <a:chExt cx="9067406" cy="391001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067419" cy="3910076"/>
            </a:xfrm>
            <a:custGeom>
              <a:avLst/>
              <a:gdLst/>
              <a:ahLst/>
              <a:cxnLst/>
              <a:rect l="l" t="t" r="r" b="b"/>
              <a:pathLst>
                <a:path w="9067419" h="3910076">
                  <a:moveTo>
                    <a:pt x="0" y="0"/>
                  </a:moveTo>
                  <a:lnTo>
                    <a:pt x="9067419" y="0"/>
                  </a:lnTo>
                  <a:lnTo>
                    <a:pt x="9067419" y="3910076"/>
                  </a:lnTo>
                  <a:lnTo>
                    <a:pt x="0" y="3910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" b="-1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265294" y="5813136"/>
            <a:ext cx="1542793" cy="1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Tomorrow Bold"/>
              </a:rPr>
              <a:t>Update 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65294" y="5134308"/>
            <a:ext cx="1542793" cy="1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Tomorrow Bold"/>
              </a:rPr>
              <a:t>Student Response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65294" y="4462339"/>
            <a:ext cx="1542793" cy="1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Tomorrow Bold"/>
              </a:rPr>
              <a:t>Select Item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65294" y="3783511"/>
            <a:ext cx="1542793" cy="1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Tomorrow Bold"/>
              </a:rPr>
              <a:t>Estimate 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6629" y="6539944"/>
            <a:ext cx="8242731" cy="71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400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Este ciclo permite medir aprendizaje real, personalizar rutas y reducir número de preguntas manteniendo precisión psicométrica.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891372" y="2256533"/>
            <a:ext cx="5429250" cy="1237955"/>
            <a:chOff x="0" y="0"/>
            <a:chExt cx="7239000" cy="16506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39000" cy="1650619"/>
            </a:xfrm>
            <a:custGeom>
              <a:avLst/>
              <a:gdLst/>
              <a:ahLst/>
              <a:cxnLst/>
              <a:rect l="l" t="t" r="r" b="b"/>
              <a:pathLst>
                <a:path w="7239000" h="1650619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7202678" y="0"/>
                  </a:lnTo>
                  <a:cubicBezTo>
                    <a:pt x="7222744" y="0"/>
                    <a:pt x="7239000" y="16256"/>
                    <a:pt x="7239000" y="36322"/>
                  </a:cubicBezTo>
                  <a:lnTo>
                    <a:pt x="7239000" y="1614297"/>
                  </a:lnTo>
                  <a:cubicBezTo>
                    <a:pt x="7239000" y="1634363"/>
                    <a:pt x="7222744" y="1650619"/>
                    <a:pt x="7202678" y="1650619"/>
                  </a:cubicBezTo>
                  <a:lnTo>
                    <a:pt x="36322" y="1650619"/>
                  </a:lnTo>
                  <a:cubicBezTo>
                    <a:pt x="16256" y="1650619"/>
                    <a:pt x="0" y="1634363"/>
                    <a:pt x="0" y="1614297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072642" y="2428279"/>
            <a:ext cx="2267693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Precisión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72642" y="2808679"/>
            <a:ext cx="5066709" cy="45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IRT optimiza la selección de ítems según información estadística, mejorando la estimación de competencia.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891372" y="3610417"/>
            <a:ext cx="5429250" cy="1237955"/>
            <a:chOff x="0" y="0"/>
            <a:chExt cx="7239000" cy="16506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39000" cy="1650619"/>
            </a:xfrm>
            <a:custGeom>
              <a:avLst/>
              <a:gdLst/>
              <a:ahLst/>
              <a:cxnLst/>
              <a:rect l="l" t="t" r="r" b="b"/>
              <a:pathLst>
                <a:path w="7239000" h="1650619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7202678" y="0"/>
                  </a:lnTo>
                  <a:cubicBezTo>
                    <a:pt x="7222744" y="0"/>
                    <a:pt x="7239000" y="16256"/>
                    <a:pt x="7239000" y="36322"/>
                  </a:cubicBezTo>
                  <a:lnTo>
                    <a:pt x="7239000" y="1614297"/>
                  </a:lnTo>
                  <a:cubicBezTo>
                    <a:pt x="7239000" y="1634363"/>
                    <a:pt x="7222744" y="1650619"/>
                    <a:pt x="7202678" y="1650619"/>
                  </a:cubicBezTo>
                  <a:lnTo>
                    <a:pt x="36322" y="1650619"/>
                  </a:lnTo>
                  <a:cubicBezTo>
                    <a:pt x="16256" y="1650619"/>
                    <a:pt x="0" y="1634363"/>
                    <a:pt x="0" y="1614297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072642" y="3782172"/>
            <a:ext cx="2267693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Eficiencia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72642" y="4162572"/>
            <a:ext cx="5066709" cy="45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CAT reduce la carga de preguntas necesarias, mejorando la experiencia del alumnado y la escalabilidad.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891372" y="4964310"/>
            <a:ext cx="5429250" cy="1237955"/>
            <a:chOff x="0" y="0"/>
            <a:chExt cx="7239000" cy="16506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39000" cy="1650619"/>
            </a:xfrm>
            <a:custGeom>
              <a:avLst/>
              <a:gdLst/>
              <a:ahLst/>
              <a:cxnLst/>
              <a:rect l="l" t="t" r="r" b="b"/>
              <a:pathLst>
                <a:path w="7239000" h="1650619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7202678" y="0"/>
                  </a:lnTo>
                  <a:cubicBezTo>
                    <a:pt x="7222744" y="0"/>
                    <a:pt x="7239000" y="16256"/>
                    <a:pt x="7239000" y="36322"/>
                  </a:cubicBezTo>
                  <a:lnTo>
                    <a:pt x="7239000" y="1614297"/>
                  </a:lnTo>
                  <a:cubicBezTo>
                    <a:pt x="7239000" y="1634363"/>
                    <a:pt x="7222744" y="1650619"/>
                    <a:pt x="7202678" y="1650619"/>
                  </a:cubicBezTo>
                  <a:lnTo>
                    <a:pt x="36322" y="1650619"/>
                  </a:lnTo>
                  <a:cubicBezTo>
                    <a:pt x="16256" y="1650619"/>
                    <a:pt x="0" y="1634363"/>
                    <a:pt x="0" y="1614297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072642" y="5136055"/>
            <a:ext cx="2267693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Personalización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72642" y="5516465"/>
            <a:ext cx="5066709" cy="45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Rutas de estudio dinámicas basadas en perfiles de conocimiento y microcontenidos adaptados.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891372" y="6318203"/>
            <a:ext cx="5429250" cy="1475927"/>
            <a:chOff x="0" y="0"/>
            <a:chExt cx="7239000" cy="19679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39000" cy="1967992"/>
            </a:xfrm>
            <a:custGeom>
              <a:avLst/>
              <a:gdLst/>
              <a:ahLst/>
              <a:cxnLst/>
              <a:rect l="l" t="t" r="r" b="b"/>
              <a:pathLst>
                <a:path w="7239000" h="1967992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7202678" y="0"/>
                  </a:lnTo>
                  <a:cubicBezTo>
                    <a:pt x="7222744" y="0"/>
                    <a:pt x="7239000" y="16256"/>
                    <a:pt x="7239000" y="36322"/>
                  </a:cubicBezTo>
                  <a:lnTo>
                    <a:pt x="7239000" y="1931670"/>
                  </a:lnTo>
                  <a:cubicBezTo>
                    <a:pt x="7239000" y="1951736"/>
                    <a:pt x="7222744" y="1967992"/>
                    <a:pt x="7202678" y="1967992"/>
                  </a:cubicBezTo>
                  <a:lnTo>
                    <a:pt x="36322" y="1967992"/>
                  </a:lnTo>
                  <a:cubicBezTo>
                    <a:pt x="16256" y="1967992"/>
                    <a:pt x="0" y="1951736"/>
                    <a:pt x="0" y="1931670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072642" y="6489948"/>
            <a:ext cx="2267693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 Bold"/>
              </a:rPr>
              <a:t>Escalabilidad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72642" y="6870348"/>
            <a:ext cx="5066709" cy="45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61615C"/>
                </a:solidFill>
                <a:latin typeface="Calibri"/>
                <a:ea typeface="Calibri"/>
                <a:cs typeface="Calibri"/>
                <a:sym typeface="Tomorrow"/>
              </a:rPr>
              <a:t>Automatización end‑to‑end que integra generación de contenido, validación pedagógica y evaluación en un flujo operable a gran escala.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6760" y="9006630"/>
            <a:ext cx="16334480" cy="13545"/>
            <a:chOff x="0" y="0"/>
            <a:chExt cx="21779306" cy="180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779357" cy="18034"/>
            </a:xfrm>
            <a:custGeom>
              <a:avLst/>
              <a:gdLst/>
              <a:ahLst/>
              <a:cxnLst/>
              <a:rect l="l" t="t" r="r" b="b"/>
              <a:pathLst>
                <a:path w="21779357" h="18034">
                  <a:moveTo>
                    <a:pt x="0" y="0"/>
                  </a:moveTo>
                  <a:lnTo>
                    <a:pt x="21779357" y="0"/>
                  </a:lnTo>
                  <a:lnTo>
                    <a:pt x="21779357" y="1803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61615C">
                <a:alpha val="24706"/>
              </a:srgbClr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976760" y="9167365"/>
            <a:ext cx="16334480" cy="51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 Bold"/>
              </a:rPr>
              <a:t>La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evaluación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adaptativa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convierte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nuestra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plataforma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en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un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sistema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inteligente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, no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en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un simple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generador</a:t>
            </a:r>
            <a:r>
              <a:rPr lang="en-US" sz="2800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 de </a:t>
            </a:r>
            <a:r>
              <a:rPr lang="en-US" sz="2800" err="1">
                <a:solidFill>
                  <a:srgbClr val="1D1D1B"/>
                </a:solidFill>
                <a:latin typeface="Calibri"/>
                <a:ea typeface="Calibri"/>
                <a:cs typeface="Calibri"/>
                <a:sym typeface="Tomorrow"/>
              </a:rPr>
              <a:t>c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Tomorrow"/>
              </a:rPr>
              <a:t>ontenido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Tomorrow"/>
              </a:rPr>
              <a:t>.</a:t>
            </a:r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09469" y="1623921"/>
            <a:ext cx="7088237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Objetivo</a:t>
            </a:r>
            <a:r>
              <a:rPr lang="en-US" sz="55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general</a:t>
            </a:r>
            <a:endParaRPr lang="en-US" sz="5550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71378" y="3421253"/>
            <a:ext cx="9657340" cy="3431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Desarrollar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una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plataforma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microaprendizaje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,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basada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en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técnicas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avanzadas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inteligencia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artificial,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capaz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transformar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manera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automática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las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grabaciones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clases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universitarias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 de Perú 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en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contenido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educativo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personalizado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incluyendo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resúmenes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estructurados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,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recursos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pedagógicos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y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evaluaciones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adaptativas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con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el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fi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n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optimizar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la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experiencia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de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aprendizaje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y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mejorar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la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retención</a:t>
            </a:r>
            <a:r>
              <a:rPr lang="en-US" sz="2800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 </a:t>
            </a:r>
            <a:r>
              <a:rPr lang="en-US" sz="2800" err="1">
                <a:solidFill>
                  <a:srgbClr val="3D3D42"/>
                </a:solidFill>
                <a:latin typeface="Segoe UI"/>
                <a:ea typeface="Roboto"/>
                <a:cs typeface="Segoe UI"/>
                <a:sym typeface="Roboto"/>
              </a:rPr>
              <a:t>estudiantil.</a:t>
            </a:r>
            <a:endParaRPr lang="en-US" sz="2800" err="1">
              <a:ea typeface="Calibri"/>
              <a:cs typeface="Calibri"/>
            </a:endParaRPr>
          </a:p>
          <a:p>
            <a:pPr>
              <a:lnSpc>
                <a:spcPts val="3561"/>
              </a:lnSpc>
            </a:pPr>
            <a:endParaRPr lang="en-US" sz="2150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6338D8-D53F-AB75-88CF-E1FD30D4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0" t="2151" r="2485" b="2509"/>
          <a:stretch>
            <a:fillRect/>
          </a:stretch>
        </p:blipFill>
        <p:spPr>
          <a:xfrm>
            <a:off x="1109469" y="3069647"/>
            <a:ext cx="6773854" cy="4614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1006009" y="7164370"/>
            <a:ext cx="8009930" cy="38100"/>
            <a:chOff x="0" y="0"/>
            <a:chExt cx="10679907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92238" y="1577727"/>
            <a:ext cx="7418189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Objetivos</a:t>
            </a:r>
            <a:r>
              <a:rPr lang="en-US" sz="55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55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específicos</a:t>
            </a:r>
            <a:endParaRPr lang="en-US" sz="5550" err="1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09556" y="3009954"/>
            <a:ext cx="733790" cy="423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 01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92238" y="3955893"/>
            <a:ext cx="8013434" cy="2265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Analizar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técnicas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,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herramientas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y frameworks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inteligencia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artificial,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procesamiento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lenguaje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natural,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reconocimiento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automático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voz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y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evaluación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adaptativa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, para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seleccionar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los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componentes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más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adecuados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la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construcción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una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plataforma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microaprendizaje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basada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grabaciones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clases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</a:rPr>
              <a:t>universitarias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19585" y="2799841"/>
            <a:ext cx="832483" cy="424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 02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812491" y="3955893"/>
            <a:ext cx="8054748" cy="1804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Diseñar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arquitectura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lógica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funcional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las interfaces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esquema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despliegue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plataforma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inteligente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microaprendizaje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transforme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grabaciones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clases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universitarias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educativo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personalizado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evaluaciones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adaptativas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9815703" y="6628202"/>
            <a:ext cx="832899" cy="423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 04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19250" y="7563917"/>
            <a:ext cx="8013434" cy="1804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Validar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funcionamiento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efectividad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plataforma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mediante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pruebas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funcionales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integración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así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como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través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métricas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automáticas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evaluaciones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experimentales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orientadas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medir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fidelidad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pedagógica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mejora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aprendizaje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6009" y="6633807"/>
            <a:ext cx="1040718" cy="423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 03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06009" y="7569522"/>
            <a:ext cx="8009930" cy="180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Desarrollar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plataforma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inteligente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microaprendizaje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integre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módulos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transcripción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automática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postprocesamiento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generación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microcontenidos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educativos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evaluaciones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adaptativas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personalizadas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seguimiento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progreso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estudiante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grpSp>
        <p:nvGrpSpPr>
          <p:cNvPr id="32" name="Group 12">
            <a:extLst>
              <a:ext uri="{FF2B5EF4-FFF2-40B4-BE49-F238E27FC236}">
                <a16:creationId xmlns:a16="http://schemas.microsoft.com/office/drawing/2014/main" id="{5383CD90-9E03-DC87-1E65-4CFFEB488B23}"/>
              </a:ext>
            </a:extLst>
          </p:cNvPr>
          <p:cNvGrpSpPr/>
          <p:nvPr/>
        </p:nvGrpSpPr>
        <p:grpSpPr>
          <a:xfrm>
            <a:off x="992237" y="3625200"/>
            <a:ext cx="8009953" cy="38100"/>
            <a:chOff x="0" y="0"/>
            <a:chExt cx="10679938" cy="50800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E2D1F289-6907-9D91-F53A-845268DFC0C7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4" name="Group 12">
            <a:extLst>
              <a:ext uri="{FF2B5EF4-FFF2-40B4-BE49-F238E27FC236}">
                <a16:creationId xmlns:a16="http://schemas.microsoft.com/office/drawing/2014/main" id="{F53F32B1-901D-1D63-B264-E7675C1A298C}"/>
              </a:ext>
            </a:extLst>
          </p:cNvPr>
          <p:cNvGrpSpPr/>
          <p:nvPr/>
        </p:nvGrpSpPr>
        <p:grpSpPr>
          <a:xfrm>
            <a:off x="9819502" y="3583887"/>
            <a:ext cx="8009953" cy="38100"/>
            <a:chOff x="0" y="0"/>
            <a:chExt cx="10679938" cy="50800"/>
          </a:xfrm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55B51F5D-6B6E-ED47-A964-7D43A1DA60B1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CEFCDC3C-55FD-0DEB-BB22-CDA15BCAB527}"/>
              </a:ext>
            </a:extLst>
          </p:cNvPr>
          <p:cNvGrpSpPr/>
          <p:nvPr/>
        </p:nvGrpSpPr>
        <p:grpSpPr>
          <a:xfrm>
            <a:off x="9819501" y="7205681"/>
            <a:ext cx="8009953" cy="38100"/>
            <a:chOff x="0" y="0"/>
            <a:chExt cx="10679938" cy="50800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8FADC4D3-0108-A453-514A-2CF2DEFB61EC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6117E-A0E1-BDE9-97E9-943450CB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533DAD05-2CFB-136D-03B8-94FB6DC9623F}"/>
              </a:ext>
            </a:extLst>
          </p:cNvPr>
          <p:cNvGrpSpPr/>
          <p:nvPr/>
        </p:nvGrpSpPr>
        <p:grpSpPr>
          <a:xfrm>
            <a:off x="1006009" y="7164370"/>
            <a:ext cx="8009930" cy="38100"/>
            <a:chOff x="0" y="0"/>
            <a:chExt cx="10679907" cy="50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BEFBEB9-7132-5C71-C6B5-2D862CE07BFD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07DC60B0-028F-EF85-7C28-CFEABF66D771}"/>
              </a:ext>
            </a:extLst>
          </p:cNvPr>
          <p:cNvSpPr txBox="1"/>
          <p:nvPr/>
        </p:nvSpPr>
        <p:spPr>
          <a:xfrm>
            <a:off x="1007895" y="1577727"/>
            <a:ext cx="10001682" cy="862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55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Objetivos</a:t>
            </a:r>
            <a:r>
              <a:rPr lang="en-US" sz="55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e </a:t>
            </a:r>
            <a:r>
              <a:rPr lang="en-US" sz="55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Indicadores</a:t>
            </a:r>
            <a:endParaRPr lang="en-US" sz="5550" err="1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05864E9-F658-6CE3-DE2C-CD5661002C4F}"/>
              </a:ext>
            </a:extLst>
          </p:cNvPr>
          <p:cNvSpPr txBox="1"/>
          <p:nvPr/>
        </p:nvSpPr>
        <p:spPr>
          <a:xfrm>
            <a:off x="1009556" y="3009954"/>
            <a:ext cx="733790" cy="423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 01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46C3B6F-E53F-4F32-934E-E8805212A5E2}"/>
              </a:ext>
            </a:extLst>
          </p:cNvPr>
          <p:cNvSpPr txBox="1"/>
          <p:nvPr/>
        </p:nvSpPr>
        <p:spPr>
          <a:xfrm>
            <a:off x="992238" y="3955893"/>
            <a:ext cx="8013434" cy="2020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cantidad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de frameworks,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modelos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y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técnicas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analizadas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;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construcción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una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matriz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comparativa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con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criterios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técnicos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(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precisión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,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latencia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,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complejidad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,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requerimientos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computacionales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); y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selección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documentada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componentes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óptimos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para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plataforma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según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métricas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desempeño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</a:rPr>
              <a:t>.</a:t>
            </a:r>
            <a:endParaRPr lang="en-US" sz="2000">
              <a:latin typeface="Segoe UI"/>
              <a:cs typeface="Segoe UI"/>
            </a:endParaRPr>
          </a:p>
          <a:p>
            <a:pPr algn="just">
              <a:lnSpc>
                <a:spcPts val="3561"/>
              </a:lnSpc>
            </a:pPr>
            <a:endParaRPr lang="en-US" sz="4000">
              <a:solidFill>
                <a:srgbClr val="3D3D42"/>
              </a:solidFill>
              <a:ea typeface="Calibri"/>
              <a:cs typeface="Calibri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2BFF38C-7883-100B-4D26-355D8248FC29}"/>
              </a:ext>
            </a:extLst>
          </p:cNvPr>
          <p:cNvSpPr txBox="1"/>
          <p:nvPr/>
        </p:nvSpPr>
        <p:spPr>
          <a:xfrm>
            <a:off x="9819585" y="2799841"/>
            <a:ext cx="832483" cy="424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 02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03D737E-69E9-3174-937E-D908768B2DF4}"/>
              </a:ext>
            </a:extLst>
          </p:cNvPr>
          <p:cNvSpPr txBox="1"/>
          <p:nvPr/>
        </p:nvSpPr>
        <p:spPr>
          <a:xfrm>
            <a:off x="9812491" y="3955893"/>
            <a:ext cx="8054748" cy="1952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Definición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formal de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arquitectura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del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sistema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mediante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diagramas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, 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especificación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técnica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lógica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funcional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basada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en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casos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uso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y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flujos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, y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el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diseño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estructurado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interfaces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mediante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prototipos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alta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fidelidad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. También se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considera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indicador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generación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un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prototipo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navegable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que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valide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la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arquitectura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propuesta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.</a:t>
            </a:r>
            <a:endParaRPr lang="en-US" sz="2000">
              <a:latin typeface="Segoe UI"/>
              <a:cs typeface="Segoe UI"/>
            </a:endParaRPr>
          </a:p>
          <a:p>
            <a:pPr>
              <a:lnSpc>
                <a:spcPts val="3561"/>
              </a:lnSpc>
            </a:pPr>
            <a:endParaRPr lang="en-US" sz="2000">
              <a:solidFill>
                <a:srgbClr val="3D3D42"/>
              </a:solidFill>
              <a:ea typeface="Calibri"/>
              <a:cs typeface="Calibri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480AEBC-BC15-C581-E89D-1BF4E570AE1C}"/>
              </a:ext>
            </a:extLst>
          </p:cNvPr>
          <p:cNvSpPr txBox="1"/>
          <p:nvPr/>
        </p:nvSpPr>
        <p:spPr>
          <a:xfrm>
            <a:off x="9815703" y="6628202"/>
            <a:ext cx="832899" cy="423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 04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BFB315E-E813-28CF-BF06-EBD5F6FF3DBB}"/>
              </a:ext>
            </a:extLst>
          </p:cNvPr>
          <p:cNvSpPr txBox="1"/>
          <p:nvPr/>
        </p:nvSpPr>
        <p:spPr>
          <a:xfrm>
            <a:off x="9819250" y="7563917"/>
            <a:ext cx="8013434" cy="1952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Lograr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tasa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éxito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≥ 95%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pruebas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funcionales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≥ 90%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pruebas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integración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≥ 85%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pruebas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calidad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;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obtener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métricas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sistema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latencia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≤ 1.5 s, throughput ≥ 50 solicitudes/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minuto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exactitud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adaptativa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≥ 85%;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alcanzar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satisfacción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usuarios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≥ 4/5; y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emitir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un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informe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validación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pedagógica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cumplimiento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≥ 90%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criterios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aprendizaje</a:t>
            </a:r>
            <a:r>
              <a:rPr lang="en-US" sz="200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s-ES">
              <a:ea typeface="+mn-lt"/>
              <a:cs typeface="+mn-lt"/>
            </a:endParaRPr>
          </a:p>
          <a:p>
            <a:pPr>
              <a:lnSpc>
                <a:spcPts val="3561"/>
              </a:lnSpc>
            </a:pPr>
            <a:endParaRPr lang="en-US" sz="2000">
              <a:solidFill>
                <a:srgbClr val="3D3D42"/>
              </a:solidFill>
              <a:ea typeface="Calibri"/>
              <a:cs typeface="Calibri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F3FB9B5-C9EF-28B1-C1C3-34474A982738}"/>
              </a:ext>
            </a:extLst>
          </p:cNvPr>
          <p:cNvSpPr txBox="1"/>
          <p:nvPr/>
        </p:nvSpPr>
        <p:spPr>
          <a:xfrm>
            <a:off x="1006009" y="6633807"/>
            <a:ext cx="1040718" cy="423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OE 03</a:t>
            </a:r>
            <a:endParaRPr lang="en-US" sz="2150" b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A0F2150-A734-56CD-3181-B1ECC924EF93}"/>
              </a:ext>
            </a:extLst>
          </p:cNvPr>
          <p:cNvSpPr txBox="1"/>
          <p:nvPr/>
        </p:nvSpPr>
        <p:spPr>
          <a:xfrm>
            <a:off x="1006009" y="7569522"/>
            <a:ext cx="800993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Alcanzar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al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menos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un 90%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módulos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implementados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respecto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al roadmap;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obtener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una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precisión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transcripción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≤ 15% WER (o ≤ 10% CER);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lograr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un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tiempo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promedio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procesamiento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≤ 2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minutos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por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cada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10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minutos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audio; y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asegurar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una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cobertura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pruebas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de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integración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 ≥ 85% entre </a:t>
            </a:r>
            <a:r>
              <a:rPr lang="en-US" sz="2000" err="1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módulos</a:t>
            </a:r>
            <a:r>
              <a:rPr lang="en-US" sz="2000">
                <a:solidFill>
                  <a:srgbClr val="3D3D42"/>
                </a:solidFill>
                <a:latin typeface="Segoe UI"/>
                <a:ea typeface="+mn-lt"/>
                <a:cs typeface="Segoe UI"/>
                <a:sym typeface="Roboto"/>
              </a:rPr>
              <a:t>.</a:t>
            </a:r>
            <a:endParaRPr lang="es-ES">
              <a:latin typeface="Segoe UI"/>
              <a:ea typeface="+mn-lt"/>
              <a:cs typeface="Segoe UI"/>
            </a:endParaRPr>
          </a:p>
        </p:txBody>
      </p:sp>
      <p:grpSp>
        <p:nvGrpSpPr>
          <p:cNvPr id="32" name="Group 12">
            <a:extLst>
              <a:ext uri="{FF2B5EF4-FFF2-40B4-BE49-F238E27FC236}">
                <a16:creationId xmlns:a16="http://schemas.microsoft.com/office/drawing/2014/main" id="{AF8CC969-AB3C-387F-8B5C-4BACF97F5974}"/>
              </a:ext>
            </a:extLst>
          </p:cNvPr>
          <p:cNvGrpSpPr/>
          <p:nvPr/>
        </p:nvGrpSpPr>
        <p:grpSpPr>
          <a:xfrm>
            <a:off x="992237" y="3625200"/>
            <a:ext cx="8009953" cy="38100"/>
            <a:chOff x="0" y="0"/>
            <a:chExt cx="10679938" cy="50800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1D249E45-5227-72B9-06CE-93A22F9C72FA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4" name="Group 12">
            <a:extLst>
              <a:ext uri="{FF2B5EF4-FFF2-40B4-BE49-F238E27FC236}">
                <a16:creationId xmlns:a16="http://schemas.microsoft.com/office/drawing/2014/main" id="{DFD39002-1FB6-2C6D-E509-26F1C9DDFD41}"/>
              </a:ext>
            </a:extLst>
          </p:cNvPr>
          <p:cNvGrpSpPr/>
          <p:nvPr/>
        </p:nvGrpSpPr>
        <p:grpSpPr>
          <a:xfrm>
            <a:off x="9819502" y="3583887"/>
            <a:ext cx="8009953" cy="38100"/>
            <a:chOff x="0" y="0"/>
            <a:chExt cx="10679938" cy="50800"/>
          </a:xfrm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C5D8A910-3747-940B-B944-5467C0641F01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33EAF169-FE97-B239-77E5-B4A8D6CEE69C}"/>
              </a:ext>
            </a:extLst>
          </p:cNvPr>
          <p:cNvGrpSpPr/>
          <p:nvPr/>
        </p:nvGrpSpPr>
        <p:grpSpPr>
          <a:xfrm>
            <a:off x="9819501" y="7205681"/>
            <a:ext cx="8009953" cy="38100"/>
            <a:chOff x="0" y="0"/>
            <a:chExt cx="10679938" cy="50800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3EF648D5-8048-9A39-2307-112C6D5B00CF}"/>
                </a:ext>
              </a:extLst>
            </p:cNvPr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1038630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673546"/>
            <a:ext cx="7088237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Marco </a:t>
            </a:r>
            <a:r>
              <a:rPr lang="en-US" sz="55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teórico</a:t>
            </a:r>
            <a:endParaRPr lang="en-US" sz="5550" err="1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1613" y="1915815"/>
            <a:ext cx="3544044" cy="42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800" b="1" err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Definiciones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1613" y="2515245"/>
            <a:ext cx="7805886" cy="198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buFont typeface="Arial"/>
              <a:buChar char="•"/>
            </a:pPr>
            <a:r>
              <a:rPr lang="en-US" sz="2150" b="1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Microaprendizaje</a:t>
            </a: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breve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enfocado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ASR: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reconocimiento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automático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habla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NPL: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procesamiento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lenguaje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natural </a:t>
            </a:r>
            <a:endParaRPr lang="en-US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2150" b="1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Resumen</a:t>
            </a: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 abstractive: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síntesis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redacción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nueva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CAT: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evaluación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adaptativa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computarizada</a:t>
            </a:r>
            <a:endParaRPr lang="en-US" err="1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71613" y="4747021"/>
            <a:ext cx="4550271" cy="4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750" b="1" err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Buenas</a:t>
            </a:r>
            <a:r>
              <a:rPr lang="en-US" sz="2750" b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en-US" sz="2750" b="1" err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Prácticas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1613" y="5362327"/>
            <a:ext cx="7805886" cy="206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breve y claro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Personalización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aprendizaje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Retroalimentación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inmediata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Accesibilidad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inclusión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Validación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pedagógica</a:t>
            </a:r>
            <a:endParaRPr lang="en-US" err="1">
              <a:sym typeface="Roboto"/>
            </a:endParaRPr>
          </a:p>
          <a:p>
            <a:pPr algn="l">
              <a:lnSpc>
                <a:spcPts val="3561"/>
              </a:lnSpc>
            </a:pPr>
            <a:endParaRPr lang="en-US" sz="2150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74432" y="7423340"/>
            <a:ext cx="3544044" cy="42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err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Normativa</a:t>
            </a:r>
            <a:r>
              <a:rPr lang="en-US" sz="2750" b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 Legal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616192" y="8084826"/>
            <a:ext cx="7805886" cy="173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Ley N.° 29733: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protección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datos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personales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D.S. 016-2024-JUS: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reglamento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datos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personales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Ley N.° 28044: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ley general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educación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SUNEDU: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supervisión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universitaria</a:t>
            </a:r>
            <a:endParaRPr lang="en-US" err="1">
              <a:sym typeface="Roboto"/>
            </a:endParaRPr>
          </a:p>
          <a:p>
            <a:pPr algn="l">
              <a:lnSpc>
                <a:spcPts val="3561"/>
              </a:lnSpc>
            </a:pPr>
            <a:endParaRPr lang="en-US" sz="2150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39526" y="1915815"/>
            <a:ext cx="3727400" cy="42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err="1">
                <a:solidFill>
                  <a:srgbClr val="000000"/>
                </a:solidFill>
                <a:latin typeface="Poppins Light"/>
                <a:ea typeface="Poppins Light"/>
                <a:cs typeface="Poppins Light"/>
              </a:rPr>
              <a:t>Estándares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61526" y="2531120"/>
            <a:ext cx="7805886" cy="173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SCORM: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estándar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LMS </a:t>
            </a:r>
            <a:endParaRPr lang="en-US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50" b="1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xAPI</a:t>
            </a: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registro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experiencias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aprendizaje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IMS-LTI: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integración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herramientas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LMS </a:t>
            </a:r>
            <a:endParaRPr lang="en-US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ISO/IEC 20748: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interoperabilidad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datos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aprendizaje</a:t>
            </a:r>
            <a:endParaRPr lang="en-US" err="1">
              <a:ea typeface="Calibri"/>
              <a:cs typeface="Calibri"/>
            </a:endParaRPr>
          </a:p>
          <a:p>
            <a:pPr algn="just">
              <a:lnSpc>
                <a:spcPts val="3561"/>
              </a:lnSpc>
            </a:pPr>
            <a:endParaRPr lang="en-US" sz="2150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47401" y="5172468"/>
            <a:ext cx="7805886" cy="206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PyTorch: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desarrollo de modelos de IA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Hugging Face: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modelos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NLP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preentrenados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Catsim</a:t>
            </a: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 / </a:t>
            </a:r>
            <a:r>
              <a:rPr lang="en-US" sz="2150" b="1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py-irt</a:t>
            </a: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librerías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IRT y CAT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Django REST: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APIs backend </a:t>
            </a:r>
            <a:endParaRPr lang="en-US">
              <a:sym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2150" b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Angular: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frontend web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interactivo</a:t>
            </a:r>
            <a:endParaRPr lang="en-US" err="1">
              <a:sym typeface="Roboto"/>
            </a:endParaRPr>
          </a:p>
          <a:p>
            <a:pPr algn="l">
              <a:lnSpc>
                <a:spcPts val="3561"/>
              </a:lnSpc>
            </a:pPr>
            <a:endParaRPr lang="en-US" sz="2150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92AA79DA-DADB-74B4-21CB-8D5D36F7FE62}"/>
              </a:ext>
            </a:extLst>
          </p:cNvPr>
          <p:cNvSpPr txBox="1"/>
          <p:nvPr/>
        </p:nvSpPr>
        <p:spPr>
          <a:xfrm>
            <a:off x="13612862" y="4540645"/>
            <a:ext cx="2359521" cy="42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750" b="1" err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Framewor</a:t>
            </a:r>
            <a:r>
              <a:rPr lang="en-US" sz="2750" b="1">
                <a:solidFill>
                  <a:srgbClr val="000000"/>
                </a:solidFill>
                <a:latin typeface="Poppins Light"/>
                <a:cs typeface="Poppins Light"/>
                <a:sym typeface="Poppins Light"/>
              </a:rPr>
              <a:t>ks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15A18-943C-5CFA-D329-607C2C817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63" y="2720975"/>
            <a:ext cx="453707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90451" y="1866751"/>
            <a:ext cx="1061145" cy="1273522"/>
            <a:chOff x="0" y="0"/>
            <a:chExt cx="1414860" cy="169803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414907" cy="1697990"/>
            </a:xfrm>
            <a:custGeom>
              <a:avLst/>
              <a:gdLst/>
              <a:ahLst/>
              <a:cxnLst/>
              <a:rect l="l" t="t" r="r" b="b"/>
              <a:pathLst>
                <a:path w="1414907" h="1697990">
                  <a:moveTo>
                    <a:pt x="0" y="0"/>
                  </a:moveTo>
                  <a:lnTo>
                    <a:pt x="1414907" y="0"/>
                  </a:lnTo>
                  <a:lnTo>
                    <a:pt x="1414907" y="1697990"/>
                  </a:lnTo>
                  <a:lnTo>
                    <a:pt x="0" y="169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4" r="3" b="-296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90451" y="3140274"/>
            <a:ext cx="1061145" cy="1273523"/>
            <a:chOff x="0" y="0"/>
            <a:chExt cx="1414860" cy="169803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414907" cy="1697990"/>
            </a:xfrm>
            <a:custGeom>
              <a:avLst/>
              <a:gdLst/>
              <a:ahLst/>
              <a:cxnLst/>
              <a:rect l="l" t="t" r="r" b="b"/>
              <a:pathLst>
                <a:path w="1414907" h="1697990">
                  <a:moveTo>
                    <a:pt x="0" y="0"/>
                  </a:moveTo>
                  <a:lnTo>
                    <a:pt x="1414907" y="0"/>
                  </a:lnTo>
                  <a:lnTo>
                    <a:pt x="1414907" y="1697990"/>
                  </a:lnTo>
                  <a:lnTo>
                    <a:pt x="0" y="169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4" r="3" b="-296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90451" y="4413796"/>
            <a:ext cx="1061145" cy="1273522"/>
            <a:chOff x="0" y="0"/>
            <a:chExt cx="1414860" cy="169803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414907" cy="1697990"/>
            </a:xfrm>
            <a:custGeom>
              <a:avLst/>
              <a:gdLst/>
              <a:ahLst/>
              <a:cxnLst/>
              <a:rect l="l" t="t" r="r" b="b"/>
              <a:pathLst>
                <a:path w="1414907" h="1697990">
                  <a:moveTo>
                    <a:pt x="0" y="0"/>
                  </a:moveTo>
                  <a:lnTo>
                    <a:pt x="1414907" y="0"/>
                  </a:lnTo>
                  <a:lnTo>
                    <a:pt x="1414907" y="1697990"/>
                  </a:lnTo>
                  <a:lnTo>
                    <a:pt x="0" y="169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4" r="3" b="-296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90451" y="5687318"/>
            <a:ext cx="1061145" cy="1273523"/>
            <a:chOff x="0" y="0"/>
            <a:chExt cx="1414860" cy="169803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414907" cy="1697990"/>
            </a:xfrm>
            <a:custGeom>
              <a:avLst/>
              <a:gdLst/>
              <a:ahLst/>
              <a:cxnLst/>
              <a:rect l="l" t="t" r="r" b="b"/>
              <a:pathLst>
                <a:path w="1414907" h="1697990">
                  <a:moveTo>
                    <a:pt x="0" y="0"/>
                  </a:moveTo>
                  <a:lnTo>
                    <a:pt x="1414907" y="0"/>
                  </a:lnTo>
                  <a:lnTo>
                    <a:pt x="1414907" y="1697990"/>
                  </a:lnTo>
                  <a:lnTo>
                    <a:pt x="0" y="169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94" r="3" b="-296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90451" y="6960840"/>
            <a:ext cx="1061145" cy="1273523"/>
            <a:chOff x="0" y="0"/>
            <a:chExt cx="1414860" cy="169803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414907" cy="1697990"/>
            </a:xfrm>
            <a:custGeom>
              <a:avLst/>
              <a:gdLst/>
              <a:ahLst/>
              <a:cxnLst/>
              <a:rect l="l" t="t" r="r" b="b"/>
              <a:pathLst>
                <a:path w="1414907" h="1697990">
                  <a:moveTo>
                    <a:pt x="0" y="0"/>
                  </a:moveTo>
                  <a:lnTo>
                    <a:pt x="1414907" y="0"/>
                  </a:lnTo>
                  <a:lnTo>
                    <a:pt x="1414907" y="1697990"/>
                  </a:lnTo>
                  <a:lnTo>
                    <a:pt x="0" y="169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94" r="3" b="-296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90451" y="8234362"/>
            <a:ext cx="1061145" cy="1273523"/>
            <a:chOff x="0" y="0"/>
            <a:chExt cx="1414860" cy="169803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414907" cy="1697990"/>
            </a:xfrm>
            <a:custGeom>
              <a:avLst/>
              <a:gdLst/>
              <a:ahLst/>
              <a:cxnLst/>
              <a:rect l="l" t="t" r="r" b="b"/>
              <a:pathLst>
                <a:path w="1414907" h="1697990">
                  <a:moveTo>
                    <a:pt x="0" y="0"/>
                  </a:moveTo>
                  <a:lnTo>
                    <a:pt x="1414907" y="0"/>
                  </a:lnTo>
                  <a:lnTo>
                    <a:pt x="1414907" y="1697990"/>
                  </a:lnTo>
                  <a:lnTo>
                    <a:pt x="0" y="169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94" r="3" b="-29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90451" y="721965"/>
            <a:ext cx="5844331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0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Propuesta</a:t>
            </a:r>
            <a:r>
              <a:rPr lang="en-US" sz="410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410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solución</a:t>
            </a:r>
            <a:endParaRPr lang="en-US" sz="4100" err="1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263825" y="2050405"/>
            <a:ext cx="2653159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Flujo</a:t>
            </a:r>
            <a:r>
              <a:rPr lang="en-US" sz="20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automatizado</a:t>
            </a:r>
            <a:endParaRPr lang="en-US" sz="2050" b="1" err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63825" y="2461617"/>
            <a:ext cx="15033724" cy="41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Grabación → Segmentación de audio → Transcripción (Whisper) → Resumen (T5) → Validación (Educa-G) → Materiales + CAT → Integración LMS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63825" y="3323927"/>
            <a:ext cx="2653159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Modelo de </a:t>
            </a: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negocio</a:t>
            </a:r>
            <a:endParaRPr lang="en-US" sz="2050" b="1" err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63825" y="3735140"/>
            <a:ext cx="15033724" cy="41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Planes escalables (básico, estándar, premium) según minutos de clase procesados mensualmente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63825" y="4597450"/>
            <a:ext cx="3100090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Validación</a:t>
            </a:r>
            <a:r>
              <a:rPr lang="en-US" sz="20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pedagógica</a:t>
            </a:r>
            <a:endParaRPr lang="en-US" sz="2050" b="1" err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263825" y="5008661"/>
            <a:ext cx="15033724" cy="41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Framework Educa-G evalúa coherencia, pertinencia y valor educativo de recursos generados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63825" y="5870973"/>
            <a:ext cx="2697064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Retroalimentaci</a:t>
            </a:r>
            <a:r>
              <a:rPr lang="en-US" sz="2050" b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ón</a:t>
            </a:r>
            <a:endParaRPr lang="en-US" sz="2050" b="1" err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63825" y="6282184"/>
            <a:ext cx="15033724" cy="41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Resúmenes sintéticos, flashcards de conceptos clave, cuestionarios adaptativos CAT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63825" y="7144494"/>
            <a:ext cx="2653159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Diferenciación</a:t>
            </a:r>
            <a:endParaRPr lang="en-US" sz="2050" b="1" err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63825" y="7555706"/>
            <a:ext cx="15033724" cy="41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Automatización integral con validación educativa, equilibrando innovación tecnológica con sostenibilidad económica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63825" y="8418016"/>
            <a:ext cx="2653159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50" b="1" err="1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Monitoreo</a:t>
            </a:r>
            <a:endParaRPr lang="en-US" sz="2050" b="1" err="1">
              <a:solidFill>
                <a:srgbClr val="3D3D42"/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263825" y="8829229"/>
            <a:ext cx="15033724" cy="41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Panel analítico para docentes y gestores con seguimiento del progreso académico estudiantil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90451" y="721965"/>
            <a:ext cx="5844331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0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Propuesta</a:t>
            </a:r>
            <a:r>
              <a:rPr lang="en-US" sz="410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410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solución</a:t>
            </a:r>
            <a:endParaRPr lang="en-US" sz="4100" err="1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B0082-A982-0B72-D228-3AE7ACEA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1930400"/>
            <a:ext cx="10083800" cy="6718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A8605-4540-CEE8-D057-F4B75F97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FDE327A-69D2-C22B-3F97-218B5963AD53}"/>
              </a:ext>
            </a:extLst>
          </p:cNvPr>
          <p:cNvSpPr txBox="1"/>
          <p:nvPr/>
        </p:nvSpPr>
        <p:spPr>
          <a:xfrm>
            <a:off x="990451" y="721965"/>
            <a:ext cx="9057670" cy="190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Benchmarking de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Modelos</a:t>
            </a:r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 de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Transcripción</a:t>
            </a:r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Automática</a:t>
            </a:r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 (ASR)</a:t>
            </a:r>
            <a:endParaRPr lang="en-US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 algn="l">
              <a:lnSpc>
                <a:spcPts val="5187"/>
              </a:lnSpc>
            </a:pPr>
            <a:endParaRPr lang="en-US" sz="4100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2B50FAA-5485-A3EF-B050-B85883B75E31}"/>
              </a:ext>
            </a:extLst>
          </p:cNvPr>
          <p:cNvSpPr txBox="1"/>
          <p:nvPr/>
        </p:nvSpPr>
        <p:spPr>
          <a:xfrm>
            <a:off x="985349" y="2649061"/>
            <a:ext cx="6326062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Precisión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de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transcripción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3B70F51-4EAE-2593-95CB-9DDD4DB88353}"/>
              </a:ext>
            </a:extLst>
          </p:cNvPr>
          <p:cNvSpPr txBox="1"/>
          <p:nvPr/>
        </p:nvSpPr>
        <p:spPr>
          <a:xfrm>
            <a:off x="1006915" y="3356321"/>
            <a:ext cx="7805886" cy="6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busca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un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modelo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convierta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grabaciones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clases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texto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menor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tasa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error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posible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C3B0B-7893-544B-69E5-8CC552449875}"/>
              </a:ext>
            </a:extLst>
          </p:cNvPr>
          <p:cNvSpPr txBox="1"/>
          <p:nvPr/>
        </p:nvSpPr>
        <p:spPr>
          <a:xfrm>
            <a:off x="963783" y="6509382"/>
            <a:ext cx="6326062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+mn-lt"/>
                <a:cs typeface="Poppins Light"/>
              </a:rPr>
              <a:t>Adaptación</a:t>
            </a:r>
            <a:r>
              <a:rPr lang="en-US" sz="2800" b="1">
                <a:latin typeface="Poppins Light"/>
                <a:ea typeface="+mn-lt"/>
                <a:cs typeface="Poppins Light"/>
              </a:rPr>
              <a:t> al </a:t>
            </a:r>
            <a:r>
              <a:rPr lang="en-US" sz="2800" b="1" err="1">
                <a:latin typeface="Poppins Light"/>
                <a:ea typeface="+mn-lt"/>
                <a:cs typeface="Poppins Light"/>
              </a:rPr>
              <a:t>dominio</a:t>
            </a:r>
            <a:r>
              <a:rPr lang="en-US" sz="2800" b="1">
                <a:latin typeface="Poppins Light"/>
                <a:ea typeface="+mn-lt"/>
                <a:cs typeface="Poppins Light"/>
              </a:rPr>
              <a:t> </a:t>
            </a:r>
            <a:r>
              <a:rPr lang="en-US" sz="2800" b="1" err="1">
                <a:latin typeface="Poppins Light"/>
                <a:ea typeface="+mn-lt"/>
                <a:cs typeface="Poppins Light"/>
              </a:rPr>
              <a:t>educativo</a:t>
            </a:r>
            <a:endParaRPr lang="en-US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820E6-5F35-DF41-FB4A-92AE84BDE902}"/>
              </a:ext>
            </a:extLst>
          </p:cNvPr>
          <p:cNvSpPr txBox="1"/>
          <p:nvPr/>
        </p:nvSpPr>
        <p:spPr>
          <a:xfrm>
            <a:off x="963783" y="7238208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considera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qué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tan bien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reconoce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vocabulario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académico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contexto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universitario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CC0252C-4EDC-CCED-4BAB-A1D3294D500F}"/>
              </a:ext>
            </a:extLst>
          </p:cNvPr>
          <p:cNvSpPr txBox="1"/>
          <p:nvPr/>
        </p:nvSpPr>
        <p:spPr>
          <a:xfrm>
            <a:off x="10043084" y="2649060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Robustez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ante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ruido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693BB83-2D32-4D6C-4D6D-15CCD603B409}"/>
              </a:ext>
            </a:extLst>
          </p:cNvPr>
          <p:cNvSpPr txBox="1"/>
          <p:nvPr/>
        </p:nvSpPr>
        <p:spPr>
          <a:xfrm>
            <a:off x="10043084" y="3356320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evalúa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su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capacidad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mantener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buen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desempeño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audios con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ruido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eco o baja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1354976-53D4-C9DE-26ED-D8923350571B}"/>
              </a:ext>
            </a:extLst>
          </p:cNvPr>
          <p:cNvSpPr txBox="1"/>
          <p:nvPr/>
        </p:nvSpPr>
        <p:spPr>
          <a:xfrm>
            <a:off x="9999952" y="6509380"/>
            <a:ext cx="6326062" cy="427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Integración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 y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costo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técnico</a:t>
            </a:r>
            <a:endParaRPr lang="en-US" err="1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7D00426-3DDA-A156-4F4C-F786492D4421}"/>
              </a:ext>
            </a:extLst>
          </p:cNvPr>
          <p:cNvSpPr txBox="1"/>
          <p:nvPr/>
        </p:nvSpPr>
        <p:spPr>
          <a:xfrm>
            <a:off x="9999952" y="7238207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analiza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facilidad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implementación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compatibilidad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otros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módulos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requerimientos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computacionales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13" descr="Reconocimiento automático de voz - EcuRed">
            <a:extLst>
              <a:ext uri="{FF2B5EF4-FFF2-40B4-BE49-F238E27FC236}">
                <a16:creationId xmlns:a16="http://schemas.microsoft.com/office/drawing/2014/main" id="{78E4F437-94CA-136B-91FD-CC03F244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992" r="-267" b="27857"/>
          <a:stretch>
            <a:fillRect/>
          </a:stretch>
        </p:blipFill>
        <p:spPr>
          <a:xfrm>
            <a:off x="4623758" y="3860449"/>
            <a:ext cx="9018928" cy="25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71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8575A-6B4E-56CA-B730-13B9248C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E230BAD-7E11-A1FF-3785-971E15B67AD0}"/>
              </a:ext>
            </a:extLst>
          </p:cNvPr>
          <p:cNvSpPr txBox="1"/>
          <p:nvPr/>
        </p:nvSpPr>
        <p:spPr>
          <a:xfrm>
            <a:off x="958321" y="626364"/>
            <a:ext cx="16364460" cy="1874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Benchmarking de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Modelos</a:t>
            </a: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 de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Transcripción</a:t>
            </a: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Automática</a:t>
            </a: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 (ASR)</a:t>
            </a:r>
            <a:endParaRPr lang="en-US" sz="6200" kern="1200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200" kern="1200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1553" y="2600181"/>
            <a:ext cx="6858000" cy="27432"/>
          </a:xfrm>
          <a:custGeom>
            <a:avLst/>
            <a:gdLst>
              <a:gd name="csX0" fmla="*/ 0 w 6858000"/>
              <a:gd name="csY0" fmla="*/ 0 h 27432"/>
              <a:gd name="csX1" fmla="*/ 685800 w 6858000"/>
              <a:gd name="csY1" fmla="*/ 0 h 27432"/>
              <a:gd name="csX2" fmla="*/ 1440180 w 6858000"/>
              <a:gd name="csY2" fmla="*/ 0 h 27432"/>
              <a:gd name="csX3" fmla="*/ 2057400 w 6858000"/>
              <a:gd name="csY3" fmla="*/ 0 h 27432"/>
              <a:gd name="csX4" fmla="*/ 2606040 w 6858000"/>
              <a:gd name="csY4" fmla="*/ 0 h 27432"/>
              <a:gd name="csX5" fmla="*/ 3154680 w 6858000"/>
              <a:gd name="csY5" fmla="*/ 0 h 27432"/>
              <a:gd name="csX6" fmla="*/ 3634740 w 6858000"/>
              <a:gd name="csY6" fmla="*/ 0 h 27432"/>
              <a:gd name="csX7" fmla="*/ 4457700 w 6858000"/>
              <a:gd name="csY7" fmla="*/ 0 h 27432"/>
              <a:gd name="csX8" fmla="*/ 5280660 w 6858000"/>
              <a:gd name="csY8" fmla="*/ 0 h 27432"/>
              <a:gd name="csX9" fmla="*/ 6103620 w 6858000"/>
              <a:gd name="csY9" fmla="*/ 0 h 27432"/>
              <a:gd name="csX10" fmla="*/ 6858000 w 6858000"/>
              <a:gd name="csY10" fmla="*/ 0 h 27432"/>
              <a:gd name="csX11" fmla="*/ 6858000 w 6858000"/>
              <a:gd name="csY11" fmla="*/ 27432 h 27432"/>
              <a:gd name="csX12" fmla="*/ 6172200 w 6858000"/>
              <a:gd name="csY12" fmla="*/ 27432 h 27432"/>
              <a:gd name="csX13" fmla="*/ 5417820 w 6858000"/>
              <a:gd name="csY13" fmla="*/ 27432 h 27432"/>
              <a:gd name="csX14" fmla="*/ 4937760 w 6858000"/>
              <a:gd name="csY14" fmla="*/ 27432 h 27432"/>
              <a:gd name="csX15" fmla="*/ 4457700 w 6858000"/>
              <a:gd name="csY15" fmla="*/ 27432 h 27432"/>
              <a:gd name="csX16" fmla="*/ 3977640 w 6858000"/>
              <a:gd name="csY16" fmla="*/ 27432 h 27432"/>
              <a:gd name="csX17" fmla="*/ 3429000 w 6858000"/>
              <a:gd name="csY17" fmla="*/ 27432 h 27432"/>
              <a:gd name="csX18" fmla="*/ 2880360 w 6858000"/>
              <a:gd name="csY18" fmla="*/ 27432 h 27432"/>
              <a:gd name="csX19" fmla="*/ 2331720 w 6858000"/>
              <a:gd name="csY19" fmla="*/ 27432 h 27432"/>
              <a:gd name="csX20" fmla="*/ 1783080 w 6858000"/>
              <a:gd name="csY20" fmla="*/ 27432 h 27432"/>
              <a:gd name="csX21" fmla="*/ 1234440 w 6858000"/>
              <a:gd name="csY21" fmla="*/ 27432 h 27432"/>
              <a:gd name="csX22" fmla="*/ 0 w 6858000"/>
              <a:gd name="csY22" fmla="*/ 27432 h 27432"/>
              <a:gd name="csX23" fmla="*/ 0 w 6858000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8000" h="27432" fill="none" extrusionOk="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858000" h="27432" stroke="0" extrusionOk="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28FDD5-E378-374E-B1F1-7AF443D3F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71417"/>
              </p:ext>
            </p:extLst>
          </p:nvPr>
        </p:nvGraphicFramePr>
        <p:xfrm>
          <a:off x="1043853" y="3454189"/>
          <a:ext cx="16195726" cy="537953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5617803">
                  <a:extLst>
                    <a:ext uri="{9D8B030D-6E8A-4147-A177-3AD203B41FA5}">
                      <a16:colId xmlns:a16="http://schemas.microsoft.com/office/drawing/2014/main" val="2949305761"/>
                    </a:ext>
                  </a:extLst>
                </a:gridCol>
                <a:gridCol w="1458996">
                  <a:extLst>
                    <a:ext uri="{9D8B030D-6E8A-4147-A177-3AD203B41FA5}">
                      <a16:colId xmlns:a16="http://schemas.microsoft.com/office/drawing/2014/main" val="19368600"/>
                    </a:ext>
                  </a:extLst>
                </a:gridCol>
                <a:gridCol w="1909490">
                  <a:extLst>
                    <a:ext uri="{9D8B030D-6E8A-4147-A177-3AD203B41FA5}">
                      <a16:colId xmlns:a16="http://schemas.microsoft.com/office/drawing/2014/main" val="195229166"/>
                    </a:ext>
                  </a:extLst>
                </a:gridCol>
                <a:gridCol w="2632315">
                  <a:extLst>
                    <a:ext uri="{9D8B030D-6E8A-4147-A177-3AD203B41FA5}">
                      <a16:colId xmlns:a16="http://schemas.microsoft.com/office/drawing/2014/main" val="759849100"/>
                    </a:ext>
                  </a:extLst>
                </a:gridCol>
                <a:gridCol w="1909490">
                  <a:extLst>
                    <a:ext uri="{9D8B030D-6E8A-4147-A177-3AD203B41FA5}">
                      <a16:colId xmlns:a16="http://schemas.microsoft.com/office/drawing/2014/main" val="1633844984"/>
                    </a:ext>
                  </a:extLst>
                </a:gridCol>
                <a:gridCol w="2667632">
                  <a:extLst>
                    <a:ext uri="{9D8B030D-6E8A-4147-A177-3AD203B41FA5}">
                      <a16:colId xmlns:a16="http://schemas.microsoft.com/office/drawing/2014/main" val="526797028"/>
                    </a:ext>
                  </a:extLst>
                </a:gridCol>
              </a:tblGrid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Criterio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Peso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Whisper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Wav2Vec2.0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Kaldi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DeepSpeech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646371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Precisión (WER)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4 (1.20)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5 (1.50)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(0.90)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2 (0.60)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61513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Robustez ante ruido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5 (1.00)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(0.60)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(0.60)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2 (0.40)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594157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Adaptación dominio educativo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4 (0.80)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5 (1.00)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4 (0.80)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2 (0.40)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85772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Requerimiento computacional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4 (0.60)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(0.45)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(0.45)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5 (0.75)</a:t>
                      </a: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86045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Integración NLP/LMS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5 (0.75)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(0.45)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 (0.45)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4 (0.60)</a:t>
                      </a:r>
                    </a:p>
                  </a:txBody>
                  <a:tcPr marL="113015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03452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cap="none" spc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b="1" cap="none" spc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b="1" cap="none" spc="0">
                          <a:solidFill>
                            <a:schemeClr val="tx1"/>
                          </a:solidFill>
                        </a:rPr>
                        <a:t>4.35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b="1" cap="none" spc="0">
                          <a:solidFill>
                            <a:schemeClr val="tx1"/>
                          </a:solidFill>
                        </a:rPr>
                        <a:t>4.00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b="1" cap="none" spc="0">
                          <a:solidFill>
                            <a:schemeClr val="tx1"/>
                          </a:solidFill>
                        </a:rPr>
                        <a:t>3.20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000" b="1" cap="none" spc="0">
                          <a:solidFill>
                            <a:schemeClr val="tx1"/>
                          </a:solidFill>
                        </a:rPr>
                        <a:t>2.75</a:t>
                      </a:r>
                      <a:endParaRPr lang="en-US" sz="3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26031" marT="113015" marB="113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7177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690EEAB-FC10-068A-AA2C-928CA7226F20}"/>
              </a:ext>
            </a:extLst>
          </p:cNvPr>
          <p:cNvSpPr txBox="1"/>
          <p:nvPr/>
        </p:nvSpPr>
        <p:spPr>
          <a:xfrm>
            <a:off x="1035170" y="9370443"/>
            <a:ext cx="9144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Conclusión:</a:t>
            </a:r>
            <a:r>
              <a:rPr lang="en-US"/>
              <a:t> Whisper ofrece el mejor equilibrio entre precisión, robustez, facilidad de implementación e integración.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65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36B64-8189-BAD6-BAF7-88BA3B8F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6E0EBE5-4525-63AD-9370-A722491EF048}"/>
              </a:ext>
            </a:extLst>
          </p:cNvPr>
          <p:cNvSpPr txBox="1"/>
          <p:nvPr/>
        </p:nvSpPr>
        <p:spPr>
          <a:xfrm>
            <a:off x="990451" y="721965"/>
            <a:ext cx="9057670" cy="190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Benchmarking de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Modelos</a:t>
            </a:r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 de Generación de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Contenido</a:t>
            </a:r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Educativo</a:t>
            </a:r>
            <a:endParaRPr lang="en-US" b="1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 algn="l">
              <a:lnSpc>
                <a:spcPts val="5187"/>
              </a:lnSpc>
            </a:pPr>
            <a:endParaRPr lang="en-US" sz="4100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56290DB-D870-4363-7059-8AC9B0D8CA97}"/>
              </a:ext>
            </a:extLst>
          </p:cNvPr>
          <p:cNvSpPr txBox="1"/>
          <p:nvPr/>
        </p:nvSpPr>
        <p:spPr>
          <a:xfrm>
            <a:off x="985349" y="2649061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>
                <a:latin typeface="Poppins Light"/>
                <a:cs typeface="Poppins Light"/>
              </a:rPr>
              <a:t>Calidad del </a:t>
            </a:r>
            <a:r>
              <a:rPr lang="en-US" sz="2800" b="1" err="1">
                <a:latin typeface="Poppins Light"/>
                <a:cs typeface="Poppins Light"/>
              </a:rPr>
              <a:t>contenido</a:t>
            </a:r>
            <a:endParaRPr lang="en-US" err="1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4D1678E2-3A14-EF0B-0CBC-5E1C18440D2A}"/>
              </a:ext>
            </a:extLst>
          </p:cNvPr>
          <p:cNvSpPr txBox="1"/>
          <p:nvPr/>
        </p:nvSpPr>
        <p:spPr>
          <a:xfrm>
            <a:off x="1006915" y="3356321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busca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modelos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generen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resúmenes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preguntas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recursos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claros,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coherentes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útiles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53D6-DE24-BCE5-6B90-14704B98ED39}"/>
              </a:ext>
            </a:extLst>
          </p:cNvPr>
          <p:cNvSpPr txBox="1"/>
          <p:nvPr/>
        </p:nvSpPr>
        <p:spPr>
          <a:xfrm>
            <a:off x="963783" y="6509382"/>
            <a:ext cx="6326062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+mn-lt"/>
                <a:cs typeface="Poppins Light"/>
              </a:rPr>
              <a:t>Velocidad</a:t>
            </a:r>
            <a:r>
              <a:rPr lang="en-US" sz="2800" b="1">
                <a:latin typeface="Poppins Light"/>
                <a:ea typeface="+mn-lt"/>
                <a:cs typeface="Poppins Light"/>
              </a:rPr>
              <a:t> de </a:t>
            </a:r>
            <a:r>
              <a:rPr lang="en-US" sz="2800" b="1" err="1">
                <a:latin typeface="Poppins Light"/>
                <a:ea typeface="+mn-lt"/>
                <a:cs typeface="Poppins Light"/>
              </a:rPr>
              <a:t>inferencia</a:t>
            </a:r>
            <a:endParaRPr lang="en-US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AF4FA-C4D6-978C-DD05-BC4468A75FD5}"/>
              </a:ext>
            </a:extLst>
          </p:cNvPr>
          <p:cNvSpPr txBox="1"/>
          <p:nvPr/>
        </p:nvSpPr>
        <p:spPr>
          <a:xfrm>
            <a:off x="963783" y="7238208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analiza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qué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tan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rápido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puede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generar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sin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afectar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experiencia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usuario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D67381C-94B7-FE89-B669-9A2864A65CF1}"/>
              </a:ext>
            </a:extLst>
          </p:cNvPr>
          <p:cNvSpPr txBox="1"/>
          <p:nvPr/>
        </p:nvSpPr>
        <p:spPr>
          <a:xfrm>
            <a:off x="10043084" y="2649060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>
                <a:latin typeface="Poppins Light"/>
                <a:ea typeface="Calibri"/>
                <a:cs typeface="Poppins Light"/>
              </a:rPr>
              <a:t>Costos de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operación</a:t>
            </a:r>
            <a:endParaRPr lang="en-US" err="1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3449A91-EBDB-5BFC-B606-E45FB57982FA}"/>
              </a:ext>
            </a:extLst>
          </p:cNvPr>
          <p:cNvSpPr txBox="1"/>
          <p:nvPr/>
        </p:nvSpPr>
        <p:spPr>
          <a:xfrm>
            <a:off x="10043084" y="3356320"/>
            <a:ext cx="7805886" cy="13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evalúa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costo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usar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cada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modelo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plataforma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sostenible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 largo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plazo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E9074D21-B065-3B53-CA7D-83EFFF08E784}"/>
              </a:ext>
            </a:extLst>
          </p:cNvPr>
          <p:cNvSpPr txBox="1"/>
          <p:nvPr/>
        </p:nvSpPr>
        <p:spPr>
          <a:xfrm>
            <a:off x="9999952" y="6509380"/>
            <a:ext cx="6326062" cy="427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Adaptación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al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dominio</a:t>
            </a:r>
            <a:endParaRPr lang="en-US" err="1"/>
          </a:p>
        </p:txBody>
      </p:sp>
      <p:pic>
        <p:nvPicPr>
          <p:cNvPr id="5" name="Picture 4" descr="Imágenes de Inteligencia artificial educacion png - Descarga gratuita en  Freepik">
            <a:extLst>
              <a:ext uri="{FF2B5EF4-FFF2-40B4-BE49-F238E27FC236}">
                <a16:creationId xmlns:a16="http://schemas.microsoft.com/office/drawing/2014/main" id="{A5B48D6E-BA19-D797-7AE9-89D3C09C0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011003"/>
            <a:ext cx="2743199" cy="2264993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8B8DAFEB-751A-32C1-93F2-1746202D36CE}"/>
              </a:ext>
            </a:extLst>
          </p:cNvPr>
          <p:cNvSpPr txBox="1"/>
          <p:nvPr/>
        </p:nvSpPr>
        <p:spPr>
          <a:xfrm>
            <a:off x="9999952" y="7238207"/>
            <a:ext cx="7805886" cy="6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considera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facilidad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ajustar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modelo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clases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universitarias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educativo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9823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AE485-270A-67DA-1E20-EE7579AC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CFF07E-1E88-726B-7BA2-BD0B0A497891}"/>
              </a:ext>
            </a:extLst>
          </p:cNvPr>
          <p:cNvSpPr txBox="1"/>
          <p:nvPr/>
        </p:nvSpPr>
        <p:spPr>
          <a:xfrm>
            <a:off x="958321" y="626364"/>
            <a:ext cx="16364460" cy="1874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Benchmarking de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Modelos</a:t>
            </a: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 de Generación de </a:t>
            </a:r>
            <a:r>
              <a:rPr lang="en-US" sz="6200" b="1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Contenido</a:t>
            </a: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Educativo</a:t>
            </a:r>
            <a:endParaRPr lang="en-US" sz="6200" b="1" kern="1200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200" kern="1200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1553" y="2600181"/>
            <a:ext cx="6858000" cy="27432"/>
          </a:xfrm>
          <a:custGeom>
            <a:avLst/>
            <a:gdLst>
              <a:gd name="csX0" fmla="*/ 0 w 6858000"/>
              <a:gd name="csY0" fmla="*/ 0 h 27432"/>
              <a:gd name="csX1" fmla="*/ 685800 w 6858000"/>
              <a:gd name="csY1" fmla="*/ 0 h 27432"/>
              <a:gd name="csX2" fmla="*/ 1440180 w 6858000"/>
              <a:gd name="csY2" fmla="*/ 0 h 27432"/>
              <a:gd name="csX3" fmla="*/ 2057400 w 6858000"/>
              <a:gd name="csY3" fmla="*/ 0 h 27432"/>
              <a:gd name="csX4" fmla="*/ 2606040 w 6858000"/>
              <a:gd name="csY4" fmla="*/ 0 h 27432"/>
              <a:gd name="csX5" fmla="*/ 3154680 w 6858000"/>
              <a:gd name="csY5" fmla="*/ 0 h 27432"/>
              <a:gd name="csX6" fmla="*/ 3634740 w 6858000"/>
              <a:gd name="csY6" fmla="*/ 0 h 27432"/>
              <a:gd name="csX7" fmla="*/ 4457700 w 6858000"/>
              <a:gd name="csY7" fmla="*/ 0 h 27432"/>
              <a:gd name="csX8" fmla="*/ 5280660 w 6858000"/>
              <a:gd name="csY8" fmla="*/ 0 h 27432"/>
              <a:gd name="csX9" fmla="*/ 6103620 w 6858000"/>
              <a:gd name="csY9" fmla="*/ 0 h 27432"/>
              <a:gd name="csX10" fmla="*/ 6858000 w 6858000"/>
              <a:gd name="csY10" fmla="*/ 0 h 27432"/>
              <a:gd name="csX11" fmla="*/ 6858000 w 6858000"/>
              <a:gd name="csY11" fmla="*/ 27432 h 27432"/>
              <a:gd name="csX12" fmla="*/ 6172200 w 6858000"/>
              <a:gd name="csY12" fmla="*/ 27432 h 27432"/>
              <a:gd name="csX13" fmla="*/ 5417820 w 6858000"/>
              <a:gd name="csY13" fmla="*/ 27432 h 27432"/>
              <a:gd name="csX14" fmla="*/ 4937760 w 6858000"/>
              <a:gd name="csY14" fmla="*/ 27432 h 27432"/>
              <a:gd name="csX15" fmla="*/ 4457700 w 6858000"/>
              <a:gd name="csY15" fmla="*/ 27432 h 27432"/>
              <a:gd name="csX16" fmla="*/ 3977640 w 6858000"/>
              <a:gd name="csY16" fmla="*/ 27432 h 27432"/>
              <a:gd name="csX17" fmla="*/ 3429000 w 6858000"/>
              <a:gd name="csY17" fmla="*/ 27432 h 27432"/>
              <a:gd name="csX18" fmla="*/ 2880360 w 6858000"/>
              <a:gd name="csY18" fmla="*/ 27432 h 27432"/>
              <a:gd name="csX19" fmla="*/ 2331720 w 6858000"/>
              <a:gd name="csY19" fmla="*/ 27432 h 27432"/>
              <a:gd name="csX20" fmla="*/ 1783080 w 6858000"/>
              <a:gd name="csY20" fmla="*/ 27432 h 27432"/>
              <a:gd name="csX21" fmla="*/ 1234440 w 6858000"/>
              <a:gd name="csY21" fmla="*/ 27432 h 27432"/>
              <a:gd name="csX22" fmla="*/ 0 w 6858000"/>
              <a:gd name="csY22" fmla="*/ 27432 h 27432"/>
              <a:gd name="csX23" fmla="*/ 0 w 6858000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8000" h="27432" fill="none" extrusionOk="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858000" h="27432" stroke="0" extrusionOk="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CFF025-BFFB-9F87-5398-384219069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04041"/>
              </p:ext>
            </p:extLst>
          </p:nvPr>
        </p:nvGraphicFramePr>
        <p:xfrm>
          <a:off x="570400" y="3540453"/>
          <a:ext cx="17142630" cy="537953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5067061">
                  <a:extLst>
                    <a:ext uri="{9D8B030D-6E8A-4147-A177-3AD203B41FA5}">
                      <a16:colId xmlns:a16="http://schemas.microsoft.com/office/drawing/2014/main" val="737444881"/>
                    </a:ext>
                  </a:extLst>
                </a:gridCol>
                <a:gridCol w="2443182">
                  <a:extLst>
                    <a:ext uri="{9D8B030D-6E8A-4147-A177-3AD203B41FA5}">
                      <a16:colId xmlns:a16="http://schemas.microsoft.com/office/drawing/2014/main" val="211287029"/>
                    </a:ext>
                  </a:extLst>
                </a:gridCol>
                <a:gridCol w="2528583">
                  <a:extLst>
                    <a:ext uri="{9D8B030D-6E8A-4147-A177-3AD203B41FA5}">
                      <a16:colId xmlns:a16="http://schemas.microsoft.com/office/drawing/2014/main" val="382003695"/>
                    </a:ext>
                  </a:extLst>
                </a:gridCol>
                <a:gridCol w="2939362">
                  <a:extLst>
                    <a:ext uri="{9D8B030D-6E8A-4147-A177-3AD203B41FA5}">
                      <a16:colId xmlns:a16="http://schemas.microsoft.com/office/drawing/2014/main" val="3897427088"/>
                    </a:ext>
                  </a:extLst>
                </a:gridCol>
                <a:gridCol w="4164442">
                  <a:extLst>
                    <a:ext uri="{9D8B030D-6E8A-4147-A177-3AD203B41FA5}">
                      <a16:colId xmlns:a16="http://schemas.microsoft.com/office/drawing/2014/main" val="448014292"/>
                    </a:ext>
                  </a:extLst>
                </a:gridCol>
              </a:tblGrid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Criterio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Peso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T5-base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GPT-3.5/4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BERT </a:t>
                      </a: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Generativo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471428903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Calidad del </a:t>
                      </a: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contenido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28.57%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5 (1.43)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5 (1.43)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3 (0.86)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3439197238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Costo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21.43%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5 (1.07)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2 (0.43)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4 (0.86)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2905927181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Tiempo de </a:t>
                      </a: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inferencia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14.29%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5 (0.71)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4 (0.57)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4 (0.57)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663006100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Precisión</a:t>
                      </a: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 y </a:t>
                      </a: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concisión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21.43%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5 (1.07)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2 (0.43)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3 (0.64)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1962010762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Adaptación</a:t>
                      </a: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 al </a:t>
                      </a:r>
                      <a:r>
                        <a:rPr lang="en-US" sz="2200" err="1">
                          <a:solidFill>
                            <a:srgbClr val="262626"/>
                          </a:solidFill>
                        </a:rPr>
                        <a:t>dominio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14.29%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5 (0.71)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4 (0.57)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2 (0.29)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2723160122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TOTAL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100%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4.99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3.43</a:t>
                      </a:r>
                    </a:p>
                  </a:txBody>
                  <a:tcPr marL="316691" marR="190015" marT="190015" marB="19001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3.22</a:t>
                      </a:r>
                    </a:p>
                  </a:txBody>
                  <a:tcPr marL="316691" marR="190015" marT="190015" marB="190015" anchor="ctr"/>
                </a:tc>
                <a:extLst>
                  <a:ext uri="{0D108BD9-81ED-4DB2-BD59-A6C34878D82A}">
                    <a16:rowId xmlns:a16="http://schemas.microsoft.com/office/drawing/2014/main" val="163632081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1447CDC-C0F6-C1EF-ED42-66CEDE2EC493}"/>
              </a:ext>
            </a:extLst>
          </p:cNvPr>
          <p:cNvSpPr txBox="1"/>
          <p:nvPr/>
        </p:nvSpPr>
        <p:spPr>
          <a:xfrm>
            <a:off x="560717" y="9370443"/>
            <a:ext cx="9144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Conclusión:</a:t>
            </a:r>
            <a:r>
              <a:rPr lang="en-US"/>
              <a:t> T5-base destaca por calidad, velocidad, menor costo y facilidad de fine-tuning en dominio educativo.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32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3A01C-CA20-8F0B-295C-2FB5995D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9EB0FB0-F64D-FA7E-C616-E8414801B251}"/>
              </a:ext>
            </a:extLst>
          </p:cNvPr>
          <p:cNvSpPr txBox="1"/>
          <p:nvPr/>
        </p:nvSpPr>
        <p:spPr>
          <a:xfrm>
            <a:off x="990451" y="721965"/>
            <a:ext cx="9057670" cy="190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Benchmarking de Frameworks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Educativos</a:t>
            </a:r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 de Generación de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Preguntas</a:t>
            </a:r>
            <a:endParaRPr lang="en-US" b="1" err="1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 algn="l">
              <a:lnSpc>
                <a:spcPts val="5187"/>
              </a:lnSpc>
            </a:pPr>
            <a:endParaRPr lang="en-US" sz="4100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37EA63C-26C8-A256-F285-5D7D1AD0B2B8}"/>
              </a:ext>
            </a:extLst>
          </p:cNvPr>
          <p:cNvSpPr txBox="1"/>
          <p:nvPr/>
        </p:nvSpPr>
        <p:spPr>
          <a:xfrm>
            <a:off x="985349" y="2649061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>
                <a:latin typeface="Poppins Light"/>
                <a:cs typeface="Poppins Light"/>
              </a:rPr>
              <a:t>Calidad </a:t>
            </a:r>
            <a:r>
              <a:rPr lang="en-US" sz="2800" b="1" err="1">
                <a:latin typeface="Poppins Light"/>
                <a:cs typeface="Poppins Light"/>
              </a:rPr>
              <a:t>pedagógica</a:t>
            </a:r>
            <a:endParaRPr lang="en-US" err="1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189FBA0-62A3-58F2-CC19-E9A215CAB3E8}"/>
              </a:ext>
            </a:extLst>
          </p:cNvPr>
          <p:cNvSpPr txBox="1"/>
          <p:nvPr/>
        </p:nvSpPr>
        <p:spPr>
          <a:xfrm>
            <a:off x="1006915" y="3356321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busca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las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preguntas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generadas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aporten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valor real al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aprendizaje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estudiante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1E8EF-5975-6E34-20DE-0476C4B2C812}"/>
              </a:ext>
            </a:extLst>
          </p:cNvPr>
          <p:cNvSpPr txBox="1"/>
          <p:nvPr/>
        </p:nvSpPr>
        <p:spPr>
          <a:xfrm>
            <a:off x="963783" y="6509382"/>
            <a:ext cx="6326062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+mn-lt"/>
                <a:cs typeface="Poppins Light"/>
              </a:rPr>
              <a:t>Adaptación</a:t>
            </a:r>
            <a:r>
              <a:rPr lang="en-US" sz="2800" b="1">
                <a:latin typeface="Poppins Light"/>
                <a:ea typeface="+mn-lt"/>
                <a:cs typeface="Poppins Light"/>
              </a:rPr>
              <a:t> al </a:t>
            </a:r>
            <a:r>
              <a:rPr lang="en-US" sz="2800" b="1" err="1">
                <a:latin typeface="Poppins Light"/>
                <a:ea typeface="+mn-lt"/>
                <a:cs typeface="Poppins Light"/>
              </a:rPr>
              <a:t>dominio</a:t>
            </a:r>
            <a:endParaRPr lang="en-US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14A67-167B-9F89-07A8-209229EAE5C7}"/>
              </a:ext>
            </a:extLst>
          </p:cNvPr>
          <p:cNvSpPr txBox="1"/>
          <p:nvPr/>
        </p:nvSpPr>
        <p:spPr>
          <a:xfrm>
            <a:off x="963783" y="7238208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analiza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framework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puede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trabajar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bien con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contenidos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académicos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técnicos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5C937F8-F505-95B1-4172-75391D9614E4}"/>
              </a:ext>
            </a:extLst>
          </p:cNvPr>
          <p:cNvSpPr txBox="1"/>
          <p:nvPr/>
        </p:nvSpPr>
        <p:spPr>
          <a:xfrm>
            <a:off x="10043084" y="2649060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Precisión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linguistica</a:t>
            </a:r>
            <a:endParaRPr lang="en-US" err="1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5215DC4F-9828-8694-D2E8-3F8505293E1F}"/>
              </a:ext>
            </a:extLst>
          </p:cNvPr>
          <p:cNvSpPr txBox="1"/>
          <p:nvPr/>
        </p:nvSpPr>
        <p:spPr>
          <a:xfrm>
            <a:off x="10043084" y="3356320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evalúa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claridad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corrección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precisión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lenguaje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usado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las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preguntas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DF2C6D5-5F1C-33F2-ED24-20596E49B962}"/>
              </a:ext>
            </a:extLst>
          </p:cNvPr>
          <p:cNvSpPr txBox="1"/>
          <p:nvPr/>
        </p:nvSpPr>
        <p:spPr>
          <a:xfrm>
            <a:off x="9999952" y="6509380"/>
            <a:ext cx="6326062" cy="427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Facilidad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de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implementación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C90CC07-E6A1-02E1-4869-40B1B7B42760}"/>
              </a:ext>
            </a:extLst>
          </p:cNvPr>
          <p:cNvSpPr txBox="1"/>
          <p:nvPr/>
        </p:nvSpPr>
        <p:spPr>
          <a:xfrm>
            <a:off x="9999952" y="7238207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considera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esfuerzo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técnico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necesario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integrarlo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plataforma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  <p:pic>
        <p:nvPicPr>
          <p:cNvPr id="6" name="Picture 5" descr="Diseño PNG Y SVG De Pregunta De Doodle De Signo De Interrogación 3D Para  Camisetas">
            <a:extLst>
              <a:ext uri="{FF2B5EF4-FFF2-40B4-BE49-F238E27FC236}">
                <a16:creationId xmlns:a16="http://schemas.microsoft.com/office/drawing/2014/main" id="{7F79A6A0-FA55-9B27-8B2D-C2EE271B0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48" y="4120371"/>
            <a:ext cx="2487104" cy="239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61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6FB31-0AB5-32DB-4341-6E9FE3F5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797F4A-1BE2-9383-603A-517543A5F2C0}"/>
              </a:ext>
            </a:extLst>
          </p:cNvPr>
          <p:cNvSpPr txBox="1"/>
          <p:nvPr/>
        </p:nvSpPr>
        <p:spPr>
          <a:xfrm>
            <a:off x="958321" y="626364"/>
            <a:ext cx="16364460" cy="1874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Benchmarking de Frameworks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Educativos</a:t>
            </a: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 de Generación de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Preguntas</a:t>
            </a:r>
            <a:endParaRPr lang="en-US" sz="6200" b="1" kern="1200" err="1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200" kern="1200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1553" y="2600181"/>
            <a:ext cx="6858000" cy="27432"/>
          </a:xfrm>
          <a:custGeom>
            <a:avLst/>
            <a:gdLst>
              <a:gd name="csX0" fmla="*/ 0 w 6858000"/>
              <a:gd name="csY0" fmla="*/ 0 h 27432"/>
              <a:gd name="csX1" fmla="*/ 685800 w 6858000"/>
              <a:gd name="csY1" fmla="*/ 0 h 27432"/>
              <a:gd name="csX2" fmla="*/ 1440180 w 6858000"/>
              <a:gd name="csY2" fmla="*/ 0 h 27432"/>
              <a:gd name="csX3" fmla="*/ 2057400 w 6858000"/>
              <a:gd name="csY3" fmla="*/ 0 h 27432"/>
              <a:gd name="csX4" fmla="*/ 2606040 w 6858000"/>
              <a:gd name="csY4" fmla="*/ 0 h 27432"/>
              <a:gd name="csX5" fmla="*/ 3154680 w 6858000"/>
              <a:gd name="csY5" fmla="*/ 0 h 27432"/>
              <a:gd name="csX6" fmla="*/ 3634740 w 6858000"/>
              <a:gd name="csY6" fmla="*/ 0 h 27432"/>
              <a:gd name="csX7" fmla="*/ 4457700 w 6858000"/>
              <a:gd name="csY7" fmla="*/ 0 h 27432"/>
              <a:gd name="csX8" fmla="*/ 5280660 w 6858000"/>
              <a:gd name="csY8" fmla="*/ 0 h 27432"/>
              <a:gd name="csX9" fmla="*/ 6103620 w 6858000"/>
              <a:gd name="csY9" fmla="*/ 0 h 27432"/>
              <a:gd name="csX10" fmla="*/ 6858000 w 6858000"/>
              <a:gd name="csY10" fmla="*/ 0 h 27432"/>
              <a:gd name="csX11" fmla="*/ 6858000 w 6858000"/>
              <a:gd name="csY11" fmla="*/ 27432 h 27432"/>
              <a:gd name="csX12" fmla="*/ 6172200 w 6858000"/>
              <a:gd name="csY12" fmla="*/ 27432 h 27432"/>
              <a:gd name="csX13" fmla="*/ 5417820 w 6858000"/>
              <a:gd name="csY13" fmla="*/ 27432 h 27432"/>
              <a:gd name="csX14" fmla="*/ 4937760 w 6858000"/>
              <a:gd name="csY14" fmla="*/ 27432 h 27432"/>
              <a:gd name="csX15" fmla="*/ 4457700 w 6858000"/>
              <a:gd name="csY15" fmla="*/ 27432 h 27432"/>
              <a:gd name="csX16" fmla="*/ 3977640 w 6858000"/>
              <a:gd name="csY16" fmla="*/ 27432 h 27432"/>
              <a:gd name="csX17" fmla="*/ 3429000 w 6858000"/>
              <a:gd name="csY17" fmla="*/ 27432 h 27432"/>
              <a:gd name="csX18" fmla="*/ 2880360 w 6858000"/>
              <a:gd name="csY18" fmla="*/ 27432 h 27432"/>
              <a:gd name="csX19" fmla="*/ 2331720 w 6858000"/>
              <a:gd name="csY19" fmla="*/ 27432 h 27432"/>
              <a:gd name="csX20" fmla="*/ 1783080 w 6858000"/>
              <a:gd name="csY20" fmla="*/ 27432 h 27432"/>
              <a:gd name="csX21" fmla="*/ 1234440 w 6858000"/>
              <a:gd name="csY21" fmla="*/ 27432 h 27432"/>
              <a:gd name="csX22" fmla="*/ 0 w 6858000"/>
              <a:gd name="csY22" fmla="*/ 27432 h 27432"/>
              <a:gd name="csX23" fmla="*/ 0 w 6858000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8000" h="27432" fill="none" extrusionOk="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858000" h="27432" stroke="0" extrusionOk="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C17473-9AA1-BB0C-F028-8403E2855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506414"/>
              </p:ext>
            </p:extLst>
          </p:nvPr>
        </p:nvGraphicFramePr>
        <p:xfrm>
          <a:off x="854714" y="3367925"/>
          <a:ext cx="16574000" cy="537953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6494402">
                  <a:extLst>
                    <a:ext uri="{9D8B030D-6E8A-4147-A177-3AD203B41FA5}">
                      <a16:colId xmlns:a16="http://schemas.microsoft.com/office/drawing/2014/main" val="242322376"/>
                    </a:ext>
                  </a:extLst>
                </a:gridCol>
                <a:gridCol w="2447656">
                  <a:extLst>
                    <a:ext uri="{9D8B030D-6E8A-4147-A177-3AD203B41FA5}">
                      <a16:colId xmlns:a16="http://schemas.microsoft.com/office/drawing/2014/main" val="900344756"/>
                    </a:ext>
                  </a:extLst>
                </a:gridCol>
                <a:gridCol w="2618048">
                  <a:extLst>
                    <a:ext uri="{9D8B030D-6E8A-4147-A177-3AD203B41FA5}">
                      <a16:colId xmlns:a16="http://schemas.microsoft.com/office/drawing/2014/main" val="517359364"/>
                    </a:ext>
                  </a:extLst>
                </a:gridCol>
                <a:gridCol w="2506947">
                  <a:extLst>
                    <a:ext uri="{9D8B030D-6E8A-4147-A177-3AD203B41FA5}">
                      <a16:colId xmlns:a16="http://schemas.microsoft.com/office/drawing/2014/main" val="1904178798"/>
                    </a:ext>
                  </a:extLst>
                </a:gridCol>
                <a:gridCol w="2506947">
                  <a:extLst>
                    <a:ext uri="{9D8B030D-6E8A-4147-A177-3AD203B41FA5}">
                      <a16:colId xmlns:a16="http://schemas.microsoft.com/office/drawing/2014/main" val="2678894237"/>
                    </a:ext>
                  </a:extLst>
                </a:gridCol>
              </a:tblGrid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Criterio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Peso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EduQG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+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Leaf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QG-Net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3707788914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Calidad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pedagógica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30.77%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(1.54)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4 (1.23)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(0.92)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1905429532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Precisión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lingüística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30.77%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(1.54)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4 (1.23)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(0.92)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3816138854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Adaptación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 al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dominio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15.38%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(0.77)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(0.46)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(0.46)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2103419810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Costo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computacional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7.69%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(0.23)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(0.38)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(0.38)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3029524395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Facilidad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implementación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15.38%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(0.77)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(0.77)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(0.46)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1855312793"/>
                  </a:ext>
                </a:extLst>
              </a:tr>
              <a:tr h="76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4.85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4.07</a:t>
                      </a:r>
                    </a:p>
                  </a:txBody>
                  <a:tcPr marL="211068" marR="162360" marT="162360" marB="1623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3.14</a:t>
                      </a:r>
                    </a:p>
                  </a:txBody>
                  <a:tcPr marL="211068" marR="162360" marT="162360" marB="162360" anchor="ctr"/>
                </a:tc>
                <a:extLst>
                  <a:ext uri="{0D108BD9-81ED-4DB2-BD59-A6C34878D82A}">
                    <a16:rowId xmlns:a16="http://schemas.microsoft.com/office/drawing/2014/main" val="39683446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CB27270-3129-B570-A138-AD34014AB95B}"/>
              </a:ext>
            </a:extLst>
          </p:cNvPr>
          <p:cNvSpPr txBox="1"/>
          <p:nvPr/>
        </p:nvSpPr>
        <p:spPr>
          <a:xfrm>
            <a:off x="862642" y="9370443"/>
            <a:ext cx="1020073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Conclusión:</a:t>
            </a:r>
            <a:r>
              <a:rPr lang="en-US"/>
              <a:t> EduQG+ fue elegido por su mayor calidad pedagógica, precisión terminológica y alineación con generación de preguntas educativas.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10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2724B-5948-8AA9-E46B-E25025E0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ducational product testing best practice | Haremi">
            <a:extLst>
              <a:ext uri="{FF2B5EF4-FFF2-40B4-BE49-F238E27FC236}">
                <a16:creationId xmlns:a16="http://schemas.microsoft.com/office/drawing/2014/main" id="{8A7C9022-E880-8B35-9F61-F4CDDC6D7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777" y="3854391"/>
            <a:ext cx="5762445" cy="3354597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EFC4264-7B8C-CF5B-C1F3-7F7325CC6993}"/>
              </a:ext>
            </a:extLst>
          </p:cNvPr>
          <p:cNvSpPr txBox="1"/>
          <p:nvPr/>
        </p:nvSpPr>
        <p:spPr>
          <a:xfrm>
            <a:off x="990451" y="721965"/>
            <a:ext cx="9057670" cy="1261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Benchmarking de Frameworks de Testing </a:t>
            </a:r>
            <a:r>
              <a:rPr lang="en-US" sz="4100" b="1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Adaptativo</a:t>
            </a:r>
            <a:endParaRPr lang="en-US" err="1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D8DEFCF-E9E3-CDFC-8E1B-F5ACE7C5C65C}"/>
              </a:ext>
            </a:extLst>
          </p:cNvPr>
          <p:cNvSpPr txBox="1"/>
          <p:nvPr/>
        </p:nvSpPr>
        <p:spPr>
          <a:xfrm>
            <a:off x="985349" y="2649061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cs typeface="Poppins Light"/>
              </a:rPr>
              <a:t>Precisión</a:t>
            </a:r>
            <a:r>
              <a:rPr lang="en-US" sz="2800" b="1">
                <a:latin typeface="Poppins Light"/>
                <a:cs typeface="Poppins Light"/>
              </a:rPr>
              <a:t> de </a:t>
            </a:r>
            <a:r>
              <a:rPr lang="en-US" sz="2800" b="1" err="1">
                <a:latin typeface="Poppins Light"/>
                <a:cs typeface="Poppins Light"/>
              </a:rPr>
              <a:t>medición</a:t>
            </a:r>
            <a:endParaRPr lang="en-US" err="1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1E94FCA-0206-E984-AD7F-45E67D7F213A}"/>
              </a:ext>
            </a:extLst>
          </p:cNvPr>
          <p:cNvSpPr txBox="1"/>
          <p:nvPr/>
        </p:nvSpPr>
        <p:spPr>
          <a:xfrm>
            <a:off x="1006915" y="3356321"/>
            <a:ext cx="7805886" cy="13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busca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estimar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exactitud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nivel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conocimiento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o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habilidad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estudiante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B351E-368A-941C-92C5-BAF3A8EA6540}"/>
              </a:ext>
            </a:extLst>
          </p:cNvPr>
          <p:cNvSpPr txBox="1"/>
          <p:nvPr/>
        </p:nvSpPr>
        <p:spPr>
          <a:xfrm>
            <a:off x="963783" y="7350457"/>
            <a:ext cx="6326062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Flexibilidad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metodológica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C458B-D79C-D301-9350-C928189389FF}"/>
              </a:ext>
            </a:extLst>
          </p:cNvPr>
          <p:cNvSpPr txBox="1"/>
          <p:nvPr/>
        </p:nvSpPr>
        <p:spPr>
          <a:xfrm>
            <a:off x="963783" y="8079283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considera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permite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adaptarse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distintos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contextos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necesidades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educativas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0F95CD4E-06F2-972B-CE12-E7BC186559CA}"/>
              </a:ext>
            </a:extLst>
          </p:cNvPr>
          <p:cNvSpPr txBox="1"/>
          <p:nvPr/>
        </p:nvSpPr>
        <p:spPr>
          <a:xfrm>
            <a:off x="10043084" y="2649060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Escalabilidad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6B19BF67-CFB2-7CBF-2D5D-05AB26A26578}"/>
              </a:ext>
            </a:extLst>
          </p:cNvPr>
          <p:cNvSpPr txBox="1"/>
          <p:nvPr/>
        </p:nvSpPr>
        <p:spPr>
          <a:xfrm>
            <a:off x="10043084" y="3356320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analiza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su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capacidad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funcionar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con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varios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estudiantes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evaluaciones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sin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perder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rendimiento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2A07E21-EC6C-32FD-4FEB-AEDC9DB3C4C6}"/>
              </a:ext>
            </a:extLst>
          </p:cNvPr>
          <p:cNvSpPr txBox="1"/>
          <p:nvPr/>
        </p:nvSpPr>
        <p:spPr>
          <a:xfrm>
            <a:off x="9999952" y="7350456"/>
            <a:ext cx="6326062" cy="427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Facilidad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de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implementación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5F692803-E241-8B50-344C-2FDBD20579B7}"/>
              </a:ext>
            </a:extLst>
          </p:cNvPr>
          <p:cNvSpPr txBox="1"/>
          <p:nvPr/>
        </p:nvSpPr>
        <p:spPr>
          <a:xfrm>
            <a:off x="9999952" y="8079283"/>
            <a:ext cx="7805886" cy="13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evalúa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qué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tan viable es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integrar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framework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sistema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propuesto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8506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4AF62-56B4-61D5-CA9F-5681C499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4C47099-CA20-A0B0-437F-192E65BDCBDB}"/>
              </a:ext>
            </a:extLst>
          </p:cNvPr>
          <p:cNvSpPr txBox="1"/>
          <p:nvPr/>
        </p:nvSpPr>
        <p:spPr>
          <a:xfrm>
            <a:off x="958321" y="626364"/>
            <a:ext cx="16364460" cy="1874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Benchmarking de Frameworks de Testing </a:t>
            </a:r>
            <a:r>
              <a:rPr lang="en-US" sz="6200" b="1" kern="1200" err="1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Adaptativo</a:t>
            </a:r>
            <a:endParaRPr lang="en-US" sz="6200" kern="1200" err="1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1553" y="2600181"/>
            <a:ext cx="6858000" cy="27432"/>
          </a:xfrm>
          <a:custGeom>
            <a:avLst/>
            <a:gdLst>
              <a:gd name="csX0" fmla="*/ 0 w 6858000"/>
              <a:gd name="csY0" fmla="*/ 0 h 27432"/>
              <a:gd name="csX1" fmla="*/ 685800 w 6858000"/>
              <a:gd name="csY1" fmla="*/ 0 h 27432"/>
              <a:gd name="csX2" fmla="*/ 1440180 w 6858000"/>
              <a:gd name="csY2" fmla="*/ 0 h 27432"/>
              <a:gd name="csX3" fmla="*/ 2057400 w 6858000"/>
              <a:gd name="csY3" fmla="*/ 0 h 27432"/>
              <a:gd name="csX4" fmla="*/ 2606040 w 6858000"/>
              <a:gd name="csY4" fmla="*/ 0 h 27432"/>
              <a:gd name="csX5" fmla="*/ 3154680 w 6858000"/>
              <a:gd name="csY5" fmla="*/ 0 h 27432"/>
              <a:gd name="csX6" fmla="*/ 3634740 w 6858000"/>
              <a:gd name="csY6" fmla="*/ 0 h 27432"/>
              <a:gd name="csX7" fmla="*/ 4457700 w 6858000"/>
              <a:gd name="csY7" fmla="*/ 0 h 27432"/>
              <a:gd name="csX8" fmla="*/ 5280660 w 6858000"/>
              <a:gd name="csY8" fmla="*/ 0 h 27432"/>
              <a:gd name="csX9" fmla="*/ 6103620 w 6858000"/>
              <a:gd name="csY9" fmla="*/ 0 h 27432"/>
              <a:gd name="csX10" fmla="*/ 6858000 w 6858000"/>
              <a:gd name="csY10" fmla="*/ 0 h 27432"/>
              <a:gd name="csX11" fmla="*/ 6858000 w 6858000"/>
              <a:gd name="csY11" fmla="*/ 27432 h 27432"/>
              <a:gd name="csX12" fmla="*/ 6172200 w 6858000"/>
              <a:gd name="csY12" fmla="*/ 27432 h 27432"/>
              <a:gd name="csX13" fmla="*/ 5417820 w 6858000"/>
              <a:gd name="csY13" fmla="*/ 27432 h 27432"/>
              <a:gd name="csX14" fmla="*/ 4937760 w 6858000"/>
              <a:gd name="csY14" fmla="*/ 27432 h 27432"/>
              <a:gd name="csX15" fmla="*/ 4457700 w 6858000"/>
              <a:gd name="csY15" fmla="*/ 27432 h 27432"/>
              <a:gd name="csX16" fmla="*/ 3977640 w 6858000"/>
              <a:gd name="csY16" fmla="*/ 27432 h 27432"/>
              <a:gd name="csX17" fmla="*/ 3429000 w 6858000"/>
              <a:gd name="csY17" fmla="*/ 27432 h 27432"/>
              <a:gd name="csX18" fmla="*/ 2880360 w 6858000"/>
              <a:gd name="csY18" fmla="*/ 27432 h 27432"/>
              <a:gd name="csX19" fmla="*/ 2331720 w 6858000"/>
              <a:gd name="csY19" fmla="*/ 27432 h 27432"/>
              <a:gd name="csX20" fmla="*/ 1783080 w 6858000"/>
              <a:gd name="csY20" fmla="*/ 27432 h 27432"/>
              <a:gd name="csX21" fmla="*/ 1234440 w 6858000"/>
              <a:gd name="csY21" fmla="*/ 27432 h 27432"/>
              <a:gd name="csX22" fmla="*/ 0 w 6858000"/>
              <a:gd name="csY22" fmla="*/ 27432 h 27432"/>
              <a:gd name="csX23" fmla="*/ 0 w 6858000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8000" h="27432" fill="none" extrusionOk="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858000" h="27432" stroke="0" extrusionOk="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24ED9A-938F-08A4-E4B7-67E7E322F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711616"/>
              </p:ext>
            </p:extLst>
          </p:nvPr>
        </p:nvGraphicFramePr>
        <p:xfrm>
          <a:off x="480060" y="3489813"/>
          <a:ext cx="17323310" cy="453190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5670788">
                  <a:extLst>
                    <a:ext uri="{9D8B030D-6E8A-4147-A177-3AD203B41FA5}">
                      <a16:colId xmlns:a16="http://schemas.microsoft.com/office/drawing/2014/main" val="3739262622"/>
                    </a:ext>
                  </a:extLst>
                </a:gridCol>
                <a:gridCol w="2275517">
                  <a:extLst>
                    <a:ext uri="{9D8B030D-6E8A-4147-A177-3AD203B41FA5}">
                      <a16:colId xmlns:a16="http://schemas.microsoft.com/office/drawing/2014/main" val="3064834716"/>
                    </a:ext>
                  </a:extLst>
                </a:gridCol>
                <a:gridCol w="2879559">
                  <a:extLst>
                    <a:ext uri="{9D8B030D-6E8A-4147-A177-3AD203B41FA5}">
                      <a16:colId xmlns:a16="http://schemas.microsoft.com/office/drawing/2014/main" val="933556322"/>
                    </a:ext>
                  </a:extLst>
                </a:gridCol>
                <a:gridCol w="2335251">
                  <a:extLst>
                    <a:ext uri="{9D8B030D-6E8A-4147-A177-3AD203B41FA5}">
                      <a16:colId xmlns:a16="http://schemas.microsoft.com/office/drawing/2014/main" val="2161543295"/>
                    </a:ext>
                  </a:extLst>
                </a:gridCol>
                <a:gridCol w="4162195">
                  <a:extLst>
                    <a:ext uri="{9D8B030D-6E8A-4147-A177-3AD203B41FA5}">
                      <a16:colId xmlns:a16="http://schemas.microsoft.com/office/drawing/2014/main" val="1277129067"/>
                    </a:ext>
                  </a:extLst>
                </a:gridCol>
              </a:tblGrid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Criterio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Peso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IRT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clásico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GECAT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Híbrido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 IRT+LLM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620326974"/>
                  </a:ext>
                </a:extLst>
              </a:tr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Precisión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medición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25.00%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(1.25)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(1.25)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4 (1.00)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458933568"/>
                  </a:ext>
                </a:extLst>
              </a:tr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Control de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exposición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16.67%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(0.50)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(0.83)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2 (0.33)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3056807934"/>
                  </a:ext>
                </a:extLst>
              </a:tr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Facilidad</a:t>
                      </a: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implementación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33.33%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(1.67)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2 (0.67)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(1.67)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2895400504"/>
                  </a:ext>
                </a:extLst>
              </a:tr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Escalabilidad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8.33%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(0.42)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(0.25)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(0.42)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1895696417"/>
                  </a:ext>
                </a:extLst>
              </a:tr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 err="1">
                          <a:solidFill>
                            <a:srgbClr val="000000"/>
                          </a:solidFill>
                        </a:rPr>
                        <a:t>Flexibilidad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16.67%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(0.50)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5 (0.83)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 (0.50)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170982272"/>
                  </a:ext>
                </a:extLst>
              </a:tr>
              <a:tr h="64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4.34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3.83</a:t>
                      </a:r>
                    </a:p>
                  </a:txBody>
                  <a:tcPr marL="141770" marR="141770" marT="70885" marB="1417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500" cap="none" spc="0">
                          <a:solidFill>
                            <a:srgbClr val="000000"/>
                          </a:solidFill>
                        </a:rPr>
                        <a:t>3.92</a:t>
                      </a:r>
                    </a:p>
                  </a:txBody>
                  <a:tcPr marL="141770" marR="141770" marT="70885" marB="141770" anchor="ctr"/>
                </a:tc>
                <a:extLst>
                  <a:ext uri="{0D108BD9-81ED-4DB2-BD59-A6C34878D82A}">
                    <a16:rowId xmlns:a16="http://schemas.microsoft.com/office/drawing/2014/main" val="145306045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46E5E6-D518-39C2-979C-5C3E14B3C191}"/>
              </a:ext>
            </a:extLst>
          </p:cNvPr>
          <p:cNvSpPr txBox="1"/>
          <p:nvPr/>
        </p:nvSpPr>
        <p:spPr>
          <a:xfrm>
            <a:off x="474453" y="8745028"/>
            <a:ext cx="114084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Conclusión:</a:t>
            </a:r>
            <a:r>
              <a:rPr lang="en-US"/>
              <a:t> se seleccionó IRT clásico por su madurez, facilidad de implementación, menor costo y alta confiabilidad psicométrica.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8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BDA62-1F46-242B-D560-CB5F58B3C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079855D-2BB8-5190-0DF0-165897C0D007}"/>
              </a:ext>
            </a:extLst>
          </p:cNvPr>
          <p:cNvSpPr txBox="1"/>
          <p:nvPr/>
        </p:nvSpPr>
        <p:spPr>
          <a:xfrm>
            <a:off x="990451" y="721965"/>
            <a:ext cx="9057670" cy="630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1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  <a:sym typeface="Poppins Light"/>
              </a:rPr>
              <a:t>Benchmarking de Base de Datos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88B1064-BCD8-8658-27D5-F8402704AE9B}"/>
              </a:ext>
            </a:extLst>
          </p:cNvPr>
          <p:cNvSpPr txBox="1"/>
          <p:nvPr/>
        </p:nvSpPr>
        <p:spPr>
          <a:xfrm>
            <a:off x="985349" y="2649061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cs typeface="Poppins Light"/>
              </a:rPr>
              <a:t>Consistencia</a:t>
            </a:r>
            <a:r>
              <a:rPr lang="en-US" sz="2800" b="1">
                <a:latin typeface="Poppins Light"/>
                <a:cs typeface="Poppins Light"/>
              </a:rPr>
              <a:t> e </a:t>
            </a:r>
            <a:r>
              <a:rPr lang="en-US" sz="2800" b="1" err="1">
                <a:latin typeface="Poppins Light"/>
                <a:cs typeface="Poppins Light"/>
              </a:rPr>
              <a:t>integridad</a:t>
            </a:r>
            <a:endParaRPr lang="en-US" err="1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3776479-D839-F32F-022B-170A652E828D}"/>
              </a:ext>
            </a:extLst>
          </p:cNvPr>
          <p:cNvSpPr txBox="1"/>
          <p:nvPr/>
        </p:nvSpPr>
        <p:spPr>
          <a:xfrm>
            <a:off x="1006915" y="3356321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busca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garantizar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que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los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datos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sistema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sean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correctos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confiables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E17C2-7489-DDEA-4618-93E64483440C}"/>
              </a:ext>
            </a:extLst>
          </p:cNvPr>
          <p:cNvSpPr txBox="1"/>
          <p:nvPr/>
        </p:nvSpPr>
        <p:spPr>
          <a:xfrm>
            <a:off x="963783" y="7350457"/>
            <a:ext cx="6326062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Flexibilidad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de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datos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D1990E-D4F4-3A96-95BF-DB880FE1D8D0}"/>
              </a:ext>
            </a:extLst>
          </p:cNvPr>
          <p:cNvSpPr txBox="1"/>
          <p:nvPr/>
        </p:nvSpPr>
        <p:spPr>
          <a:xfrm>
            <a:off x="963783" y="8079283"/>
            <a:ext cx="7805886" cy="13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considera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manejo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información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estructurada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no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estructurada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como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transcripciones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C811D75-FCBB-06E3-506D-8F4B1C19FFA7}"/>
              </a:ext>
            </a:extLst>
          </p:cNvPr>
          <p:cNvSpPr txBox="1"/>
          <p:nvPr/>
        </p:nvSpPr>
        <p:spPr>
          <a:xfrm>
            <a:off x="10043084" y="2649060"/>
            <a:ext cx="6326062" cy="42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Consultas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complejas</a:t>
            </a:r>
            <a:endParaRPr lang="en-US" err="1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9195C32-529E-8657-9C15-835ADB3E2D03}"/>
              </a:ext>
            </a:extLst>
          </p:cNvPr>
          <p:cNvSpPr txBox="1"/>
          <p:nvPr/>
        </p:nvSpPr>
        <p:spPr>
          <a:xfrm>
            <a:off x="10043084" y="3356320"/>
            <a:ext cx="7805886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evalúa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capacidad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para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soportar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relaciones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entre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usuarios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cursos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,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progreso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y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evaluaciones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226EB0D-02AE-00BC-A9C1-64B27C432D46}"/>
              </a:ext>
            </a:extLst>
          </p:cNvPr>
          <p:cNvSpPr txBox="1"/>
          <p:nvPr/>
        </p:nvSpPr>
        <p:spPr>
          <a:xfrm>
            <a:off x="9999952" y="7350456"/>
            <a:ext cx="6326062" cy="427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6"/>
              </a:lnSpc>
            </a:pPr>
            <a:r>
              <a:rPr lang="en-US" sz="2800" b="1" err="1">
                <a:latin typeface="Poppins Light"/>
                <a:ea typeface="Calibri"/>
                <a:cs typeface="Poppins Light"/>
              </a:rPr>
              <a:t>Escalabilidad</a:t>
            </a:r>
            <a:r>
              <a:rPr lang="en-US" sz="2800" b="1">
                <a:latin typeface="Poppins Light"/>
                <a:ea typeface="Calibri"/>
                <a:cs typeface="Poppins Light"/>
              </a:rPr>
              <a:t> </a:t>
            </a:r>
            <a:r>
              <a:rPr lang="en-US" sz="2800" b="1" err="1">
                <a:latin typeface="Poppins Light"/>
                <a:ea typeface="Calibri"/>
                <a:cs typeface="Poppins Light"/>
              </a:rPr>
              <a:t>operativa</a:t>
            </a:r>
            <a:endParaRPr lang="en-US" err="1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AC8AD09-18A9-467D-3C92-E20A5D652F27}"/>
              </a:ext>
            </a:extLst>
          </p:cNvPr>
          <p:cNvSpPr txBox="1"/>
          <p:nvPr/>
        </p:nvSpPr>
        <p:spPr>
          <a:xfrm>
            <a:off x="9999952" y="8079283"/>
            <a:ext cx="7805886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Se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analiza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la base de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datos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puede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crecer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sin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afectar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el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rendimiento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 del </a:t>
            </a:r>
            <a:r>
              <a:rPr lang="en-US" sz="2150" err="1">
                <a:solidFill>
                  <a:srgbClr val="3D3D42"/>
                </a:solidFill>
                <a:ea typeface="+mn-lt"/>
                <a:cs typeface="+mn-lt"/>
                <a:sym typeface="Roboto"/>
              </a:rPr>
              <a:t>sistema</a:t>
            </a:r>
            <a:r>
              <a:rPr lang="en-US" sz="2150">
                <a:solidFill>
                  <a:srgbClr val="3D3D42"/>
                </a:solidFill>
                <a:ea typeface="+mn-lt"/>
                <a:cs typeface="+mn-lt"/>
                <a:sym typeface="Roboto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  <a:sym typeface="Roboto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en-US" sz="2150">
              <a:solidFill>
                <a:srgbClr val="3D3D42"/>
              </a:solidFill>
              <a:ea typeface="+mn-lt"/>
              <a:cs typeface="+mn-lt"/>
            </a:endParaRPr>
          </a:p>
        </p:txBody>
      </p:sp>
      <p:pic>
        <p:nvPicPr>
          <p:cNvPr id="2" name="Picture 1" descr="Database PNG para descargar gratis">
            <a:extLst>
              <a:ext uri="{FF2B5EF4-FFF2-40B4-BE49-F238E27FC236}">
                <a16:creationId xmlns:a16="http://schemas.microsoft.com/office/drawing/2014/main" id="{BEBBA471-AA9B-0ACA-33C7-C5F62A428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849" y="3849538"/>
            <a:ext cx="5743755" cy="351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1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99795-D28A-8436-76E7-BEDFD30E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51945C8-DFD4-81DD-3AC1-29AA5E75A63E}"/>
              </a:ext>
            </a:extLst>
          </p:cNvPr>
          <p:cNvSpPr txBox="1"/>
          <p:nvPr/>
        </p:nvSpPr>
        <p:spPr>
          <a:xfrm>
            <a:off x="958321" y="626364"/>
            <a:ext cx="16364460" cy="1874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200" b="1" kern="1200">
                <a:solidFill>
                  <a:schemeClr val="accent1">
                    <a:lumMod val="76000"/>
                  </a:schemeClr>
                </a:solidFill>
                <a:latin typeface="+mj-lt"/>
                <a:ea typeface="+mj-ea"/>
                <a:cs typeface="+mj-cs"/>
                <a:sym typeface="Poppins Light"/>
              </a:rPr>
              <a:t>Benchmarking de Base de Datos</a:t>
            </a:r>
            <a:endParaRPr lang="en-US" sz="9200" kern="1200">
              <a:solidFill>
                <a:schemeClr val="accent1">
                  <a:lumMod val="76000"/>
                </a:schemeClr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1553" y="2600181"/>
            <a:ext cx="6858000" cy="27432"/>
          </a:xfrm>
          <a:custGeom>
            <a:avLst/>
            <a:gdLst>
              <a:gd name="csX0" fmla="*/ 0 w 6858000"/>
              <a:gd name="csY0" fmla="*/ 0 h 27432"/>
              <a:gd name="csX1" fmla="*/ 685800 w 6858000"/>
              <a:gd name="csY1" fmla="*/ 0 h 27432"/>
              <a:gd name="csX2" fmla="*/ 1440180 w 6858000"/>
              <a:gd name="csY2" fmla="*/ 0 h 27432"/>
              <a:gd name="csX3" fmla="*/ 2057400 w 6858000"/>
              <a:gd name="csY3" fmla="*/ 0 h 27432"/>
              <a:gd name="csX4" fmla="*/ 2606040 w 6858000"/>
              <a:gd name="csY4" fmla="*/ 0 h 27432"/>
              <a:gd name="csX5" fmla="*/ 3154680 w 6858000"/>
              <a:gd name="csY5" fmla="*/ 0 h 27432"/>
              <a:gd name="csX6" fmla="*/ 3634740 w 6858000"/>
              <a:gd name="csY6" fmla="*/ 0 h 27432"/>
              <a:gd name="csX7" fmla="*/ 4457700 w 6858000"/>
              <a:gd name="csY7" fmla="*/ 0 h 27432"/>
              <a:gd name="csX8" fmla="*/ 5280660 w 6858000"/>
              <a:gd name="csY8" fmla="*/ 0 h 27432"/>
              <a:gd name="csX9" fmla="*/ 6103620 w 6858000"/>
              <a:gd name="csY9" fmla="*/ 0 h 27432"/>
              <a:gd name="csX10" fmla="*/ 6858000 w 6858000"/>
              <a:gd name="csY10" fmla="*/ 0 h 27432"/>
              <a:gd name="csX11" fmla="*/ 6858000 w 6858000"/>
              <a:gd name="csY11" fmla="*/ 27432 h 27432"/>
              <a:gd name="csX12" fmla="*/ 6172200 w 6858000"/>
              <a:gd name="csY12" fmla="*/ 27432 h 27432"/>
              <a:gd name="csX13" fmla="*/ 5417820 w 6858000"/>
              <a:gd name="csY13" fmla="*/ 27432 h 27432"/>
              <a:gd name="csX14" fmla="*/ 4937760 w 6858000"/>
              <a:gd name="csY14" fmla="*/ 27432 h 27432"/>
              <a:gd name="csX15" fmla="*/ 4457700 w 6858000"/>
              <a:gd name="csY15" fmla="*/ 27432 h 27432"/>
              <a:gd name="csX16" fmla="*/ 3977640 w 6858000"/>
              <a:gd name="csY16" fmla="*/ 27432 h 27432"/>
              <a:gd name="csX17" fmla="*/ 3429000 w 6858000"/>
              <a:gd name="csY17" fmla="*/ 27432 h 27432"/>
              <a:gd name="csX18" fmla="*/ 2880360 w 6858000"/>
              <a:gd name="csY18" fmla="*/ 27432 h 27432"/>
              <a:gd name="csX19" fmla="*/ 2331720 w 6858000"/>
              <a:gd name="csY19" fmla="*/ 27432 h 27432"/>
              <a:gd name="csX20" fmla="*/ 1783080 w 6858000"/>
              <a:gd name="csY20" fmla="*/ 27432 h 27432"/>
              <a:gd name="csX21" fmla="*/ 1234440 w 6858000"/>
              <a:gd name="csY21" fmla="*/ 27432 h 27432"/>
              <a:gd name="csX22" fmla="*/ 0 w 6858000"/>
              <a:gd name="csY22" fmla="*/ 27432 h 27432"/>
              <a:gd name="csX23" fmla="*/ 0 w 6858000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8000" h="27432" fill="none" extrusionOk="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858000" h="27432" stroke="0" extrusionOk="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D402ED-81F1-51B9-F754-B5CB66002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878254"/>
              </p:ext>
            </p:extLst>
          </p:nvPr>
        </p:nvGraphicFramePr>
        <p:xfrm>
          <a:off x="1272298" y="3454189"/>
          <a:ext cx="15738834" cy="537953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4569234">
                  <a:extLst>
                    <a:ext uri="{9D8B030D-6E8A-4147-A177-3AD203B41FA5}">
                      <a16:colId xmlns:a16="http://schemas.microsoft.com/office/drawing/2014/main" val="1465838566"/>
                    </a:ext>
                  </a:extLst>
                </a:gridCol>
                <a:gridCol w="1406042">
                  <a:extLst>
                    <a:ext uri="{9D8B030D-6E8A-4147-A177-3AD203B41FA5}">
                      <a16:colId xmlns:a16="http://schemas.microsoft.com/office/drawing/2014/main" val="1900785616"/>
                    </a:ext>
                  </a:extLst>
                </a:gridCol>
                <a:gridCol w="2403811">
                  <a:extLst>
                    <a:ext uri="{9D8B030D-6E8A-4147-A177-3AD203B41FA5}">
                      <a16:colId xmlns:a16="http://schemas.microsoft.com/office/drawing/2014/main" val="3668079642"/>
                    </a:ext>
                  </a:extLst>
                </a:gridCol>
                <a:gridCol w="2055940">
                  <a:extLst>
                    <a:ext uri="{9D8B030D-6E8A-4147-A177-3AD203B41FA5}">
                      <a16:colId xmlns:a16="http://schemas.microsoft.com/office/drawing/2014/main" val="83932230"/>
                    </a:ext>
                  </a:extLst>
                </a:gridCol>
                <a:gridCol w="3113034">
                  <a:extLst>
                    <a:ext uri="{9D8B030D-6E8A-4147-A177-3AD203B41FA5}">
                      <a16:colId xmlns:a16="http://schemas.microsoft.com/office/drawing/2014/main" val="2929675784"/>
                    </a:ext>
                  </a:extLst>
                </a:gridCol>
                <a:gridCol w="2190773">
                  <a:extLst>
                    <a:ext uri="{9D8B030D-6E8A-4147-A177-3AD203B41FA5}">
                      <a16:colId xmlns:a16="http://schemas.microsoft.com/office/drawing/2014/main" val="3703069576"/>
                    </a:ext>
                  </a:extLst>
                </a:gridCol>
              </a:tblGrid>
              <a:tr h="70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Criterio</a:t>
                      </a:r>
                      <a:endParaRPr lang="en-US" sz="2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Peso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PostgreSQL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MongoDB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MySQL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Cassandra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598644724"/>
                  </a:ext>
                </a:extLst>
              </a:tr>
              <a:tr h="70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Consistencia</a:t>
                      </a: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 ACID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(1.50)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 (0.90)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(1.50)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2 (0.60)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585730352"/>
                  </a:ext>
                </a:extLst>
              </a:tr>
              <a:tr h="112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Consultas</a:t>
                      </a: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complejas</a:t>
                      </a: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 / JOINs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(1.25)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 (0.75)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4 (1.00)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2 (0.50)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1768098468"/>
                  </a:ext>
                </a:extLst>
              </a:tr>
              <a:tr h="70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Escalabilidad</a:t>
                      </a: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 horizontal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4 (0.80)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(1.00)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 (0.60)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(1.00)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3394271495"/>
                  </a:ext>
                </a:extLst>
              </a:tr>
              <a:tr h="70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Flexibilidad</a:t>
                      </a: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esquema</a:t>
                      </a:r>
                      <a:endParaRPr lang="en-US" sz="2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4 (0.60)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(0.75)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 (0.45)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4 (0.60)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1339144514"/>
                  </a:ext>
                </a:extLst>
              </a:tr>
              <a:tr h="70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Costo y </a:t>
                      </a: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facilidad</a:t>
                      </a: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700" cap="none" spc="0" err="1">
                          <a:solidFill>
                            <a:schemeClr val="tx1"/>
                          </a:solidFill>
                        </a:rPr>
                        <a:t>operativa</a:t>
                      </a:r>
                      <a:endParaRPr lang="en-US" sz="2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5 (0.50)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4 (0.40)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2 (0.20)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 (0.30)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1381632038"/>
                  </a:ext>
                </a:extLst>
              </a:tr>
              <a:tr h="70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4.65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3.80</a:t>
                      </a:r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3.75</a:t>
                      </a:r>
                      <a:endParaRPr lang="en-US"/>
                    </a:p>
                  </a:txBody>
                  <a:tcPr marL="155328" marR="155328" marT="77664" marB="15532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3.00</a:t>
                      </a:r>
                    </a:p>
                  </a:txBody>
                  <a:tcPr marL="155328" marR="155328" marT="77664" marB="155328" anchor="ctr"/>
                </a:tc>
                <a:extLst>
                  <a:ext uri="{0D108BD9-81ED-4DB2-BD59-A6C34878D82A}">
                    <a16:rowId xmlns:a16="http://schemas.microsoft.com/office/drawing/2014/main" val="71260408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4985F23-25C7-2466-61E6-924E4AC20F4B}"/>
              </a:ext>
            </a:extLst>
          </p:cNvPr>
          <p:cNvSpPr txBox="1"/>
          <p:nvPr/>
        </p:nvSpPr>
        <p:spPr>
          <a:xfrm>
            <a:off x="1272396" y="9176349"/>
            <a:ext cx="1250830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/>
              <a:t>Conclusión</a:t>
            </a:r>
            <a:r>
              <a:rPr lang="en-US" sz="2400" b="1"/>
              <a:t>:</a:t>
            </a:r>
            <a:r>
              <a:rPr lang="en-US" sz="2400"/>
              <a:t> PostgreSQL se </a:t>
            </a:r>
            <a:r>
              <a:rPr lang="en-US" sz="2400" err="1"/>
              <a:t>usa</a:t>
            </a:r>
            <a:r>
              <a:rPr lang="en-US" sz="2400"/>
              <a:t> </a:t>
            </a:r>
            <a:r>
              <a:rPr lang="en-US" sz="2400" err="1"/>
              <a:t>como</a:t>
            </a:r>
            <a:r>
              <a:rPr lang="en-US" sz="2400"/>
              <a:t> base principal </a:t>
            </a:r>
            <a:r>
              <a:rPr lang="en-US" sz="2400" err="1"/>
              <a:t>por</a:t>
            </a:r>
            <a:r>
              <a:rPr lang="en-US" sz="2400"/>
              <a:t> </a:t>
            </a:r>
            <a:r>
              <a:rPr lang="en-US" sz="2400" err="1"/>
              <a:t>consistencia</a:t>
            </a:r>
            <a:r>
              <a:rPr lang="en-US" sz="2400"/>
              <a:t> y </a:t>
            </a:r>
            <a:r>
              <a:rPr lang="en-US" sz="2400" err="1"/>
              <a:t>analítica</a:t>
            </a:r>
            <a:r>
              <a:rPr lang="en-US" sz="2400"/>
              <a:t>; MongoDB </a:t>
            </a:r>
            <a:r>
              <a:rPr lang="en-US" sz="2400" err="1"/>
              <a:t>como</a:t>
            </a:r>
            <a:r>
              <a:rPr lang="en-US" sz="2400"/>
              <a:t> </a:t>
            </a:r>
            <a:r>
              <a:rPr lang="en-US" sz="2400" err="1"/>
              <a:t>complemento</a:t>
            </a:r>
            <a:r>
              <a:rPr lang="en-US" sz="2400"/>
              <a:t> para </a:t>
            </a:r>
            <a:r>
              <a:rPr lang="en-US" sz="2400" err="1"/>
              <a:t>transcripciones</a:t>
            </a:r>
            <a:r>
              <a:rPr lang="en-US" sz="2400"/>
              <a:t> y </a:t>
            </a:r>
            <a:r>
              <a:rPr lang="en-US" sz="2400" err="1"/>
              <a:t>datos</a:t>
            </a:r>
            <a:r>
              <a:rPr lang="en-US" sz="2400"/>
              <a:t> no </a:t>
            </a:r>
            <a:r>
              <a:rPr lang="en-US" sz="2400" err="1"/>
              <a:t>estructurados</a:t>
            </a:r>
            <a:r>
              <a:rPr lang="en-US" sz="2400"/>
              <a:t>. </a:t>
            </a:r>
            <a:endParaRPr lang="en-US" sz="240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06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117252"/>
            <a:ext cx="6379517" cy="77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5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Estado del </a:t>
            </a:r>
            <a:r>
              <a:rPr lang="en-US" sz="495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arte</a:t>
            </a:r>
            <a:endParaRPr lang="en-US" sz="4950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87475" y="2486917"/>
            <a:ext cx="8033742" cy="1907084"/>
            <a:chOff x="0" y="0"/>
            <a:chExt cx="10711657" cy="2542778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0698861" cy="2530094"/>
            </a:xfrm>
            <a:custGeom>
              <a:avLst/>
              <a:gdLst/>
              <a:ahLst/>
              <a:cxnLst/>
              <a:rect l="l" t="t" r="r" b="b"/>
              <a:pathLst>
                <a:path w="10698861" h="2530094">
                  <a:moveTo>
                    <a:pt x="0" y="142875"/>
                  </a:moveTo>
                  <a:cubicBezTo>
                    <a:pt x="0" y="64008"/>
                    <a:pt x="64262" y="0"/>
                    <a:pt x="143383" y="0"/>
                  </a:cubicBezTo>
                  <a:lnTo>
                    <a:pt x="10555478" y="0"/>
                  </a:lnTo>
                  <a:cubicBezTo>
                    <a:pt x="10634726" y="0"/>
                    <a:pt x="10698861" y="64008"/>
                    <a:pt x="10698861" y="142875"/>
                  </a:cubicBezTo>
                  <a:lnTo>
                    <a:pt x="10698861" y="2387219"/>
                  </a:lnTo>
                  <a:cubicBezTo>
                    <a:pt x="10698861" y="2466086"/>
                    <a:pt x="10634599" y="2530094"/>
                    <a:pt x="10555478" y="2530094"/>
                  </a:cubicBezTo>
                  <a:lnTo>
                    <a:pt x="143383" y="2530094"/>
                  </a:lnTo>
                  <a:cubicBezTo>
                    <a:pt x="64262" y="2530094"/>
                    <a:pt x="0" y="2466086"/>
                    <a:pt x="0" y="2387219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711561" cy="2542794"/>
            </a:xfrm>
            <a:custGeom>
              <a:avLst/>
              <a:gdLst/>
              <a:ahLst/>
              <a:cxnLst/>
              <a:rect l="l" t="t" r="r" b="b"/>
              <a:pathLst>
                <a:path w="10711561" h="2542794">
                  <a:moveTo>
                    <a:pt x="0" y="149225"/>
                  </a:moveTo>
                  <a:cubicBezTo>
                    <a:pt x="0" y="66802"/>
                    <a:pt x="67056" y="0"/>
                    <a:pt x="149733" y="0"/>
                  </a:cubicBezTo>
                  <a:lnTo>
                    <a:pt x="10561828" y="0"/>
                  </a:lnTo>
                  <a:lnTo>
                    <a:pt x="10561828" y="6350"/>
                  </a:lnTo>
                  <a:lnTo>
                    <a:pt x="10561828" y="0"/>
                  </a:lnTo>
                  <a:cubicBezTo>
                    <a:pt x="10644505" y="0"/>
                    <a:pt x="10711561" y="66802"/>
                    <a:pt x="10711561" y="149225"/>
                  </a:cubicBezTo>
                  <a:lnTo>
                    <a:pt x="10705211" y="149225"/>
                  </a:lnTo>
                  <a:lnTo>
                    <a:pt x="10711561" y="149225"/>
                  </a:lnTo>
                  <a:lnTo>
                    <a:pt x="10711561" y="2393569"/>
                  </a:lnTo>
                  <a:lnTo>
                    <a:pt x="10705211" y="2393569"/>
                  </a:lnTo>
                  <a:lnTo>
                    <a:pt x="10711561" y="2393569"/>
                  </a:lnTo>
                  <a:cubicBezTo>
                    <a:pt x="10711561" y="2475992"/>
                    <a:pt x="10644505" y="2542794"/>
                    <a:pt x="10561828" y="2542794"/>
                  </a:cubicBezTo>
                  <a:lnTo>
                    <a:pt x="10561828" y="2536444"/>
                  </a:lnTo>
                  <a:lnTo>
                    <a:pt x="10561828" y="2542794"/>
                  </a:lnTo>
                  <a:lnTo>
                    <a:pt x="149733" y="2542794"/>
                  </a:lnTo>
                  <a:lnTo>
                    <a:pt x="149733" y="2536444"/>
                  </a:lnTo>
                  <a:lnTo>
                    <a:pt x="149733" y="2542794"/>
                  </a:lnTo>
                  <a:cubicBezTo>
                    <a:pt x="67056" y="2542794"/>
                    <a:pt x="0" y="2475992"/>
                    <a:pt x="0" y="2393569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2393569"/>
                  </a:lnTo>
                  <a:lnTo>
                    <a:pt x="6350" y="2393569"/>
                  </a:lnTo>
                  <a:lnTo>
                    <a:pt x="12700" y="2393569"/>
                  </a:lnTo>
                  <a:cubicBezTo>
                    <a:pt x="12700" y="2469007"/>
                    <a:pt x="74041" y="2530094"/>
                    <a:pt x="149733" y="2530094"/>
                  </a:cubicBezTo>
                  <a:lnTo>
                    <a:pt x="10561828" y="2530094"/>
                  </a:lnTo>
                  <a:cubicBezTo>
                    <a:pt x="10637520" y="2530094"/>
                    <a:pt x="10698861" y="2468880"/>
                    <a:pt x="10698861" y="2393569"/>
                  </a:cubicBezTo>
                  <a:lnTo>
                    <a:pt x="10698861" y="149225"/>
                  </a:lnTo>
                  <a:cubicBezTo>
                    <a:pt x="10698988" y="73914"/>
                    <a:pt x="10637647" y="12700"/>
                    <a:pt x="10561828" y="12700"/>
                  </a:cubicBezTo>
                  <a:lnTo>
                    <a:pt x="149733" y="12700"/>
                  </a:lnTo>
                  <a:lnTo>
                    <a:pt x="149733" y="6350"/>
                  </a:lnTo>
                  <a:lnTo>
                    <a:pt x="149733" y="12700"/>
                  </a:lnTo>
                  <a:cubicBezTo>
                    <a:pt x="74041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56854" y="2718198"/>
            <a:ext cx="4271219" cy="43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Investigación internacional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6854" y="3222129"/>
            <a:ext cx="7494984" cy="90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Modelos GPT-3 y Whisper han demostrado eficacia en resumir transcripciones educativas con mejoras en desempeño estudiantil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66784" y="2486917"/>
            <a:ext cx="8033743" cy="1907084"/>
            <a:chOff x="0" y="0"/>
            <a:chExt cx="10711657" cy="2542778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10698861" cy="2530094"/>
            </a:xfrm>
            <a:custGeom>
              <a:avLst/>
              <a:gdLst/>
              <a:ahLst/>
              <a:cxnLst/>
              <a:rect l="l" t="t" r="r" b="b"/>
              <a:pathLst>
                <a:path w="10698861" h="2530094">
                  <a:moveTo>
                    <a:pt x="0" y="142875"/>
                  </a:moveTo>
                  <a:cubicBezTo>
                    <a:pt x="0" y="64008"/>
                    <a:pt x="64262" y="0"/>
                    <a:pt x="143383" y="0"/>
                  </a:cubicBezTo>
                  <a:lnTo>
                    <a:pt x="10555478" y="0"/>
                  </a:lnTo>
                  <a:cubicBezTo>
                    <a:pt x="10634726" y="0"/>
                    <a:pt x="10698861" y="64008"/>
                    <a:pt x="10698861" y="142875"/>
                  </a:cubicBezTo>
                  <a:lnTo>
                    <a:pt x="10698861" y="2387219"/>
                  </a:lnTo>
                  <a:cubicBezTo>
                    <a:pt x="10698861" y="2466086"/>
                    <a:pt x="10634599" y="2530094"/>
                    <a:pt x="10555478" y="2530094"/>
                  </a:cubicBezTo>
                  <a:lnTo>
                    <a:pt x="143383" y="2530094"/>
                  </a:lnTo>
                  <a:cubicBezTo>
                    <a:pt x="64262" y="2530094"/>
                    <a:pt x="0" y="2466086"/>
                    <a:pt x="0" y="2387219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0711561" cy="2542794"/>
            </a:xfrm>
            <a:custGeom>
              <a:avLst/>
              <a:gdLst/>
              <a:ahLst/>
              <a:cxnLst/>
              <a:rect l="l" t="t" r="r" b="b"/>
              <a:pathLst>
                <a:path w="10711561" h="2542794">
                  <a:moveTo>
                    <a:pt x="0" y="149225"/>
                  </a:moveTo>
                  <a:cubicBezTo>
                    <a:pt x="0" y="66802"/>
                    <a:pt x="67056" y="0"/>
                    <a:pt x="149733" y="0"/>
                  </a:cubicBezTo>
                  <a:lnTo>
                    <a:pt x="10561828" y="0"/>
                  </a:lnTo>
                  <a:lnTo>
                    <a:pt x="10561828" y="6350"/>
                  </a:lnTo>
                  <a:lnTo>
                    <a:pt x="10561828" y="0"/>
                  </a:lnTo>
                  <a:cubicBezTo>
                    <a:pt x="10644505" y="0"/>
                    <a:pt x="10711561" y="66802"/>
                    <a:pt x="10711561" y="149225"/>
                  </a:cubicBezTo>
                  <a:lnTo>
                    <a:pt x="10705211" y="149225"/>
                  </a:lnTo>
                  <a:lnTo>
                    <a:pt x="10711561" y="149225"/>
                  </a:lnTo>
                  <a:lnTo>
                    <a:pt x="10711561" y="2393569"/>
                  </a:lnTo>
                  <a:lnTo>
                    <a:pt x="10705211" y="2393569"/>
                  </a:lnTo>
                  <a:lnTo>
                    <a:pt x="10711561" y="2393569"/>
                  </a:lnTo>
                  <a:cubicBezTo>
                    <a:pt x="10711561" y="2475992"/>
                    <a:pt x="10644505" y="2542794"/>
                    <a:pt x="10561828" y="2542794"/>
                  </a:cubicBezTo>
                  <a:lnTo>
                    <a:pt x="10561828" y="2536444"/>
                  </a:lnTo>
                  <a:lnTo>
                    <a:pt x="10561828" y="2542794"/>
                  </a:lnTo>
                  <a:lnTo>
                    <a:pt x="149733" y="2542794"/>
                  </a:lnTo>
                  <a:lnTo>
                    <a:pt x="149733" y="2536444"/>
                  </a:lnTo>
                  <a:lnTo>
                    <a:pt x="149733" y="2542794"/>
                  </a:lnTo>
                  <a:cubicBezTo>
                    <a:pt x="67056" y="2542794"/>
                    <a:pt x="0" y="2475992"/>
                    <a:pt x="0" y="2393569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2393569"/>
                  </a:lnTo>
                  <a:lnTo>
                    <a:pt x="6350" y="2393569"/>
                  </a:lnTo>
                  <a:lnTo>
                    <a:pt x="12700" y="2393569"/>
                  </a:lnTo>
                  <a:cubicBezTo>
                    <a:pt x="12700" y="2469007"/>
                    <a:pt x="74041" y="2530094"/>
                    <a:pt x="149733" y="2530094"/>
                  </a:cubicBezTo>
                  <a:lnTo>
                    <a:pt x="10561828" y="2530094"/>
                  </a:lnTo>
                  <a:cubicBezTo>
                    <a:pt x="10637520" y="2530094"/>
                    <a:pt x="10698861" y="2468880"/>
                    <a:pt x="10698861" y="2393569"/>
                  </a:cubicBezTo>
                  <a:lnTo>
                    <a:pt x="10698861" y="149225"/>
                  </a:lnTo>
                  <a:cubicBezTo>
                    <a:pt x="10698988" y="73914"/>
                    <a:pt x="10637647" y="12700"/>
                    <a:pt x="10561828" y="12700"/>
                  </a:cubicBezTo>
                  <a:lnTo>
                    <a:pt x="149733" y="12700"/>
                  </a:lnTo>
                  <a:lnTo>
                    <a:pt x="149733" y="6350"/>
                  </a:lnTo>
                  <a:lnTo>
                    <a:pt x="149733" y="12700"/>
                  </a:lnTo>
                  <a:cubicBezTo>
                    <a:pt x="74041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9536162" y="2718198"/>
            <a:ext cx="5416302" cy="43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Resumen abstractive vs extractivo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36162" y="3222129"/>
            <a:ext cx="7494984" cy="90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El abstractive genera textos más legibles y accionables, validado en benchmarks educativos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87475" y="4639568"/>
            <a:ext cx="8033742" cy="2315467"/>
            <a:chOff x="0" y="0"/>
            <a:chExt cx="10711657" cy="3087290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10698988" cy="3074543"/>
            </a:xfrm>
            <a:custGeom>
              <a:avLst/>
              <a:gdLst/>
              <a:ahLst/>
              <a:cxnLst/>
              <a:rect l="l" t="t" r="r" b="b"/>
              <a:pathLst>
                <a:path w="10698988" h="3074543">
                  <a:moveTo>
                    <a:pt x="0" y="142875"/>
                  </a:moveTo>
                  <a:cubicBezTo>
                    <a:pt x="0" y="64008"/>
                    <a:pt x="64135" y="0"/>
                    <a:pt x="143383" y="0"/>
                  </a:cubicBezTo>
                  <a:lnTo>
                    <a:pt x="10555605" y="0"/>
                  </a:lnTo>
                  <a:cubicBezTo>
                    <a:pt x="10634726" y="0"/>
                    <a:pt x="10698988" y="64008"/>
                    <a:pt x="10698988" y="142875"/>
                  </a:cubicBezTo>
                  <a:lnTo>
                    <a:pt x="10698988" y="2931668"/>
                  </a:lnTo>
                  <a:cubicBezTo>
                    <a:pt x="10698988" y="3010535"/>
                    <a:pt x="10634853" y="3074543"/>
                    <a:pt x="10555605" y="3074543"/>
                  </a:cubicBezTo>
                  <a:lnTo>
                    <a:pt x="143383" y="3074543"/>
                  </a:lnTo>
                  <a:cubicBezTo>
                    <a:pt x="64135" y="3074543"/>
                    <a:pt x="0" y="3010662"/>
                    <a:pt x="0" y="2931668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711688" cy="3087243"/>
            </a:xfrm>
            <a:custGeom>
              <a:avLst/>
              <a:gdLst/>
              <a:ahLst/>
              <a:cxnLst/>
              <a:rect l="l" t="t" r="r" b="b"/>
              <a:pathLst>
                <a:path w="10711688" h="3087243">
                  <a:moveTo>
                    <a:pt x="0" y="149225"/>
                  </a:moveTo>
                  <a:cubicBezTo>
                    <a:pt x="0" y="66802"/>
                    <a:pt x="67056" y="0"/>
                    <a:pt x="149733" y="0"/>
                  </a:cubicBezTo>
                  <a:lnTo>
                    <a:pt x="10561955" y="0"/>
                  </a:lnTo>
                  <a:lnTo>
                    <a:pt x="10561955" y="6350"/>
                  </a:lnTo>
                  <a:lnTo>
                    <a:pt x="10561955" y="0"/>
                  </a:lnTo>
                  <a:cubicBezTo>
                    <a:pt x="10644632" y="0"/>
                    <a:pt x="10711688" y="66802"/>
                    <a:pt x="10711688" y="149225"/>
                  </a:cubicBezTo>
                  <a:lnTo>
                    <a:pt x="10705338" y="149225"/>
                  </a:lnTo>
                  <a:lnTo>
                    <a:pt x="10711688" y="149225"/>
                  </a:lnTo>
                  <a:lnTo>
                    <a:pt x="10711688" y="2938018"/>
                  </a:lnTo>
                  <a:lnTo>
                    <a:pt x="10705338" y="2938018"/>
                  </a:lnTo>
                  <a:lnTo>
                    <a:pt x="10711688" y="2938018"/>
                  </a:lnTo>
                  <a:cubicBezTo>
                    <a:pt x="10711688" y="3020441"/>
                    <a:pt x="10644632" y="3087243"/>
                    <a:pt x="10561955" y="3087243"/>
                  </a:cubicBezTo>
                  <a:lnTo>
                    <a:pt x="10561955" y="3080893"/>
                  </a:lnTo>
                  <a:lnTo>
                    <a:pt x="10561955" y="3087243"/>
                  </a:lnTo>
                  <a:lnTo>
                    <a:pt x="149733" y="3087243"/>
                  </a:lnTo>
                  <a:lnTo>
                    <a:pt x="149733" y="3080893"/>
                  </a:lnTo>
                  <a:lnTo>
                    <a:pt x="149733" y="3087243"/>
                  </a:lnTo>
                  <a:cubicBezTo>
                    <a:pt x="67056" y="3087243"/>
                    <a:pt x="0" y="3020441"/>
                    <a:pt x="0" y="2938018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2938018"/>
                  </a:lnTo>
                  <a:lnTo>
                    <a:pt x="6350" y="2938018"/>
                  </a:lnTo>
                  <a:lnTo>
                    <a:pt x="12700" y="2938018"/>
                  </a:lnTo>
                  <a:cubicBezTo>
                    <a:pt x="12700" y="3013456"/>
                    <a:pt x="74041" y="3074543"/>
                    <a:pt x="149733" y="3074543"/>
                  </a:cubicBezTo>
                  <a:lnTo>
                    <a:pt x="10561955" y="3074543"/>
                  </a:lnTo>
                  <a:cubicBezTo>
                    <a:pt x="10637648" y="3074543"/>
                    <a:pt x="10698988" y="3013329"/>
                    <a:pt x="10698988" y="2938018"/>
                  </a:cubicBezTo>
                  <a:lnTo>
                    <a:pt x="10698988" y="149225"/>
                  </a:lnTo>
                  <a:cubicBezTo>
                    <a:pt x="10698988" y="73914"/>
                    <a:pt x="10637647" y="12700"/>
                    <a:pt x="10561955" y="12700"/>
                  </a:cubicBezTo>
                  <a:lnTo>
                    <a:pt x="149733" y="12700"/>
                  </a:lnTo>
                  <a:lnTo>
                    <a:pt x="149733" y="6350"/>
                  </a:lnTo>
                  <a:lnTo>
                    <a:pt x="149733" y="12700"/>
                  </a:lnTo>
                  <a:cubicBezTo>
                    <a:pt x="74041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56854" y="4870846"/>
            <a:ext cx="3189685" cy="43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Post-pandemia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6854" y="5374779"/>
            <a:ext cx="7494984" cy="131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Arquitecturas de microaprendizaje con ChatGPT generan quizzes, flashcards y mini-lecciones alineadas con retroalimentación inmediata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66784" y="4639568"/>
            <a:ext cx="8033743" cy="2315467"/>
            <a:chOff x="0" y="0"/>
            <a:chExt cx="10711657" cy="3087290"/>
          </a:xfrm>
        </p:grpSpPr>
        <p:sp>
          <p:nvSpPr>
            <p:cNvPr id="23" name="Freeform 23"/>
            <p:cNvSpPr/>
            <p:nvPr/>
          </p:nvSpPr>
          <p:spPr>
            <a:xfrm>
              <a:off x="6350" y="6350"/>
              <a:ext cx="10698988" cy="3074543"/>
            </a:xfrm>
            <a:custGeom>
              <a:avLst/>
              <a:gdLst/>
              <a:ahLst/>
              <a:cxnLst/>
              <a:rect l="l" t="t" r="r" b="b"/>
              <a:pathLst>
                <a:path w="10698988" h="3074543">
                  <a:moveTo>
                    <a:pt x="0" y="142875"/>
                  </a:moveTo>
                  <a:cubicBezTo>
                    <a:pt x="0" y="64008"/>
                    <a:pt x="64135" y="0"/>
                    <a:pt x="143383" y="0"/>
                  </a:cubicBezTo>
                  <a:lnTo>
                    <a:pt x="10555605" y="0"/>
                  </a:lnTo>
                  <a:cubicBezTo>
                    <a:pt x="10634726" y="0"/>
                    <a:pt x="10698988" y="64008"/>
                    <a:pt x="10698988" y="142875"/>
                  </a:cubicBezTo>
                  <a:lnTo>
                    <a:pt x="10698988" y="2931668"/>
                  </a:lnTo>
                  <a:cubicBezTo>
                    <a:pt x="10698988" y="3010535"/>
                    <a:pt x="10634853" y="3074543"/>
                    <a:pt x="10555605" y="3074543"/>
                  </a:cubicBezTo>
                  <a:lnTo>
                    <a:pt x="143383" y="3074543"/>
                  </a:lnTo>
                  <a:cubicBezTo>
                    <a:pt x="64135" y="3074543"/>
                    <a:pt x="0" y="3010662"/>
                    <a:pt x="0" y="2931668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0711688" cy="3087243"/>
            </a:xfrm>
            <a:custGeom>
              <a:avLst/>
              <a:gdLst/>
              <a:ahLst/>
              <a:cxnLst/>
              <a:rect l="l" t="t" r="r" b="b"/>
              <a:pathLst>
                <a:path w="10711688" h="3087243">
                  <a:moveTo>
                    <a:pt x="0" y="149225"/>
                  </a:moveTo>
                  <a:cubicBezTo>
                    <a:pt x="0" y="66802"/>
                    <a:pt x="67056" y="0"/>
                    <a:pt x="149733" y="0"/>
                  </a:cubicBezTo>
                  <a:lnTo>
                    <a:pt x="10561955" y="0"/>
                  </a:lnTo>
                  <a:lnTo>
                    <a:pt x="10561955" y="6350"/>
                  </a:lnTo>
                  <a:lnTo>
                    <a:pt x="10561955" y="0"/>
                  </a:lnTo>
                  <a:cubicBezTo>
                    <a:pt x="10644632" y="0"/>
                    <a:pt x="10711688" y="66802"/>
                    <a:pt x="10711688" y="149225"/>
                  </a:cubicBezTo>
                  <a:lnTo>
                    <a:pt x="10705338" y="149225"/>
                  </a:lnTo>
                  <a:lnTo>
                    <a:pt x="10711688" y="149225"/>
                  </a:lnTo>
                  <a:lnTo>
                    <a:pt x="10711688" y="2938018"/>
                  </a:lnTo>
                  <a:lnTo>
                    <a:pt x="10705338" y="2938018"/>
                  </a:lnTo>
                  <a:lnTo>
                    <a:pt x="10711688" y="2938018"/>
                  </a:lnTo>
                  <a:cubicBezTo>
                    <a:pt x="10711688" y="3020441"/>
                    <a:pt x="10644632" y="3087243"/>
                    <a:pt x="10561955" y="3087243"/>
                  </a:cubicBezTo>
                  <a:lnTo>
                    <a:pt x="10561955" y="3080893"/>
                  </a:lnTo>
                  <a:lnTo>
                    <a:pt x="10561955" y="3087243"/>
                  </a:lnTo>
                  <a:lnTo>
                    <a:pt x="149733" y="3087243"/>
                  </a:lnTo>
                  <a:lnTo>
                    <a:pt x="149733" y="3080893"/>
                  </a:lnTo>
                  <a:lnTo>
                    <a:pt x="149733" y="3087243"/>
                  </a:lnTo>
                  <a:cubicBezTo>
                    <a:pt x="67056" y="3087243"/>
                    <a:pt x="0" y="3020441"/>
                    <a:pt x="0" y="2938018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2938018"/>
                  </a:lnTo>
                  <a:lnTo>
                    <a:pt x="6350" y="2938018"/>
                  </a:lnTo>
                  <a:lnTo>
                    <a:pt x="12700" y="2938018"/>
                  </a:lnTo>
                  <a:cubicBezTo>
                    <a:pt x="12700" y="3013456"/>
                    <a:pt x="74041" y="3074543"/>
                    <a:pt x="149733" y="3074543"/>
                  </a:cubicBezTo>
                  <a:lnTo>
                    <a:pt x="10561955" y="3074543"/>
                  </a:lnTo>
                  <a:cubicBezTo>
                    <a:pt x="10637648" y="3074543"/>
                    <a:pt x="10698988" y="3013329"/>
                    <a:pt x="10698988" y="2938018"/>
                  </a:cubicBezTo>
                  <a:lnTo>
                    <a:pt x="10698988" y="149225"/>
                  </a:lnTo>
                  <a:cubicBezTo>
                    <a:pt x="10698988" y="73914"/>
                    <a:pt x="10637647" y="12700"/>
                    <a:pt x="10561955" y="12700"/>
                  </a:cubicBezTo>
                  <a:lnTo>
                    <a:pt x="149733" y="12700"/>
                  </a:lnTo>
                  <a:lnTo>
                    <a:pt x="149733" y="6350"/>
                  </a:lnTo>
                  <a:lnTo>
                    <a:pt x="149733" y="12700"/>
                  </a:lnTo>
                  <a:cubicBezTo>
                    <a:pt x="74041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9536162" y="4870846"/>
            <a:ext cx="3189685" cy="43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América Latina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6162" y="5374779"/>
            <a:ext cx="7494984" cy="90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Adopción incipiente con brechas en infraestructura, datos anotados y formación docente (Salas-Pilco &amp; Yang, 2022)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87475" y="7200602"/>
            <a:ext cx="8033742" cy="1907084"/>
            <a:chOff x="0" y="0"/>
            <a:chExt cx="10711657" cy="2542778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10698861" cy="2530094"/>
            </a:xfrm>
            <a:custGeom>
              <a:avLst/>
              <a:gdLst/>
              <a:ahLst/>
              <a:cxnLst/>
              <a:rect l="l" t="t" r="r" b="b"/>
              <a:pathLst>
                <a:path w="10698861" h="2530094">
                  <a:moveTo>
                    <a:pt x="0" y="142875"/>
                  </a:moveTo>
                  <a:cubicBezTo>
                    <a:pt x="0" y="64008"/>
                    <a:pt x="64262" y="0"/>
                    <a:pt x="143383" y="0"/>
                  </a:cubicBezTo>
                  <a:lnTo>
                    <a:pt x="10555478" y="0"/>
                  </a:lnTo>
                  <a:cubicBezTo>
                    <a:pt x="10634726" y="0"/>
                    <a:pt x="10698861" y="64008"/>
                    <a:pt x="10698861" y="142875"/>
                  </a:cubicBezTo>
                  <a:lnTo>
                    <a:pt x="10698861" y="2387219"/>
                  </a:lnTo>
                  <a:cubicBezTo>
                    <a:pt x="10698861" y="2466086"/>
                    <a:pt x="10634599" y="2530094"/>
                    <a:pt x="10555478" y="2530094"/>
                  </a:cubicBezTo>
                  <a:lnTo>
                    <a:pt x="143383" y="2530094"/>
                  </a:lnTo>
                  <a:cubicBezTo>
                    <a:pt x="64262" y="2530094"/>
                    <a:pt x="0" y="2466086"/>
                    <a:pt x="0" y="2387219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0711561" cy="2542794"/>
            </a:xfrm>
            <a:custGeom>
              <a:avLst/>
              <a:gdLst/>
              <a:ahLst/>
              <a:cxnLst/>
              <a:rect l="l" t="t" r="r" b="b"/>
              <a:pathLst>
                <a:path w="10711561" h="2542794">
                  <a:moveTo>
                    <a:pt x="0" y="149225"/>
                  </a:moveTo>
                  <a:cubicBezTo>
                    <a:pt x="0" y="66802"/>
                    <a:pt x="67056" y="0"/>
                    <a:pt x="149733" y="0"/>
                  </a:cubicBezTo>
                  <a:lnTo>
                    <a:pt x="10561828" y="0"/>
                  </a:lnTo>
                  <a:lnTo>
                    <a:pt x="10561828" y="6350"/>
                  </a:lnTo>
                  <a:lnTo>
                    <a:pt x="10561828" y="0"/>
                  </a:lnTo>
                  <a:cubicBezTo>
                    <a:pt x="10644505" y="0"/>
                    <a:pt x="10711561" y="66802"/>
                    <a:pt x="10711561" y="149225"/>
                  </a:cubicBezTo>
                  <a:lnTo>
                    <a:pt x="10705211" y="149225"/>
                  </a:lnTo>
                  <a:lnTo>
                    <a:pt x="10711561" y="149225"/>
                  </a:lnTo>
                  <a:lnTo>
                    <a:pt x="10711561" y="2393569"/>
                  </a:lnTo>
                  <a:lnTo>
                    <a:pt x="10705211" y="2393569"/>
                  </a:lnTo>
                  <a:lnTo>
                    <a:pt x="10711561" y="2393569"/>
                  </a:lnTo>
                  <a:cubicBezTo>
                    <a:pt x="10711561" y="2475992"/>
                    <a:pt x="10644505" y="2542794"/>
                    <a:pt x="10561828" y="2542794"/>
                  </a:cubicBezTo>
                  <a:lnTo>
                    <a:pt x="10561828" y="2536444"/>
                  </a:lnTo>
                  <a:lnTo>
                    <a:pt x="10561828" y="2542794"/>
                  </a:lnTo>
                  <a:lnTo>
                    <a:pt x="149733" y="2542794"/>
                  </a:lnTo>
                  <a:lnTo>
                    <a:pt x="149733" y="2536444"/>
                  </a:lnTo>
                  <a:lnTo>
                    <a:pt x="149733" y="2542794"/>
                  </a:lnTo>
                  <a:cubicBezTo>
                    <a:pt x="67056" y="2542794"/>
                    <a:pt x="0" y="2475992"/>
                    <a:pt x="0" y="2393569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2393569"/>
                  </a:lnTo>
                  <a:lnTo>
                    <a:pt x="6350" y="2393569"/>
                  </a:lnTo>
                  <a:lnTo>
                    <a:pt x="12700" y="2393569"/>
                  </a:lnTo>
                  <a:cubicBezTo>
                    <a:pt x="12700" y="2469007"/>
                    <a:pt x="74041" y="2530094"/>
                    <a:pt x="149733" y="2530094"/>
                  </a:cubicBezTo>
                  <a:lnTo>
                    <a:pt x="10561828" y="2530094"/>
                  </a:lnTo>
                  <a:cubicBezTo>
                    <a:pt x="10637520" y="2530094"/>
                    <a:pt x="10698861" y="2468880"/>
                    <a:pt x="10698861" y="2393569"/>
                  </a:cubicBezTo>
                  <a:lnTo>
                    <a:pt x="10698861" y="149225"/>
                  </a:lnTo>
                  <a:cubicBezTo>
                    <a:pt x="10698988" y="73914"/>
                    <a:pt x="10637647" y="12700"/>
                    <a:pt x="10561828" y="12700"/>
                  </a:cubicBezTo>
                  <a:lnTo>
                    <a:pt x="149733" y="12700"/>
                  </a:lnTo>
                  <a:lnTo>
                    <a:pt x="149733" y="6350"/>
                  </a:lnTo>
                  <a:lnTo>
                    <a:pt x="149733" y="12700"/>
                  </a:lnTo>
                  <a:cubicBezTo>
                    <a:pt x="74041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256854" y="7431881"/>
            <a:ext cx="3700016" cy="43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Experiencias regionales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6854" y="7935814"/>
            <a:ext cx="7494984" cy="90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México reporta mejoras significativas con aprendizaje adaptativo; Perú desarrolló transcripción en tiempo real para accesibilidad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66784" y="7200602"/>
            <a:ext cx="8033743" cy="1907084"/>
            <a:chOff x="0" y="0"/>
            <a:chExt cx="10711657" cy="2542778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10698861" cy="2530094"/>
            </a:xfrm>
            <a:custGeom>
              <a:avLst/>
              <a:gdLst/>
              <a:ahLst/>
              <a:cxnLst/>
              <a:rect l="l" t="t" r="r" b="b"/>
              <a:pathLst>
                <a:path w="10698861" h="2530094">
                  <a:moveTo>
                    <a:pt x="0" y="142875"/>
                  </a:moveTo>
                  <a:cubicBezTo>
                    <a:pt x="0" y="64008"/>
                    <a:pt x="64262" y="0"/>
                    <a:pt x="143383" y="0"/>
                  </a:cubicBezTo>
                  <a:lnTo>
                    <a:pt x="10555478" y="0"/>
                  </a:lnTo>
                  <a:cubicBezTo>
                    <a:pt x="10634726" y="0"/>
                    <a:pt x="10698861" y="64008"/>
                    <a:pt x="10698861" y="142875"/>
                  </a:cubicBezTo>
                  <a:lnTo>
                    <a:pt x="10698861" y="2387219"/>
                  </a:lnTo>
                  <a:cubicBezTo>
                    <a:pt x="10698861" y="2466086"/>
                    <a:pt x="10634599" y="2530094"/>
                    <a:pt x="10555478" y="2530094"/>
                  </a:cubicBezTo>
                  <a:lnTo>
                    <a:pt x="143383" y="2530094"/>
                  </a:lnTo>
                  <a:cubicBezTo>
                    <a:pt x="64262" y="2530094"/>
                    <a:pt x="0" y="2466086"/>
                    <a:pt x="0" y="2387219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711561" cy="2542794"/>
            </a:xfrm>
            <a:custGeom>
              <a:avLst/>
              <a:gdLst/>
              <a:ahLst/>
              <a:cxnLst/>
              <a:rect l="l" t="t" r="r" b="b"/>
              <a:pathLst>
                <a:path w="10711561" h="2542794">
                  <a:moveTo>
                    <a:pt x="0" y="149225"/>
                  </a:moveTo>
                  <a:cubicBezTo>
                    <a:pt x="0" y="66802"/>
                    <a:pt x="67056" y="0"/>
                    <a:pt x="149733" y="0"/>
                  </a:cubicBezTo>
                  <a:lnTo>
                    <a:pt x="10561828" y="0"/>
                  </a:lnTo>
                  <a:lnTo>
                    <a:pt x="10561828" y="6350"/>
                  </a:lnTo>
                  <a:lnTo>
                    <a:pt x="10561828" y="0"/>
                  </a:lnTo>
                  <a:cubicBezTo>
                    <a:pt x="10644505" y="0"/>
                    <a:pt x="10711561" y="66802"/>
                    <a:pt x="10711561" y="149225"/>
                  </a:cubicBezTo>
                  <a:lnTo>
                    <a:pt x="10705211" y="149225"/>
                  </a:lnTo>
                  <a:lnTo>
                    <a:pt x="10711561" y="149225"/>
                  </a:lnTo>
                  <a:lnTo>
                    <a:pt x="10711561" y="2393569"/>
                  </a:lnTo>
                  <a:lnTo>
                    <a:pt x="10705211" y="2393569"/>
                  </a:lnTo>
                  <a:lnTo>
                    <a:pt x="10711561" y="2393569"/>
                  </a:lnTo>
                  <a:cubicBezTo>
                    <a:pt x="10711561" y="2475992"/>
                    <a:pt x="10644505" y="2542794"/>
                    <a:pt x="10561828" y="2542794"/>
                  </a:cubicBezTo>
                  <a:lnTo>
                    <a:pt x="10561828" y="2536444"/>
                  </a:lnTo>
                  <a:lnTo>
                    <a:pt x="10561828" y="2542794"/>
                  </a:lnTo>
                  <a:lnTo>
                    <a:pt x="149733" y="2542794"/>
                  </a:lnTo>
                  <a:lnTo>
                    <a:pt x="149733" y="2536444"/>
                  </a:lnTo>
                  <a:lnTo>
                    <a:pt x="149733" y="2542794"/>
                  </a:lnTo>
                  <a:cubicBezTo>
                    <a:pt x="67056" y="2542794"/>
                    <a:pt x="0" y="2475992"/>
                    <a:pt x="0" y="2393569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2393569"/>
                  </a:lnTo>
                  <a:lnTo>
                    <a:pt x="6350" y="2393569"/>
                  </a:lnTo>
                  <a:lnTo>
                    <a:pt x="12700" y="2393569"/>
                  </a:lnTo>
                  <a:cubicBezTo>
                    <a:pt x="12700" y="2469007"/>
                    <a:pt x="74041" y="2530094"/>
                    <a:pt x="149733" y="2530094"/>
                  </a:cubicBezTo>
                  <a:lnTo>
                    <a:pt x="10561828" y="2530094"/>
                  </a:lnTo>
                  <a:cubicBezTo>
                    <a:pt x="10637520" y="2530094"/>
                    <a:pt x="10698861" y="2468880"/>
                    <a:pt x="10698861" y="2393569"/>
                  </a:cubicBezTo>
                  <a:lnTo>
                    <a:pt x="10698861" y="149225"/>
                  </a:lnTo>
                  <a:cubicBezTo>
                    <a:pt x="10698988" y="73914"/>
                    <a:pt x="10637647" y="12700"/>
                    <a:pt x="10561828" y="12700"/>
                  </a:cubicBezTo>
                  <a:lnTo>
                    <a:pt x="149733" y="12700"/>
                  </a:lnTo>
                  <a:lnTo>
                    <a:pt x="149733" y="6350"/>
                  </a:lnTo>
                  <a:lnTo>
                    <a:pt x="149733" y="12700"/>
                  </a:lnTo>
                  <a:cubicBezTo>
                    <a:pt x="74041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536162" y="7431881"/>
            <a:ext cx="3189685" cy="43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Brecha identificada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36162" y="7935814"/>
            <a:ext cx="7494984" cy="90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Falta validación empírica en contextos educativos reales y sistemas que combinen transcripción, NLP y evaluación adaptativa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164878"/>
            <a:ext cx="973574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480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Comparativa</a:t>
            </a:r>
            <a:r>
              <a:rPr lang="en-US" sz="4800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4800" err="1">
                <a:solidFill>
                  <a:schemeClr val="accent1">
                    <a:lumMod val="76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soluciones</a:t>
            </a:r>
            <a:endParaRPr lang="en-US" sz="4800">
              <a:solidFill>
                <a:schemeClr val="accent1">
                  <a:lumMod val="76000"/>
                </a:schemeClr>
              </a:solidFill>
              <a:latin typeface="Poppins Light"/>
              <a:ea typeface="Poppins Light"/>
              <a:cs typeface="Poppins Ligh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87475" y="2689324"/>
            <a:ext cx="16313051" cy="6361211"/>
            <a:chOff x="0" y="0"/>
            <a:chExt cx="21750735" cy="84816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655" cy="8481568"/>
            </a:xfrm>
            <a:custGeom>
              <a:avLst/>
              <a:gdLst/>
              <a:ahLst/>
              <a:cxnLst/>
              <a:rect l="l" t="t" r="r" b="b"/>
              <a:pathLst>
                <a:path w="21750655" h="8481568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8316468"/>
                  </a:lnTo>
                  <a:lnTo>
                    <a:pt x="21744305" y="8316468"/>
                  </a:lnTo>
                  <a:lnTo>
                    <a:pt x="21750655" y="8316468"/>
                  </a:lnTo>
                  <a:cubicBezTo>
                    <a:pt x="21750655" y="8407654"/>
                    <a:pt x="21676615" y="8481568"/>
                    <a:pt x="21585428" y="8481568"/>
                  </a:cubicBezTo>
                  <a:lnTo>
                    <a:pt x="21585428" y="8475218"/>
                  </a:lnTo>
                  <a:lnTo>
                    <a:pt x="21585428" y="8481568"/>
                  </a:lnTo>
                  <a:lnTo>
                    <a:pt x="165227" y="8481568"/>
                  </a:lnTo>
                  <a:lnTo>
                    <a:pt x="165227" y="8475218"/>
                  </a:lnTo>
                  <a:lnTo>
                    <a:pt x="165227" y="8481568"/>
                  </a:lnTo>
                  <a:cubicBezTo>
                    <a:pt x="73914" y="8481568"/>
                    <a:pt x="0" y="8407654"/>
                    <a:pt x="0" y="83164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8316468"/>
                  </a:lnTo>
                  <a:lnTo>
                    <a:pt x="6350" y="8316468"/>
                  </a:lnTo>
                  <a:lnTo>
                    <a:pt x="12700" y="8316468"/>
                  </a:lnTo>
                  <a:cubicBezTo>
                    <a:pt x="12700" y="8400669"/>
                    <a:pt x="81026" y="8468868"/>
                    <a:pt x="165227" y="8468868"/>
                  </a:cubicBezTo>
                  <a:lnTo>
                    <a:pt x="21585428" y="8468868"/>
                  </a:lnTo>
                  <a:cubicBezTo>
                    <a:pt x="21669756" y="8468868"/>
                    <a:pt x="21737955" y="8400669"/>
                    <a:pt x="21737955" y="8316468"/>
                  </a:cubicBezTo>
                  <a:lnTo>
                    <a:pt x="21737955" y="165100"/>
                  </a:lnTo>
                  <a:cubicBezTo>
                    <a:pt x="21737955" y="80899"/>
                    <a:pt x="21669629" y="12700"/>
                    <a:pt x="21585428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1762" y="2703611"/>
            <a:ext cx="16284476" cy="1266528"/>
            <a:chOff x="0" y="0"/>
            <a:chExt cx="21712635" cy="16887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1688719"/>
            </a:xfrm>
            <a:custGeom>
              <a:avLst/>
              <a:gdLst/>
              <a:ahLst/>
              <a:cxnLst/>
              <a:rect l="l" t="t" r="r" b="b"/>
              <a:pathLst>
                <a:path w="21712682" h="1688719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85429" y="2787998"/>
            <a:ext cx="3499246" cy="87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Soluciones </a:t>
            </a: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comerciales</a:t>
            </a:r>
            <a:r>
              <a:rPr lang="en-US" sz="2150" b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actuales</a:t>
            </a:r>
            <a:endParaRPr lang="en-US" sz="2150" b="1" err="1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61235" y="2787998"/>
            <a:ext cx="1164148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Amazon Transcribe + GPT-3 → Alta precisión pero costos elevados y dependencia de servicios externos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2" y="3970139"/>
            <a:ext cx="16284476" cy="1266528"/>
            <a:chOff x="0" y="0"/>
            <a:chExt cx="21712635" cy="16887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1688719"/>
            </a:xfrm>
            <a:custGeom>
              <a:avLst/>
              <a:gdLst/>
              <a:ahLst/>
              <a:cxnLst/>
              <a:rect l="l" t="t" r="r" b="b"/>
              <a:pathLst>
                <a:path w="21712682" h="1688719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85429" y="4054525"/>
            <a:ext cx="3499246" cy="4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Plataformas</a:t>
            </a:r>
            <a:r>
              <a:rPr lang="en-US" sz="2150" b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adaptativas</a:t>
            </a:r>
            <a:endParaRPr lang="en-US" sz="2150" b="1" err="1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61235" y="4054525"/>
            <a:ext cx="1164148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CogBooks integrado a Canvas/Zoom → Mejoras comprobadas pero requiere rediseño curricular intensivo y licencias costosas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2" y="5236666"/>
            <a:ext cx="16284476" cy="1266528"/>
            <a:chOff x="0" y="0"/>
            <a:chExt cx="21712635" cy="16887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1688719"/>
            </a:xfrm>
            <a:custGeom>
              <a:avLst/>
              <a:gdLst/>
              <a:ahLst/>
              <a:cxnLst/>
              <a:rect l="l" t="t" r="r" b="b"/>
              <a:pathLst>
                <a:path w="21712682" h="1688719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85429" y="5321052"/>
            <a:ext cx="3499246" cy="4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Sistemas de </a:t>
            </a: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transcripción</a:t>
            </a:r>
            <a:endParaRPr lang="en-US" sz="2150" b="1" err="1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361235" y="5321052"/>
            <a:ext cx="1164148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Aplicaciones Android para accesibilidad → Viables técnicamente pero limitadas por conectividad y diversidad de contextos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2" y="6503194"/>
            <a:ext cx="16284476" cy="1266528"/>
            <a:chOff x="0" y="0"/>
            <a:chExt cx="21712635" cy="16887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1688719"/>
            </a:xfrm>
            <a:custGeom>
              <a:avLst/>
              <a:gdLst/>
              <a:ahLst/>
              <a:cxnLst/>
              <a:rect l="l" t="t" r="r" b="b"/>
              <a:pathLst>
                <a:path w="21712682" h="1688719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85429" y="6587579"/>
            <a:ext cx="3499246" cy="4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50" b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Nuestra </a:t>
            </a: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propuesta</a:t>
            </a:r>
            <a:endParaRPr lang="en-US" sz="2150" b="1" err="1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61235" y="6587579"/>
            <a:ext cx="1164148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Whisper + T5 + Educa-G + CAT → Automatización integral con validación pedagógica, modelo escalable y menor dependencia comercial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2" y="7769721"/>
            <a:ext cx="16284476" cy="1266527"/>
            <a:chOff x="0" y="0"/>
            <a:chExt cx="21712635" cy="16887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1688719"/>
            </a:xfrm>
            <a:custGeom>
              <a:avLst/>
              <a:gdLst/>
              <a:ahLst/>
              <a:cxnLst/>
              <a:rect l="l" t="t" r="r" b="b"/>
              <a:pathLst>
                <a:path w="21712682" h="1688719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285429" y="7854106"/>
            <a:ext cx="3499246" cy="4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Ventaja</a:t>
            </a:r>
            <a:r>
              <a:rPr lang="en-US" sz="2150" b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50" b="1" err="1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competitiva</a:t>
            </a:r>
            <a:endParaRPr lang="en-US" sz="2150" b="1" err="1">
              <a:solidFill>
                <a:srgbClr val="3D3D4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361235" y="7854106"/>
            <a:ext cx="1164148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D3D42"/>
                </a:solidFill>
                <a:latin typeface="Roboto"/>
                <a:ea typeface="Roboto"/>
                <a:cs typeface="Roboto"/>
                <a:sym typeface="Roboto"/>
              </a:rPr>
              <a:t>Único sistema que integra todo el ciclo educativo desde transcripción hasta evaluación adaptativa con validación de calidad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CF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6760" y="842372"/>
            <a:ext cx="5304234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1">
                <a:solidFill>
                  <a:srgbClr val="1D1D1B"/>
                </a:solidFill>
                <a:latin typeface="Tomorrow Bold"/>
                <a:ea typeface="Tomorrow Bold"/>
                <a:cs typeface="Tomorrow Bold"/>
                <a:sym typeface="Tomorrow Bold"/>
              </a:rPr>
              <a:t>STUDENT OUTCOME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863048" y="2343491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4" y="0"/>
                </a:lnTo>
                <a:lnTo>
                  <a:pt x="523284" y="523285"/>
                </a:lnTo>
                <a:lnTo>
                  <a:pt x="0" y="523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08" b="-90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79509" y="2324441"/>
            <a:ext cx="440134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O1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Resolución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de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Problemas</a:t>
            </a:r>
            <a:endParaRPr lang="en-US" sz="2400" b="1" err="1">
              <a:solidFill>
                <a:srgbClr val="61615C"/>
              </a:solidFill>
              <a:latin typeface="Tomorrow Bold"/>
              <a:ea typeface="Tomorrow Bold"/>
              <a:cs typeface="Tomorrow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79509" y="2734607"/>
            <a:ext cx="4599537" cy="183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identificar y resolver el problema de la baja retención académica mediante el diseño de una plataforma basada en inteligencia artificial que integra transcripción, procesamiento de lenguaje natural y evaluación adaptativa.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372222" y="2343491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5" y="0"/>
                </a:lnTo>
                <a:lnTo>
                  <a:pt x="523285" y="523285"/>
                </a:lnTo>
                <a:lnTo>
                  <a:pt x="0" y="523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08" r="-90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088674" y="2341006"/>
            <a:ext cx="372745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O2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Diseño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de Soluciones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88674" y="2734607"/>
            <a:ext cx="4599537" cy="1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diseñar una solución tecnológica que transforme clases grabadas en contenido educativo personalizado, considerando accesibilidad, escalabilidad, costos y el impacto en el aprendizaje universitario.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881387" y="2343491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4" y="0"/>
                </a:lnTo>
                <a:lnTo>
                  <a:pt x="523284" y="523285"/>
                </a:lnTo>
                <a:lnTo>
                  <a:pt x="0" y="523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090" b="-909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597848" y="2324441"/>
            <a:ext cx="398884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O3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Comunicación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Efectiva</a:t>
            </a:r>
            <a:endParaRPr lang="en-US" sz="2400" b="1" err="1">
              <a:solidFill>
                <a:srgbClr val="61615C"/>
              </a:solidFill>
              <a:latin typeface="Tomorrow Bold"/>
              <a:ea typeface="Tomorrow Bold"/>
              <a:cs typeface="Tomorrow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97848" y="2734607"/>
            <a:ext cx="4599680" cy="121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comunicar de manera clara la arquitectura, funcionamiento y beneficios de la plataforma a diferentes audiencias, incluyendo docentes, estudiantes y evaluadores académicos.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863048" y="4818801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4" y="0"/>
                </a:lnTo>
                <a:lnTo>
                  <a:pt x="523284" y="523284"/>
                </a:lnTo>
                <a:lnTo>
                  <a:pt x="0" y="52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79509" y="4799751"/>
            <a:ext cx="387679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O4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Responsabilidad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Ética</a:t>
            </a:r>
            <a:endParaRPr lang="en-US" sz="2400" b="1" err="1">
              <a:solidFill>
                <a:srgbClr val="61615C"/>
              </a:solidFill>
              <a:latin typeface="Tomorrow Bold"/>
              <a:ea typeface="Tomorrow Bold"/>
              <a:cs typeface="Tomorrow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79509" y="5209916"/>
            <a:ext cx="4599537" cy="1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desarrollar la solución considerando la protección de datos personales, el uso ético de la inteligencia artificial y el impacto social en la educación, especialmente en contextos de accesibilidad e inclusión.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6372222" y="4818801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5" y="0"/>
                </a:lnTo>
                <a:lnTo>
                  <a:pt x="523285" y="523284"/>
                </a:lnTo>
                <a:lnTo>
                  <a:pt x="0" y="52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635" r="-2363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088674" y="4799751"/>
            <a:ext cx="313120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O5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Trabajo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en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Equipo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88674" y="5209916"/>
            <a:ext cx="4599537" cy="1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colaborar en el desarrollo del sistema integrando conocimientos de inteligencia artificial, desarrollo de software y pedagogía, promoviendo un entorno de trabajo organizado y orientado a objetivos.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11881387" y="4818801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4" y="0"/>
                </a:lnTo>
                <a:lnTo>
                  <a:pt x="523284" y="523284"/>
                </a:lnTo>
                <a:lnTo>
                  <a:pt x="0" y="52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818" b="-1816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597848" y="4799751"/>
            <a:ext cx="475241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O6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Experimentación</a:t>
            </a: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 y </a:t>
            </a:r>
            <a:r>
              <a:rPr lang="en-US" sz="2400" b="1" err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Análisis</a:t>
            </a:r>
            <a:endParaRPr lang="en-US" sz="2400" b="1" err="1">
              <a:solidFill>
                <a:srgbClr val="61615C"/>
              </a:solidFill>
              <a:latin typeface="Tomorrow Bold"/>
              <a:ea typeface="Tomorrow Bold"/>
              <a:cs typeface="Tomorrow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597848" y="5209916"/>
            <a:ext cx="4599680" cy="1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validar la plataforma mediante pruebas funcionales y experimentales, analizando métricas como precisión de transcripción, rendimiento académico y efectividad de la evaluación adaptativa.</a:t>
            </a:r>
          </a:p>
        </p:txBody>
      </p:sp>
      <p:sp>
        <p:nvSpPr>
          <p:cNvPr id="25" name="Freeform 25" descr="preencoded.png"/>
          <p:cNvSpPr/>
          <p:nvPr/>
        </p:nvSpPr>
        <p:spPr>
          <a:xfrm>
            <a:off x="863048" y="7294110"/>
            <a:ext cx="523284" cy="523284"/>
          </a:xfrm>
          <a:custGeom>
            <a:avLst/>
            <a:gdLst/>
            <a:ahLst/>
            <a:cxnLst/>
            <a:rect l="l" t="t" r="r" b="b"/>
            <a:pathLst>
              <a:path w="523284" h="523284">
                <a:moveTo>
                  <a:pt x="0" y="0"/>
                </a:moveTo>
                <a:lnTo>
                  <a:pt x="523284" y="0"/>
                </a:lnTo>
                <a:lnTo>
                  <a:pt x="523284" y="523284"/>
                </a:lnTo>
                <a:lnTo>
                  <a:pt x="0" y="52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3635" r="-53636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79509" y="7275060"/>
            <a:ext cx="374317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0"/>
              </a:lnSpc>
            </a:pPr>
            <a:r>
              <a:rPr lang="en-US" sz="24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O7 Aprendizaje Continuo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9509" y="7685226"/>
            <a:ext cx="4599537" cy="1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Capacidad para adquirir y aplicar nuevos conocimientos en tecnologías emergentes como modelos de lenguaje, reconocimiento de voz y sistemas adaptativos para mejorar continuamente la solución propuesta.</a:t>
            </a:r>
          </a:p>
        </p:txBody>
      </p:sp>
    </p:spTree>
    <p:extLst>
      <p:ext uri="{BB962C8B-B14F-4D97-AF65-F5344CB8AC3E}">
        <p14:creationId xmlns:p14="http://schemas.microsoft.com/office/powerpoint/2010/main" val="2420614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893861"/>
            <a:ext cx="6025009" cy="81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5" y="2190750"/>
            <a:ext cx="551706" cy="551706"/>
            <a:chOff x="0" y="0"/>
            <a:chExt cx="735608" cy="735608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35711" cy="735711"/>
            </a:xfrm>
            <a:custGeom>
              <a:avLst/>
              <a:gdLst/>
              <a:ahLst/>
              <a:cxnLst/>
              <a:rect l="l" t="t" r="r" b="b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775371" y="2249686"/>
            <a:ext cx="15520392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Existe evidencia sólida del impacto positivo de sistemas de microaprendizaje con IA en retención y desempeño académico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7475" y="3508474"/>
            <a:ext cx="551706" cy="551706"/>
            <a:chOff x="0" y="0"/>
            <a:chExt cx="735608" cy="735608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5711" cy="735711"/>
            </a:xfrm>
            <a:custGeom>
              <a:avLst/>
              <a:gdLst/>
              <a:ahLst/>
              <a:cxnLst/>
              <a:rect l="l" t="t" r="r" b="b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775371" y="3567410"/>
            <a:ext cx="15520392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soluciones actuales presentan limitaciones de costo, escalabilidad y validación en contextos latinoamericanos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87475" y="4826199"/>
            <a:ext cx="551706" cy="551706"/>
            <a:chOff x="0" y="0"/>
            <a:chExt cx="735608" cy="735608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35711" cy="735711"/>
            </a:xfrm>
            <a:custGeom>
              <a:avLst/>
              <a:gdLst/>
              <a:ahLst/>
              <a:cxnLst/>
              <a:rect l="l" t="t" r="r" b="b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775371" y="4885135"/>
            <a:ext cx="15520392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Nuestra propuesta cierra brechas clave: automatización integral, validación pedagógica, accesibilidad y sostenibilidad económica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87475" y="6143922"/>
            <a:ext cx="551706" cy="551706"/>
            <a:chOff x="0" y="0"/>
            <a:chExt cx="735608" cy="735608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735711" cy="735711"/>
            </a:xfrm>
            <a:custGeom>
              <a:avLst/>
              <a:gdLst/>
              <a:ahLst/>
              <a:cxnLst/>
              <a:rect l="l" t="t" r="r" b="b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775371" y="6202859"/>
            <a:ext cx="14738747" cy="40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modelo de planes escalables permite democratizar el acceso a tecnología educativa avanzada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87475" y="7168009"/>
            <a:ext cx="551706" cy="551706"/>
            <a:chOff x="0" y="0"/>
            <a:chExt cx="735608" cy="735608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735711" cy="735711"/>
            </a:xfrm>
            <a:custGeom>
              <a:avLst/>
              <a:gdLst/>
              <a:ahLst/>
              <a:cxnLst/>
              <a:rect l="l" t="t" r="r" b="b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775371" y="7226945"/>
            <a:ext cx="15520392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validación empírica en pruebas piloto será fundamental para comprobar efectividad y ajustar el sistema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87475" y="8485734"/>
            <a:ext cx="551706" cy="551706"/>
            <a:chOff x="0" y="0"/>
            <a:chExt cx="735608" cy="735608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735711" cy="735711"/>
            </a:xfrm>
            <a:custGeom>
              <a:avLst/>
              <a:gdLst/>
              <a:ahLst/>
              <a:cxnLst/>
              <a:rect l="l" t="t" r="r" b="b"/>
              <a:pathLst>
                <a:path w="735711" h="73571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594360" y="0"/>
                  </a:lnTo>
                  <a:lnTo>
                    <a:pt x="594360" y="6350"/>
                  </a:lnTo>
                  <a:lnTo>
                    <a:pt x="594360" y="0"/>
                  </a:lnTo>
                  <a:cubicBezTo>
                    <a:pt x="672465" y="0"/>
                    <a:pt x="735711" y="63246"/>
                    <a:pt x="735711" y="141351"/>
                  </a:cubicBezTo>
                  <a:lnTo>
                    <a:pt x="729361" y="141351"/>
                  </a:lnTo>
                  <a:lnTo>
                    <a:pt x="735711" y="141351"/>
                  </a:lnTo>
                  <a:lnTo>
                    <a:pt x="735711" y="594360"/>
                  </a:lnTo>
                  <a:lnTo>
                    <a:pt x="729361" y="594360"/>
                  </a:lnTo>
                  <a:lnTo>
                    <a:pt x="735711" y="594360"/>
                  </a:lnTo>
                  <a:cubicBezTo>
                    <a:pt x="735711" y="672465"/>
                    <a:pt x="672465" y="735711"/>
                    <a:pt x="594360" y="735711"/>
                  </a:cubicBezTo>
                  <a:lnTo>
                    <a:pt x="594360" y="729361"/>
                  </a:lnTo>
                  <a:lnTo>
                    <a:pt x="594360" y="735711"/>
                  </a:lnTo>
                  <a:lnTo>
                    <a:pt x="141351" y="735711"/>
                  </a:lnTo>
                  <a:lnTo>
                    <a:pt x="141351" y="729361"/>
                  </a:lnTo>
                  <a:lnTo>
                    <a:pt x="141351" y="735711"/>
                  </a:lnTo>
                  <a:cubicBezTo>
                    <a:pt x="63246" y="735584"/>
                    <a:pt x="0" y="672338"/>
                    <a:pt x="0" y="594360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594360"/>
                  </a:lnTo>
                  <a:lnTo>
                    <a:pt x="6350" y="594360"/>
                  </a:lnTo>
                  <a:lnTo>
                    <a:pt x="12700" y="594360"/>
                  </a:lnTo>
                  <a:cubicBezTo>
                    <a:pt x="12700" y="665353"/>
                    <a:pt x="70231" y="723011"/>
                    <a:pt x="141351" y="723011"/>
                  </a:cubicBezTo>
                  <a:lnTo>
                    <a:pt x="594360" y="723011"/>
                  </a:lnTo>
                  <a:cubicBezTo>
                    <a:pt x="665353" y="723011"/>
                    <a:pt x="723011" y="665480"/>
                    <a:pt x="723011" y="594360"/>
                  </a:cubicBezTo>
                  <a:lnTo>
                    <a:pt x="723011" y="141351"/>
                  </a:lnTo>
                  <a:cubicBezTo>
                    <a:pt x="722884" y="70231"/>
                    <a:pt x="665353" y="12700"/>
                    <a:pt x="594360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775371" y="8544669"/>
            <a:ext cx="15520392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D3D42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proyecta un impacto significativo en equidad educativa, especialmente para estudiantes con NEE y recursos limitados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26</Slides>
  <Notes>26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AGENDA.pptx</dc:title>
  <cp:revision>1</cp:revision>
  <dcterms:created xsi:type="dcterms:W3CDTF">2006-08-16T00:00:00Z</dcterms:created>
  <dcterms:modified xsi:type="dcterms:W3CDTF">2026-04-28T13:44:59Z</dcterms:modified>
  <dc:identifier>DAG6hQj0c_w</dc:identifier>
</cp:coreProperties>
</file>