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60"/>
  </p:notesMasterIdLst>
  <p:sldIdLst>
    <p:sldId id="256" r:id="rId2"/>
    <p:sldId id="257" r:id="rId3"/>
    <p:sldId id="258" r:id="rId4"/>
    <p:sldId id="259" r:id="rId5"/>
    <p:sldId id="316" r:id="rId6"/>
    <p:sldId id="260" r:id="rId7"/>
    <p:sldId id="262" r:id="rId8"/>
    <p:sldId id="263" r:id="rId9"/>
    <p:sldId id="264" r:id="rId10"/>
    <p:sldId id="300" r:id="rId11"/>
    <p:sldId id="301" r:id="rId12"/>
    <p:sldId id="302" r:id="rId13"/>
    <p:sldId id="303" r:id="rId14"/>
    <p:sldId id="304" r:id="rId15"/>
    <p:sldId id="305" r:id="rId16"/>
    <p:sldId id="298" r:id="rId17"/>
    <p:sldId id="299" r:id="rId18"/>
    <p:sldId id="311" r:id="rId19"/>
    <p:sldId id="312" r:id="rId20"/>
    <p:sldId id="306" r:id="rId21"/>
    <p:sldId id="307" r:id="rId22"/>
    <p:sldId id="308" r:id="rId23"/>
    <p:sldId id="309" r:id="rId24"/>
    <p:sldId id="290" r:id="rId25"/>
    <p:sldId id="288" r:id="rId26"/>
    <p:sldId id="289" r:id="rId27"/>
    <p:sldId id="286" r:id="rId28"/>
    <p:sldId id="287" r:id="rId29"/>
    <p:sldId id="281" r:id="rId30"/>
    <p:sldId id="282" r:id="rId31"/>
    <p:sldId id="283" r:id="rId32"/>
    <p:sldId id="284" r:id="rId33"/>
    <p:sldId id="310" r:id="rId34"/>
    <p:sldId id="285" r:id="rId35"/>
    <p:sldId id="291" r:id="rId36"/>
    <p:sldId id="292" r:id="rId37"/>
    <p:sldId id="293" r:id="rId38"/>
    <p:sldId id="295" r:id="rId39"/>
    <p:sldId id="265" r:id="rId40"/>
    <p:sldId id="266" r:id="rId41"/>
    <p:sldId id="267" r:id="rId42"/>
    <p:sldId id="268" r:id="rId43"/>
    <p:sldId id="269" r:id="rId44"/>
    <p:sldId id="270" r:id="rId45"/>
    <p:sldId id="271" r:id="rId46"/>
    <p:sldId id="272" r:id="rId47"/>
    <p:sldId id="273" r:id="rId48"/>
    <p:sldId id="274" r:id="rId49"/>
    <p:sldId id="275" r:id="rId50"/>
    <p:sldId id="276" r:id="rId51"/>
    <p:sldId id="277" r:id="rId52"/>
    <p:sldId id="278" r:id="rId53"/>
    <p:sldId id="279" r:id="rId54"/>
    <p:sldId id="280" r:id="rId55"/>
    <p:sldId id="294" r:id="rId56"/>
    <p:sldId id="314" r:id="rId57"/>
    <p:sldId id="315" r:id="rId58"/>
    <p:sldId id="317" r:id="rId5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1D4EDD-2ACC-5AFD-A4EB-B70A6A554DF5}" v="12" dt="2026-05-20T14:58:40.562"/>
  </p1510:revLst>
</p1510:revInfo>
</file>

<file path=ppt/tableStyles.xml><?xml version="1.0" encoding="utf-8"?>
<a:tblStyleLst xmlns:a="http://schemas.openxmlformats.org/drawingml/2006/main" def="{1B096223-E9DC-4BD4-AE9C-A27518112985}">
  <a:tblStyle styleId="{1B096223-E9DC-4BD4-AE9C-A27518112985}" styleName="Table_0">
    <a:wholeTbl>
      <a:tcTxStyle b="off" i="off">
        <a:font>
          <a:latin typeface="Calibri"/>
          <a:ea typeface="Calibri"/>
          <a:cs typeface="Calibri"/>
        </a:font>
        <a:schemeClr val="dk1"/>
      </a:tcTxStyle>
      <a:tcStyle>
        <a:tcBdr>
          <a:left>
            <a:ln w="12700" cap="flat" cmpd="sng">
              <a:solidFill>
                <a:schemeClr val="accent2"/>
              </a:solidFill>
              <a:prstDash val="solid"/>
              <a:round/>
              <a:headEnd type="none" w="sm" len="sm"/>
              <a:tailEnd type="none" w="sm" len="sm"/>
            </a:ln>
          </a:left>
          <a:right>
            <a:ln w="12700" cap="flat" cmpd="sng">
              <a:solidFill>
                <a:schemeClr val="accent2"/>
              </a:solidFill>
              <a:prstDash val="solid"/>
              <a:round/>
              <a:headEnd type="none" w="sm" len="sm"/>
              <a:tailEnd type="none" w="sm" len="sm"/>
            </a:ln>
          </a:right>
          <a:top>
            <a:ln w="12700" cap="flat" cmpd="sng">
              <a:solidFill>
                <a:schemeClr val="accent2"/>
              </a:solidFill>
              <a:prstDash val="solid"/>
              <a:round/>
              <a:headEnd type="none" w="sm" len="sm"/>
              <a:tailEnd type="none" w="sm" len="sm"/>
            </a:ln>
          </a:top>
          <a:bottom>
            <a:ln w="12700" cap="flat" cmpd="sng">
              <a:solidFill>
                <a:schemeClr val="accent2"/>
              </a:solidFill>
              <a:prstDash val="solid"/>
              <a:round/>
              <a:headEnd type="none" w="sm" len="sm"/>
              <a:tailEnd type="none" w="sm" len="sm"/>
            </a:ln>
          </a:bottom>
          <a:insideH>
            <a:ln w="12700" cap="flat" cmpd="sng">
              <a:solidFill>
                <a:schemeClr val="accent2"/>
              </a:solidFill>
              <a:prstDash val="solid"/>
              <a:round/>
              <a:headEnd type="none" w="sm" len="sm"/>
              <a:tailEnd type="none" w="sm" len="sm"/>
            </a:ln>
          </a:insideH>
          <a:insideV>
            <a:ln w="12700" cap="flat" cmpd="sng">
              <a:solidFill>
                <a:schemeClr val="accent2"/>
              </a:solidFill>
              <a:prstDash val="solid"/>
              <a:round/>
              <a:headEnd type="none" w="sm" len="sm"/>
              <a:tailEnd type="none" w="sm" len="sm"/>
            </a:ln>
          </a:insideV>
        </a:tcBdr>
        <a:fill>
          <a:solidFill>
            <a:srgbClr val="FCECE7"/>
          </a:solidFill>
        </a:fill>
      </a:tcStyle>
    </a:wholeTbl>
    <a:band1H>
      <a:tcTxStyle/>
      <a:tcStyle>
        <a:tcBdr/>
        <a:fill>
          <a:solidFill>
            <a:srgbClr val="F8D6CC"/>
          </a:solidFill>
        </a:fill>
      </a:tcStyle>
    </a:band1H>
    <a:band2H>
      <a:tcTxStyle/>
      <a:tcStyle>
        <a:tcBdr/>
      </a:tcStyle>
    </a:band2H>
    <a:band1V>
      <a:tcTxStyle/>
      <a:tcStyle>
        <a:tcBdr/>
        <a:fill>
          <a:solidFill>
            <a:srgbClr val="F8D6CC"/>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accent2"/>
              </a:solidFill>
              <a:prstDash val="solid"/>
              <a:round/>
              <a:headEnd type="none" w="sm" len="sm"/>
              <a:tailEnd type="none" w="sm" len="sm"/>
            </a:ln>
          </a:top>
        </a:tcBdr>
        <a:fill>
          <a:solidFill>
            <a:srgbClr val="FCECE7"/>
          </a:solidFill>
        </a:fill>
      </a:tcStyle>
    </a:lastRow>
    <a:seCell>
      <a:tcTxStyle/>
      <a:tcStyle>
        <a:tcBdr/>
      </a:tcStyle>
    </a:seCell>
    <a:swCell>
      <a:tcTxStyle/>
      <a:tcStyle>
        <a:tcBdr/>
      </a:tcStyle>
    </a:swCell>
    <a:firstRow>
      <a:tcTxStyle b="on" i="off"/>
      <a:tcStyle>
        <a:tcBdr/>
        <a:fill>
          <a:solidFill>
            <a:srgbClr val="FCECE7"/>
          </a:solidFill>
        </a:fill>
      </a:tcStyle>
    </a:firstRow>
    <a:neCell>
      <a:tcTxStyle/>
      <a:tcStyle>
        <a:tcBdr/>
      </a:tcStyle>
    </a:neCell>
    <a:nwCell>
      <a:tcTxStyle/>
      <a:tcStyle>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Estilo claro 1 - Acento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202214843 (Palomino Santa Cruz, Erick Joaquin)" userId="S::u202214843@upc.edu.pe::3f4f9d94-d1c7-43ef-b19f-c85be680e669" providerId="AD" clId="Web-{665AD2CE-5934-FBCA-0D62-45F96243C49A}"/>
    <pc:docChg chg="delSld modSld sldOrd">
      <pc:chgData name="u202214843 (Palomino Santa Cruz, Erick Joaquin)" userId="S::u202214843@upc.edu.pe::3f4f9d94-d1c7-43ef-b19f-c85be680e669" providerId="AD" clId="Web-{665AD2CE-5934-FBCA-0D62-45F96243C49A}" dt="2026-05-12T13:32:05.391" v="63"/>
      <pc:docMkLst>
        <pc:docMk/>
      </pc:docMkLst>
      <pc:sldChg chg="mod modShow">
        <pc:chgData name="u202214843 (Palomino Santa Cruz, Erick Joaquin)" userId="S::u202214843@upc.edu.pe::3f4f9d94-d1c7-43ef-b19f-c85be680e669" providerId="AD" clId="Web-{665AD2CE-5934-FBCA-0D62-45F96243C49A}" dt="2026-05-12T13:32:05.391" v="63"/>
        <pc:sldMkLst>
          <pc:docMk/>
          <pc:sldMk cId="3094791880" sldId="285"/>
        </pc:sldMkLst>
      </pc:sldChg>
      <pc:sldChg chg="mod modShow">
        <pc:chgData name="u202214843 (Palomino Santa Cruz, Erick Joaquin)" userId="S::u202214843@upc.edu.pe::3f4f9d94-d1c7-43ef-b19f-c85be680e669" providerId="AD" clId="Web-{665AD2CE-5934-FBCA-0D62-45F96243C49A}" dt="2026-05-12T13:31:47.876" v="60"/>
        <pc:sldMkLst>
          <pc:docMk/>
          <pc:sldMk cId="3861960433" sldId="291"/>
        </pc:sldMkLst>
      </pc:sldChg>
      <pc:sldChg chg="mod modShow">
        <pc:chgData name="u202214843 (Palomino Santa Cruz, Erick Joaquin)" userId="S::u202214843@upc.edu.pe::3f4f9d94-d1c7-43ef-b19f-c85be680e669" providerId="AD" clId="Web-{665AD2CE-5934-FBCA-0D62-45F96243C49A}" dt="2026-05-12T13:31:50.501" v="61"/>
        <pc:sldMkLst>
          <pc:docMk/>
          <pc:sldMk cId="1225723685" sldId="292"/>
        </pc:sldMkLst>
      </pc:sldChg>
      <pc:sldChg chg="mod modShow">
        <pc:chgData name="u202214843 (Palomino Santa Cruz, Erick Joaquin)" userId="S::u202214843@upc.edu.pe::3f4f9d94-d1c7-43ef-b19f-c85be680e669" providerId="AD" clId="Web-{665AD2CE-5934-FBCA-0D62-45F96243C49A}" dt="2026-05-12T13:31:51.938" v="62"/>
        <pc:sldMkLst>
          <pc:docMk/>
          <pc:sldMk cId="3593129484" sldId="293"/>
        </pc:sldMkLst>
      </pc:sldChg>
      <pc:sldChg chg="ord">
        <pc:chgData name="u202214843 (Palomino Santa Cruz, Erick Joaquin)" userId="S::u202214843@upc.edu.pe::3f4f9d94-d1c7-43ef-b19f-c85be680e669" providerId="AD" clId="Web-{665AD2CE-5934-FBCA-0D62-45F96243C49A}" dt="2026-05-12T13:17:55.826" v="32"/>
        <pc:sldMkLst>
          <pc:docMk/>
          <pc:sldMk cId="134633130" sldId="298"/>
        </pc:sldMkLst>
      </pc:sldChg>
      <pc:sldChg chg="ord">
        <pc:chgData name="u202214843 (Palomino Santa Cruz, Erick Joaquin)" userId="S::u202214843@upc.edu.pe::3f4f9d94-d1c7-43ef-b19f-c85be680e669" providerId="AD" clId="Web-{665AD2CE-5934-FBCA-0D62-45F96243C49A}" dt="2026-05-12T13:31:11.485" v="59"/>
        <pc:sldMkLst>
          <pc:docMk/>
          <pc:sldMk cId="2339994869" sldId="299"/>
        </pc:sldMkLst>
      </pc:sldChg>
      <pc:sldChg chg="addSp modSp">
        <pc:chgData name="u202214843 (Palomino Santa Cruz, Erick Joaquin)" userId="S::u202214843@upc.edu.pe::3f4f9d94-d1c7-43ef-b19f-c85be680e669" providerId="AD" clId="Web-{665AD2CE-5934-FBCA-0D62-45F96243C49A}" dt="2026-05-12T13:22:14.186" v="35" actId="1076"/>
        <pc:sldMkLst>
          <pc:docMk/>
          <pc:sldMk cId="3955171613" sldId="300"/>
        </pc:sldMkLst>
        <pc:spChg chg="add mod">
          <ac:chgData name="u202214843 (Palomino Santa Cruz, Erick Joaquin)" userId="S::u202214843@upc.edu.pe::3f4f9d94-d1c7-43ef-b19f-c85be680e669" providerId="AD" clId="Web-{665AD2CE-5934-FBCA-0D62-45F96243C49A}" dt="2026-05-12T13:22:14.186" v="35" actId="1076"/>
          <ac:spMkLst>
            <pc:docMk/>
            <pc:sldMk cId="3955171613" sldId="300"/>
            <ac:spMk id="5" creationId="{E45C4D2C-5D11-16EB-24C4-5EE27229E879}"/>
          </ac:spMkLst>
        </pc:spChg>
      </pc:sldChg>
      <pc:sldChg chg="addSp modSp">
        <pc:chgData name="u202214843 (Palomino Santa Cruz, Erick Joaquin)" userId="S::u202214843@upc.edu.pe::3f4f9d94-d1c7-43ef-b19f-c85be680e669" providerId="AD" clId="Web-{665AD2CE-5934-FBCA-0D62-45F96243C49A}" dt="2026-05-12T13:26:21.155" v="44" actId="1076"/>
        <pc:sldMkLst>
          <pc:docMk/>
          <pc:sldMk cId="2679823270" sldId="302"/>
        </pc:sldMkLst>
        <pc:spChg chg="add mod">
          <ac:chgData name="u202214843 (Palomino Santa Cruz, Erick Joaquin)" userId="S::u202214843@upc.edu.pe::3f4f9d94-d1c7-43ef-b19f-c85be680e669" providerId="AD" clId="Web-{665AD2CE-5934-FBCA-0D62-45F96243C49A}" dt="2026-05-12T13:24:43.827" v="42" actId="1076"/>
          <ac:spMkLst>
            <pc:docMk/>
            <pc:sldMk cId="2679823270" sldId="302"/>
            <ac:spMk id="2" creationId="{963A1479-C219-0AE6-4CBE-96285E606457}"/>
          </ac:spMkLst>
        </pc:spChg>
        <pc:picChg chg="mod">
          <ac:chgData name="u202214843 (Palomino Santa Cruz, Erick Joaquin)" userId="S::u202214843@upc.edu.pe::3f4f9d94-d1c7-43ef-b19f-c85be680e669" providerId="AD" clId="Web-{665AD2CE-5934-FBCA-0D62-45F96243C49A}" dt="2026-05-12T13:26:21.155" v="44" actId="1076"/>
          <ac:picMkLst>
            <pc:docMk/>
            <pc:sldMk cId="2679823270" sldId="302"/>
            <ac:picMk id="5" creationId="{A5B48D6E-BA19-D797-7AE9-89D3C09C035B}"/>
          </ac:picMkLst>
        </pc:picChg>
      </pc:sldChg>
      <pc:sldChg chg="modSp">
        <pc:chgData name="u202214843 (Palomino Santa Cruz, Erick Joaquin)" userId="S::u202214843@upc.edu.pe::3f4f9d94-d1c7-43ef-b19f-c85be680e669" providerId="AD" clId="Web-{665AD2CE-5934-FBCA-0D62-45F96243C49A}" dt="2026-05-12T13:15:10.826" v="23" actId="20577"/>
        <pc:sldMkLst>
          <pc:docMk/>
          <pc:sldMk cId="2233432855" sldId="303"/>
        </pc:sldMkLst>
        <pc:spChg chg="mod">
          <ac:chgData name="u202214843 (Palomino Santa Cruz, Erick Joaquin)" userId="S::u202214843@upc.edu.pe::3f4f9d94-d1c7-43ef-b19f-c85be680e669" providerId="AD" clId="Web-{665AD2CE-5934-FBCA-0D62-45F96243C49A}" dt="2026-05-12T13:15:10.826" v="23" actId="20577"/>
          <ac:spMkLst>
            <pc:docMk/>
            <pc:sldMk cId="2233432855" sldId="303"/>
            <ac:spMk id="22" creationId="{F1447CDC-C0F6-C1EF-ED42-66CEDE2EC493}"/>
          </ac:spMkLst>
        </pc:spChg>
      </pc:sldChg>
      <pc:sldChg chg="addSp modSp">
        <pc:chgData name="u202214843 (Palomino Santa Cruz, Erick Joaquin)" userId="S::u202214843@upc.edu.pe::3f4f9d94-d1c7-43ef-b19f-c85be680e669" providerId="AD" clId="Web-{665AD2CE-5934-FBCA-0D62-45F96243C49A}" dt="2026-05-12T13:27:01.140" v="47" actId="1076"/>
        <pc:sldMkLst>
          <pc:docMk/>
          <pc:sldMk cId="3101161776" sldId="304"/>
        </pc:sldMkLst>
        <pc:spChg chg="add mod">
          <ac:chgData name="u202214843 (Palomino Santa Cruz, Erick Joaquin)" userId="S::u202214843@upc.edu.pe::3f4f9d94-d1c7-43ef-b19f-c85be680e669" providerId="AD" clId="Web-{665AD2CE-5934-FBCA-0D62-45F96243C49A}" dt="2026-05-12T13:27:01.140" v="47" actId="1076"/>
          <ac:spMkLst>
            <pc:docMk/>
            <pc:sldMk cId="3101161776" sldId="304"/>
            <ac:spMk id="2" creationId="{34EDF8BD-E6B2-5FFE-8B7C-BC7F285C0FE5}"/>
          </ac:spMkLst>
        </pc:spChg>
        <pc:picChg chg="mod">
          <ac:chgData name="u202214843 (Palomino Santa Cruz, Erick Joaquin)" userId="S::u202214843@upc.edu.pe::3f4f9d94-d1c7-43ef-b19f-c85be680e669" providerId="AD" clId="Web-{665AD2CE-5934-FBCA-0D62-45F96243C49A}" dt="2026-05-12T13:26:14.046" v="43" actId="1076"/>
          <ac:picMkLst>
            <pc:docMk/>
            <pc:sldMk cId="3101161776" sldId="304"/>
            <ac:picMk id="6" creationId="{7F79A6A0-FA55-9B27-8B2D-C2EE271B0906}"/>
          </ac:picMkLst>
        </pc:picChg>
      </pc:sldChg>
      <pc:sldChg chg="addSp modSp">
        <pc:chgData name="u202214843 (Palomino Santa Cruz, Erick Joaquin)" userId="S::u202214843@upc.edu.pe::3f4f9d94-d1c7-43ef-b19f-c85be680e669" providerId="AD" clId="Web-{665AD2CE-5934-FBCA-0D62-45F96243C49A}" dt="2026-05-12T13:28:29.015" v="50" actId="1076"/>
        <pc:sldMkLst>
          <pc:docMk/>
          <pc:sldMk cId="1328506594" sldId="306"/>
        </pc:sldMkLst>
        <pc:spChg chg="add mod">
          <ac:chgData name="u202214843 (Palomino Santa Cruz, Erick Joaquin)" userId="S::u202214843@upc.edu.pe::3f4f9d94-d1c7-43ef-b19f-c85be680e669" providerId="AD" clId="Web-{665AD2CE-5934-FBCA-0D62-45F96243C49A}" dt="2026-05-12T13:28:29.015" v="50" actId="1076"/>
          <ac:spMkLst>
            <pc:docMk/>
            <pc:sldMk cId="1328506594" sldId="306"/>
            <ac:spMk id="2" creationId="{0741947E-544A-570F-963D-9D902E1ED24D}"/>
          </ac:spMkLst>
        </pc:spChg>
      </pc:sldChg>
      <pc:sldChg chg="addSp modSp">
        <pc:chgData name="u202214843 (Palomino Santa Cruz, Erick Joaquin)" userId="S::u202214843@upc.edu.pe::3f4f9d94-d1c7-43ef-b19f-c85be680e669" providerId="AD" clId="Web-{665AD2CE-5934-FBCA-0D62-45F96243C49A}" dt="2026-05-12T13:30:09.360" v="55" actId="1076"/>
        <pc:sldMkLst>
          <pc:docMk/>
          <pc:sldMk cId="3085410001" sldId="308"/>
        </pc:sldMkLst>
        <pc:spChg chg="add mod">
          <ac:chgData name="u202214843 (Palomino Santa Cruz, Erick Joaquin)" userId="S::u202214843@upc.edu.pe::3f4f9d94-d1c7-43ef-b19f-c85be680e669" providerId="AD" clId="Web-{665AD2CE-5934-FBCA-0D62-45F96243C49A}" dt="2026-05-12T13:30:09.360" v="55" actId="1076"/>
          <ac:spMkLst>
            <pc:docMk/>
            <pc:sldMk cId="3085410001" sldId="308"/>
            <ac:spMk id="5" creationId="{38C8AADF-B02F-E027-7BD1-07BABA729BC3}"/>
          </ac:spMkLst>
        </pc:spChg>
      </pc:sldChg>
      <pc:sldChg chg="modSp">
        <pc:chgData name="u202214843 (Palomino Santa Cruz, Erick Joaquin)" userId="S::u202214843@upc.edu.pe::3f4f9d94-d1c7-43ef-b19f-c85be680e669" providerId="AD" clId="Web-{665AD2CE-5934-FBCA-0D62-45F96243C49A}" dt="2026-05-12T13:23:51.218" v="39" actId="1076"/>
        <pc:sldMkLst>
          <pc:docMk/>
          <pc:sldMk cId="2764230477" sldId="311"/>
        </pc:sldMkLst>
        <pc:graphicFrameChg chg="mod modGraphic">
          <ac:chgData name="u202214843 (Palomino Santa Cruz, Erick Joaquin)" userId="S::u202214843@upc.edu.pe::3f4f9d94-d1c7-43ef-b19f-c85be680e669" providerId="AD" clId="Web-{665AD2CE-5934-FBCA-0D62-45F96243C49A}" dt="2026-05-12T13:23:51.218" v="39" actId="1076"/>
          <ac:graphicFrameMkLst>
            <pc:docMk/>
            <pc:sldMk cId="2764230477" sldId="311"/>
            <ac:graphicFrameMk id="4" creationId="{7AF11902-BD2D-0B63-E573-4DE816B662E4}"/>
          </ac:graphicFrameMkLst>
        </pc:graphicFrameChg>
      </pc:sldChg>
      <pc:sldChg chg="modSp">
        <pc:chgData name="u202214843 (Palomino Santa Cruz, Erick Joaquin)" userId="S::u202214843@upc.edu.pe::3f4f9d94-d1c7-43ef-b19f-c85be680e669" providerId="AD" clId="Web-{665AD2CE-5934-FBCA-0D62-45F96243C49A}" dt="2026-05-12T13:23:30.889" v="38"/>
        <pc:sldMkLst>
          <pc:docMk/>
          <pc:sldMk cId="4095709012" sldId="312"/>
        </pc:sldMkLst>
        <pc:graphicFrameChg chg="mod modGraphic">
          <ac:chgData name="u202214843 (Palomino Santa Cruz, Erick Joaquin)" userId="S::u202214843@upc.edu.pe::3f4f9d94-d1c7-43ef-b19f-c85be680e669" providerId="AD" clId="Web-{665AD2CE-5934-FBCA-0D62-45F96243C49A}" dt="2026-05-12T13:23:30.889" v="38"/>
          <ac:graphicFrameMkLst>
            <pc:docMk/>
            <pc:sldMk cId="4095709012" sldId="312"/>
            <ac:graphicFrameMk id="5" creationId="{896B2BD4-D147-8614-2FA5-54820A45B884}"/>
          </ac:graphicFrameMkLst>
        </pc:graphicFrameChg>
      </pc:sldChg>
    </pc:docChg>
  </pc:docChgLst>
  <pc:docChgLst>
    <pc:chgData name="u202210066 (Palma Obispo, Adrian Enrique Jesus)" userId="S::u202210066@upc.edu.pe::ef3935b9-c757-44fa-a080-112c7bcdc337" providerId="AD" clId="Web-{AB269207-5721-48E0-E423-760CDA25930D}"/>
    <pc:docChg chg="modSld sldOrd">
      <pc:chgData name="u202210066 (Palma Obispo, Adrian Enrique Jesus)" userId="S::u202210066@upc.edu.pe::ef3935b9-c757-44fa-a080-112c7bcdc337" providerId="AD" clId="Web-{AB269207-5721-48E0-E423-760CDA25930D}" dt="2026-05-05T12:34:14.952" v="38" actId="20577"/>
      <pc:docMkLst>
        <pc:docMk/>
      </pc:docMkLst>
      <pc:sldChg chg="modSp">
        <pc:chgData name="u202210066 (Palma Obispo, Adrian Enrique Jesus)" userId="S::u202210066@upc.edu.pe::ef3935b9-c757-44fa-a080-112c7bcdc337" providerId="AD" clId="Web-{AB269207-5721-48E0-E423-760CDA25930D}" dt="2026-05-05T12:21:43.157" v="24" actId="1076"/>
        <pc:sldMkLst>
          <pc:docMk/>
          <pc:sldMk cId="0" sldId="256"/>
        </pc:sldMkLst>
        <pc:spChg chg="mod">
          <ac:chgData name="u202210066 (Palma Obispo, Adrian Enrique Jesus)" userId="S::u202210066@upc.edu.pe::ef3935b9-c757-44fa-a080-112c7bcdc337" providerId="AD" clId="Web-{AB269207-5721-48E0-E423-760CDA25930D}" dt="2026-05-05T12:21:43.157" v="24" actId="1076"/>
          <ac:spMkLst>
            <pc:docMk/>
            <pc:sldMk cId="0" sldId="256"/>
            <ac:spMk id="85" creationId="{00000000-0000-0000-0000-000000000000}"/>
          </ac:spMkLst>
        </pc:spChg>
        <pc:spChg chg="mod">
          <ac:chgData name="u202210066 (Palma Obispo, Adrian Enrique Jesus)" userId="S::u202210066@upc.edu.pe::ef3935b9-c757-44fa-a080-112c7bcdc337" providerId="AD" clId="Web-{AB269207-5721-48E0-E423-760CDA25930D}" dt="2026-05-05T12:21:37.704" v="23" actId="1076"/>
          <ac:spMkLst>
            <pc:docMk/>
            <pc:sldMk cId="0" sldId="256"/>
            <ac:spMk id="86" creationId="{00000000-0000-0000-0000-000000000000}"/>
          </ac:spMkLst>
        </pc:spChg>
      </pc:sldChg>
      <pc:sldChg chg="modSp">
        <pc:chgData name="u202210066 (Palma Obispo, Adrian Enrique Jesus)" userId="S::u202210066@upc.edu.pe::ef3935b9-c757-44fa-a080-112c7bcdc337" providerId="AD" clId="Web-{AB269207-5721-48E0-E423-760CDA25930D}" dt="2026-05-05T12:34:14.952" v="38" actId="20577"/>
        <pc:sldMkLst>
          <pc:docMk/>
          <pc:sldMk cId="0" sldId="258"/>
        </pc:sldMkLst>
        <pc:spChg chg="mod">
          <ac:chgData name="u202210066 (Palma Obispo, Adrian Enrique Jesus)" userId="S::u202210066@upc.edu.pe::ef3935b9-c757-44fa-a080-112c7bcdc337" providerId="AD" clId="Web-{AB269207-5721-48E0-E423-760CDA25930D}" dt="2026-05-05T12:34:14.952" v="38" actId="20577"/>
          <ac:spMkLst>
            <pc:docMk/>
            <pc:sldMk cId="0" sldId="258"/>
            <ac:spMk id="104" creationId="{00000000-0000-0000-0000-000000000000}"/>
          </ac:spMkLst>
        </pc:spChg>
      </pc:sldChg>
      <pc:sldChg chg="modSp">
        <pc:chgData name="u202210066 (Palma Obispo, Adrian Enrique Jesus)" userId="S::u202210066@upc.edu.pe::ef3935b9-c757-44fa-a080-112c7bcdc337" providerId="AD" clId="Web-{AB269207-5721-48E0-E423-760CDA25930D}" dt="2026-05-05T12:20:51.062" v="20" actId="20577"/>
        <pc:sldMkLst>
          <pc:docMk/>
          <pc:sldMk cId="2066102768" sldId="288"/>
        </pc:sldMkLst>
      </pc:sldChg>
    </pc:docChg>
  </pc:docChgLst>
  <pc:docChgLst>
    <pc:chgData name="u202214843 (Palomino Santa Cruz, Erick Joaquin)" userId="S::u202214843@upc.edu.pe::3f4f9d94-d1c7-43ef-b19f-c85be680e669" providerId="AD" clId="Web-{751D4EDD-2ACC-5AFD-A4EB-B70A6A554DF5}"/>
    <pc:docChg chg="modSld">
      <pc:chgData name="u202214843 (Palomino Santa Cruz, Erick Joaquin)" userId="S::u202214843@upc.edu.pe::3f4f9d94-d1c7-43ef-b19f-c85be680e669" providerId="AD" clId="Web-{751D4EDD-2ACC-5AFD-A4EB-B70A6A554DF5}" dt="2026-05-20T14:58:40.562" v="9" actId="1076"/>
      <pc:docMkLst>
        <pc:docMk/>
      </pc:docMkLst>
      <pc:sldChg chg="modSp">
        <pc:chgData name="u202214843 (Palomino Santa Cruz, Erick Joaquin)" userId="S::u202214843@upc.edu.pe::3f4f9d94-d1c7-43ef-b19f-c85be680e669" providerId="AD" clId="Web-{751D4EDD-2ACC-5AFD-A4EB-B70A6A554DF5}" dt="2026-05-20T14:56:17.059" v="1" actId="1076"/>
        <pc:sldMkLst>
          <pc:docMk/>
          <pc:sldMk cId="0" sldId="256"/>
        </pc:sldMkLst>
        <pc:spChg chg="mod">
          <ac:chgData name="u202214843 (Palomino Santa Cruz, Erick Joaquin)" userId="S::u202214843@upc.edu.pe::3f4f9d94-d1c7-43ef-b19f-c85be680e669" providerId="AD" clId="Web-{751D4EDD-2ACC-5AFD-A4EB-B70A6A554DF5}" dt="2026-05-20T14:56:10.387" v="0" actId="20577"/>
          <ac:spMkLst>
            <pc:docMk/>
            <pc:sldMk cId="0" sldId="256"/>
            <ac:spMk id="85" creationId="{00000000-0000-0000-0000-000000000000}"/>
          </ac:spMkLst>
        </pc:spChg>
        <pc:picChg chg="mod">
          <ac:chgData name="u202214843 (Palomino Santa Cruz, Erick Joaquin)" userId="S::u202214843@upc.edu.pe::3f4f9d94-d1c7-43ef-b19f-c85be680e669" providerId="AD" clId="Web-{751D4EDD-2ACC-5AFD-A4EB-B70A6A554DF5}" dt="2026-05-20T14:56:17.059" v="1" actId="1076"/>
          <ac:picMkLst>
            <pc:docMk/>
            <pc:sldMk cId="0" sldId="256"/>
            <ac:picMk id="2" creationId="{868FC289-3A59-9DBB-59B5-48071F0050E3}"/>
          </ac:picMkLst>
        </pc:picChg>
      </pc:sldChg>
      <pc:sldChg chg="modSp">
        <pc:chgData name="u202214843 (Palomino Santa Cruz, Erick Joaquin)" userId="S::u202214843@upc.edu.pe::3f4f9d94-d1c7-43ef-b19f-c85be680e669" providerId="AD" clId="Web-{751D4EDD-2ACC-5AFD-A4EB-B70A6A554DF5}" dt="2026-05-20T14:58:40.562" v="9" actId="1076"/>
        <pc:sldMkLst>
          <pc:docMk/>
          <pc:sldMk cId="0" sldId="258"/>
        </pc:sldMkLst>
        <pc:spChg chg="mod">
          <ac:chgData name="u202214843 (Palomino Santa Cruz, Erick Joaquin)" userId="S::u202214843@upc.edu.pe::3f4f9d94-d1c7-43ef-b19f-c85be680e669" providerId="AD" clId="Web-{751D4EDD-2ACC-5AFD-A4EB-B70A6A554DF5}" dt="2026-05-20T14:58:40.562" v="9" actId="1076"/>
          <ac:spMkLst>
            <pc:docMk/>
            <pc:sldMk cId="0" sldId="258"/>
            <ac:spMk id="2" creationId="{FC05CF40-7CBF-DE3A-912C-71450D3E4F00}"/>
          </ac:spMkLst>
        </pc:spChg>
        <pc:spChg chg="mod">
          <ac:chgData name="u202214843 (Palomino Santa Cruz, Erick Joaquin)" userId="S::u202214843@upc.edu.pe::3f4f9d94-d1c7-43ef-b19f-c85be680e669" providerId="AD" clId="Web-{751D4EDD-2ACC-5AFD-A4EB-B70A6A554DF5}" dt="2026-05-20T14:58:29.187" v="7" actId="1076"/>
          <ac:spMkLst>
            <pc:docMk/>
            <pc:sldMk cId="0" sldId="258"/>
            <ac:spMk id="101" creationId="{00000000-0000-0000-0000-000000000000}"/>
          </ac:spMkLst>
        </pc:spChg>
        <pc:picChg chg="mod">
          <ac:chgData name="u202214843 (Palomino Santa Cruz, Erick Joaquin)" userId="S::u202214843@upc.edu.pe::3f4f9d94-d1c7-43ef-b19f-c85be680e669" providerId="AD" clId="Web-{751D4EDD-2ACC-5AFD-A4EB-B70A6A554DF5}" dt="2026-05-20T14:58:36.843" v="8" actId="1076"/>
          <ac:picMkLst>
            <pc:docMk/>
            <pc:sldMk cId="0" sldId="258"/>
            <ac:picMk id="103" creationId="{00000000-0000-0000-0000-000000000000}"/>
          </ac:picMkLst>
        </pc:picChg>
      </pc:sldChg>
    </pc:docChg>
  </pc:docChgLst>
  <pc:docChgLst>
    <pc:chgData name="u202210066 (Palma Obispo, Adrian Enrique Jesus)" userId="S::u202210066@upc.edu.pe::ef3935b9-c757-44fa-a080-112c7bcdc337" providerId="AD" clId="Web-{AA01D6F3-6AAA-56CB-095C-323F70DDD0F7}"/>
    <pc:docChg chg="modSld">
      <pc:chgData name="u202210066 (Palma Obispo, Adrian Enrique Jesus)" userId="S::u202210066@upc.edu.pe::ef3935b9-c757-44fa-a080-112c7bcdc337" providerId="AD" clId="Web-{AA01D6F3-6AAA-56CB-095C-323F70DDD0F7}" dt="2026-05-15T22:18:48.064" v="142"/>
      <pc:docMkLst>
        <pc:docMk/>
      </pc:docMkLst>
      <pc:sldChg chg="addSp modSp">
        <pc:chgData name="u202210066 (Palma Obispo, Adrian Enrique Jesus)" userId="S::u202210066@upc.edu.pe::ef3935b9-c757-44fa-a080-112c7bcdc337" providerId="AD" clId="Web-{AA01D6F3-6AAA-56CB-095C-323F70DDD0F7}" dt="2026-05-15T22:08:12.165" v="3" actId="1076"/>
        <pc:sldMkLst>
          <pc:docMk/>
          <pc:sldMk cId="0" sldId="263"/>
        </pc:sldMkLst>
        <pc:picChg chg="add mod">
          <ac:chgData name="u202210066 (Palma Obispo, Adrian Enrique Jesus)" userId="S::u202210066@upc.edu.pe::ef3935b9-c757-44fa-a080-112c7bcdc337" providerId="AD" clId="Web-{AA01D6F3-6AAA-56CB-095C-323F70DDD0F7}" dt="2026-05-15T22:08:12.165" v="3" actId="1076"/>
          <ac:picMkLst>
            <pc:docMk/>
            <pc:sldMk cId="0" sldId="263"/>
            <ac:picMk id="2" creationId="{E4E81161-E70A-9390-E655-9FC40A18193D}"/>
          </ac:picMkLst>
        </pc:picChg>
      </pc:sldChg>
      <pc:sldChg chg="addSp modSp">
        <pc:chgData name="u202210066 (Palma Obispo, Adrian Enrique Jesus)" userId="S::u202210066@upc.edu.pe::ef3935b9-c757-44fa-a080-112c7bcdc337" providerId="AD" clId="Web-{AA01D6F3-6AAA-56CB-095C-323F70DDD0F7}" dt="2026-05-15T22:10:31.923" v="19" actId="20577"/>
        <pc:sldMkLst>
          <pc:docMk/>
          <pc:sldMk cId="0" sldId="264"/>
        </pc:sldMkLst>
        <pc:spChg chg="add mod">
          <ac:chgData name="u202210066 (Palma Obispo, Adrian Enrique Jesus)" userId="S::u202210066@upc.edu.pe::ef3935b9-c757-44fa-a080-112c7bcdc337" providerId="AD" clId="Web-{AA01D6F3-6AAA-56CB-095C-323F70DDD0F7}" dt="2026-05-15T22:10:24.235" v="16" actId="1076"/>
          <ac:spMkLst>
            <pc:docMk/>
            <pc:sldMk cId="0" sldId="264"/>
            <ac:spMk id="3" creationId="{4C46E851-B1D8-ED92-EE68-BD4AFEE91688}"/>
          </ac:spMkLst>
        </pc:spChg>
        <pc:spChg chg="add mod">
          <ac:chgData name="u202210066 (Palma Obispo, Adrian Enrique Jesus)" userId="S::u202210066@upc.edu.pe::ef3935b9-c757-44fa-a080-112c7bcdc337" providerId="AD" clId="Web-{AA01D6F3-6AAA-56CB-095C-323F70DDD0F7}" dt="2026-05-15T22:10:31.923" v="19" actId="20577"/>
          <ac:spMkLst>
            <pc:docMk/>
            <pc:sldMk cId="0" sldId="264"/>
            <ac:spMk id="4" creationId="{1CD8BA3B-F2C3-7E0B-78D1-05CFBAAB31B8}"/>
          </ac:spMkLst>
        </pc:spChg>
        <pc:spChg chg="mod">
          <ac:chgData name="u202210066 (Palma Obispo, Adrian Enrique Jesus)" userId="S::u202210066@upc.edu.pe::ef3935b9-c757-44fa-a080-112c7bcdc337" providerId="AD" clId="Web-{AA01D6F3-6AAA-56CB-095C-323F70DDD0F7}" dt="2026-05-15T22:09:51.015" v="11" actId="20577"/>
          <ac:spMkLst>
            <pc:docMk/>
            <pc:sldMk cId="0" sldId="264"/>
            <ac:spMk id="19" creationId="{9019F136-0D18-B6A3-D400-9EAF1726D309}"/>
          </ac:spMkLst>
        </pc:spChg>
        <pc:picChg chg="add mod">
          <ac:chgData name="u202210066 (Palma Obispo, Adrian Enrique Jesus)" userId="S::u202210066@upc.edu.pe::ef3935b9-c757-44fa-a080-112c7bcdc337" providerId="AD" clId="Web-{AA01D6F3-6AAA-56CB-095C-323F70DDD0F7}" dt="2026-05-15T22:07:33.272" v="1" actId="1076"/>
          <ac:picMkLst>
            <pc:docMk/>
            <pc:sldMk cId="0" sldId="264"/>
            <ac:picMk id="2" creationId="{70D04CD3-F680-1A70-098C-15EAF5DCB123}"/>
          </ac:picMkLst>
        </pc:picChg>
      </pc:sldChg>
      <pc:sldChg chg="modSp">
        <pc:chgData name="u202210066 (Palma Obispo, Adrian Enrique Jesus)" userId="S::u202210066@upc.edu.pe::ef3935b9-c757-44fa-a080-112c7bcdc337" providerId="AD" clId="Web-{AA01D6F3-6AAA-56CB-095C-323F70DDD0F7}" dt="2026-05-15T22:18:48.064" v="142"/>
        <pc:sldMkLst>
          <pc:docMk/>
          <pc:sldMk cId="3308643345" sldId="289"/>
        </pc:sldMkLst>
      </pc:sldChg>
      <pc:sldChg chg="modSp">
        <pc:chgData name="u202210066 (Palma Obispo, Adrian Enrique Jesus)" userId="S::u202210066@upc.edu.pe::ef3935b9-c757-44fa-a080-112c7bcdc337" providerId="AD" clId="Web-{AA01D6F3-6AAA-56CB-095C-323F70DDD0F7}" dt="2026-05-15T22:17:31.516" v="47" actId="20577"/>
        <pc:sldMkLst>
          <pc:docMk/>
          <pc:sldMk cId="1812765694" sldId="301"/>
        </pc:sldMkLst>
        <pc:spChg chg="mod">
          <ac:chgData name="u202210066 (Palma Obispo, Adrian Enrique Jesus)" userId="S::u202210066@upc.edu.pe::ef3935b9-c757-44fa-a080-112c7bcdc337" providerId="AD" clId="Web-{AA01D6F3-6AAA-56CB-095C-323F70DDD0F7}" dt="2026-05-15T22:17:31.516" v="47" actId="20577"/>
          <ac:spMkLst>
            <pc:docMk/>
            <pc:sldMk cId="1812765694" sldId="301"/>
            <ac:spMk id="3" creationId="{CE230BAD-7E11-A1FF-3785-971E15B67AD0}"/>
          </ac:spMkLst>
        </pc:spChg>
      </pc:sldChg>
      <pc:sldChg chg="modSp">
        <pc:chgData name="u202210066 (Palma Obispo, Adrian Enrique Jesus)" userId="S::u202210066@upc.edu.pe::ef3935b9-c757-44fa-a080-112c7bcdc337" providerId="AD" clId="Web-{AA01D6F3-6AAA-56CB-095C-323F70DDD0F7}" dt="2026-05-15T22:17:21.375" v="43" actId="20577"/>
        <pc:sldMkLst>
          <pc:docMk/>
          <pc:sldMk cId="2233432855" sldId="303"/>
        </pc:sldMkLst>
        <pc:spChg chg="mod">
          <ac:chgData name="u202210066 (Palma Obispo, Adrian Enrique Jesus)" userId="S::u202210066@upc.edu.pe::ef3935b9-c757-44fa-a080-112c7bcdc337" providerId="AD" clId="Web-{AA01D6F3-6AAA-56CB-095C-323F70DDD0F7}" dt="2026-05-15T22:17:21.375" v="43" actId="20577"/>
          <ac:spMkLst>
            <pc:docMk/>
            <pc:sldMk cId="2233432855" sldId="303"/>
            <ac:spMk id="3" creationId="{5ECFF07E-1E88-726B-7BA2-BD0B0A497891}"/>
          </ac:spMkLst>
        </pc:spChg>
      </pc:sldChg>
      <pc:sldChg chg="modSp">
        <pc:chgData name="u202210066 (Palma Obispo, Adrian Enrique Jesus)" userId="S::u202210066@upc.edu.pe::ef3935b9-c757-44fa-a080-112c7bcdc337" providerId="AD" clId="Web-{AA01D6F3-6AAA-56CB-095C-323F70DDD0F7}" dt="2026-05-15T22:15:59.232" v="31" actId="20577"/>
        <pc:sldMkLst>
          <pc:docMk/>
          <pc:sldMk cId="1371310446" sldId="305"/>
        </pc:sldMkLst>
        <pc:spChg chg="mod">
          <ac:chgData name="u202210066 (Palma Obispo, Adrian Enrique Jesus)" userId="S::u202210066@upc.edu.pe::ef3935b9-c757-44fa-a080-112c7bcdc337" providerId="AD" clId="Web-{AA01D6F3-6AAA-56CB-095C-323F70DDD0F7}" dt="2026-05-15T22:15:59.232" v="31" actId="20577"/>
          <ac:spMkLst>
            <pc:docMk/>
            <pc:sldMk cId="1371310446" sldId="305"/>
            <ac:spMk id="3" creationId="{E7797F4A-1BE2-9383-603A-517543A5F2C0}"/>
          </ac:spMkLst>
        </pc:spChg>
      </pc:sldChg>
      <pc:sldChg chg="modSp">
        <pc:chgData name="u202210066 (Palma Obispo, Adrian Enrique Jesus)" userId="S::u202210066@upc.edu.pe::ef3935b9-c757-44fa-a080-112c7bcdc337" providerId="AD" clId="Web-{AA01D6F3-6AAA-56CB-095C-323F70DDD0F7}" dt="2026-05-15T22:15:05.246" v="23" actId="20577"/>
        <pc:sldMkLst>
          <pc:docMk/>
          <pc:sldMk cId="3653783604" sldId="307"/>
        </pc:sldMkLst>
        <pc:spChg chg="mod">
          <ac:chgData name="u202210066 (Palma Obispo, Adrian Enrique Jesus)" userId="S::u202210066@upc.edu.pe::ef3935b9-c757-44fa-a080-112c7bcdc337" providerId="AD" clId="Web-{AA01D6F3-6AAA-56CB-095C-323F70DDD0F7}" dt="2026-05-15T22:15:05.246" v="23" actId="20577"/>
          <ac:spMkLst>
            <pc:docMk/>
            <pc:sldMk cId="3653783604" sldId="307"/>
            <ac:spMk id="3" creationId="{D4C47099-CA20-A0B0-437F-192E65BDCBDB}"/>
          </ac:spMkLst>
        </pc:spChg>
      </pc:sldChg>
      <pc:sldChg chg="modSp">
        <pc:chgData name="u202210066 (Palma Obispo, Adrian Enrique Jesus)" userId="S::u202210066@upc.edu.pe::ef3935b9-c757-44fa-a080-112c7bcdc337" providerId="AD" clId="Web-{AA01D6F3-6AAA-56CB-095C-323F70DDD0F7}" dt="2026-05-15T22:16:37.671" v="39" actId="20577"/>
        <pc:sldMkLst>
          <pc:docMk/>
          <pc:sldMk cId="2540106185" sldId="309"/>
        </pc:sldMkLst>
        <pc:spChg chg="mod">
          <ac:chgData name="u202210066 (Palma Obispo, Adrian Enrique Jesus)" userId="S::u202210066@upc.edu.pe::ef3935b9-c757-44fa-a080-112c7bcdc337" providerId="AD" clId="Web-{AA01D6F3-6AAA-56CB-095C-323F70DDD0F7}" dt="2026-05-15T22:16:37.671" v="39" actId="20577"/>
          <ac:spMkLst>
            <pc:docMk/>
            <pc:sldMk cId="2540106185" sldId="309"/>
            <ac:spMk id="3" creationId="{D51945C8-DFD4-81DD-3AC1-29AA5E75A63E}"/>
          </ac:spMkLst>
        </pc:spChg>
      </pc:sldChg>
      <pc:sldChg chg="modSp">
        <pc:chgData name="u202210066 (Palma Obispo, Adrian Enrique Jesus)" userId="S::u202210066@upc.edu.pe::ef3935b9-c757-44fa-a080-112c7bcdc337" providerId="AD" clId="Web-{AA01D6F3-6AAA-56CB-095C-323F70DDD0F7}" dt="2026-05-15T22:16:06.029" v="33" actId="20577"/>
        <pc:sldMkLst>
          <pc:docMk/>
          <pc:sldMk cId="2764230477" sldId="311"/>
        </pc:sldMkLst>
        <pc:spChg chg="mod">
          <ac:chgData name="u202210066 (Palma Obispo, Adrian Enrique Jesus)" userId="S::u202210066@upc.edu.pe::ef3935b9-c757-44fa-a080-112c7bcdc337" providerId="AD" clId="Web-{AA01D6F3-6AAA-56CB-095C-323F70DDD0F7}" dt="2026-05-15T22:16:06.029" v="33" actId="20577"/>
          <ac:spMkLst>
            <pc:docMk/>
            <pc:sldMk cId="2764230477" sldId="311"/>
            <ac:spMk id="3" creationId="{52863DB4-D1C5-7DC2-AB6A-0EA28D81EE0D}"/>
          </ac:spMkLst>
        </pc:spChg>
      </pc:sldChg>
      <pc:sldChg chg="modSp">
        <pc:chgData name="u202210066 (Palma Obispo, Adrian Enrique Jesus)" userId="S::u202210066@upc.edu.pe::ef3935b9-c757-44fa-a080-112c7bcdc337" providerId="AD" clId="Web-{AA01D6F3-6AAA-56CB-095C-323F70DDD0F7}" dt="2026-05-15T22:16:17.358" v="36" actId="1076"/>
        <pc:sldMkLst>
          <pc:docMk/>
          <pc:sldMk cId="4095709012" sldId="312"/>
        </pc:sldMkLst>
        <pc:spChg chg="mod">
          <ac:chgData name="u202210066 (Palma Obispo, Adrian Enrique Jesus)" userId="S::u202210066@upc.edu.pe::ef3935b9-c757-44fa-a080-112c7bcdc337" providerId="AD" clId="Web-{AA01D6F3-6AAA-56CB-095C-323F70DDD0F7}" dt="2026-05-15T22:16:17.358" v="36" actId="1076"/>
          <ac:spMkLst>
            <pc:docMk/>
            <pc:sldMk cId="4095709012" sldId="312"/>
            <ac:spMk id="3" creationId="{C17E6FA8-9A08-D4DE-CDC8-CA39C851D22F}"/>
          </ac:spMkLst>
        </pc:spChg>
      </pc:sldChg>
    </pc:docChg>
  </pc:docChgLst>
  <pc:docChgLst>
    <pc:chgData name="u202210066 (Palma Obispo, Adrian Enrique Jesus)" userId="S::u202210066@upc.edu.pe::ef3935b9-c757-44fa-a080-112c7bcdc337" providerId="AD" clId="Web-{E89EF6E7-EB24-7492-39CD-2C59D33142A6}"/>
    <pc:docChg chg="addSld modSld sldOrd">
      <pc:chgData name="u202210066 (Palma Obispo, Adrian Enrique Jesus)" userId="S::u202210066@upc.edu.pe::ef3935b9-c757-44fa-a080-112c7bcdc337" providerId="AD" clId="Web-{E89EF6E7-EB24-7492-39CD-2C59D33142A6}" dt="2026-05-04T13:14:27.173" v="10" actId="1076"/>
      <pc:docMkLst>
        <pc:docMk/>
      </pc:docMkLst>
      <pc:sldChg chg="addSp delSp modSp add ord replId">
        <pc:chgData name="u202210066 (Palma Obispo, Adrian Enrique Jesus)" userId="S::u202210066@upc.edu.pe::ef3935b9-c757-44fa-a080-112c7bcdc337" providerId="AD" clId="Web-{E89EF6E7-EB24-7492-39CD-2C59D33142A6}" dt="2026-05-04T13:14:27.173" v="10" actId="1076"/>
        <pc:sldMkLst>
          <pc:docMk/>
          <pc:sldMk cId="1880524355" sldId="281"/>
        </pc:sldMkLst>
        <pc:spChg chg="mod">
          <ac:chgData name="u202210066 (Palma Obispo, Adrian Enrique Jesus)" userId="S::u202210066@upc.edu.pe::ef3935b9-c757-44fa-a080-112c7bcdc337" providerId="AD" clId="Web-{E89EF6E7-EB24-7492-39CD-2C59D33142A6}" dt="2026-05-04T13:13:56.078" v="5" actId="20577"/>
          <ac:spMkLst>
            <pc:docMk/>
            <pc:sldMk cId="1880524355" sldId="281"/>
            <ac:spMk id="132" creationId="{F713E8AD-978F-8217-6A79-D7892E3AF86D}"/>
          </ac:spMkLst>
        </pc:spChg>
      </pc:sldChg>
    </pc:docChg>
  </pc:docChgLst>
  <pc:docChgLst>
    <pc:chgData name="u202210066 (Palma Obispo, Adrian Enrique Jesus)" userId="S::u202210066@upc.edu.pe::ef3935b9-c757-44fa-a080-112c7bcdc337" providerId="AD" clId="Web-{819DE33E-E797-A862-CB8B-0DB9A66517DE}"/>
    <pc:docChg chg="modSld">
      <pc:chgData name="u202210066 (Palma Obispo, Adrian Enrique Jesus)" userId="S::u202210066@upc.edu.pe::ef3935b9-c757-44fa-a080-112c7bcdc337" providerId="AD" clId="Web-{819DE33E-E797-A862-CB8B-0DB9A66517DE}" dt="2026-05-15T22:53:20.459" v="550"/>
      <pc:docMkLst>
        <pc:docMk/>
      </pc:docMkLst>
      <pc:sldChg chg="modSp">
        <pc:chgData name="u202210066 (Palma Obispo, Adrian Enrique Jesus)" userId="S::u202210066@upc.edu.pe::ef3935b9-c757-44fa-a080-112c7bcdc337" providerId="AD" clId="Web-{819DE33E-E797-A862-CB8B-0DB9A66517DE}" dt="2026-05-15T22:39:06.125" v="353" actId="20577"/>
        <pc:sldMkLst>
          <pc:docMk/>
          <pc:sldMk cId="0" sldId="260"/>
        </pc:sldMkLst>
        <pc:spChg chg="mod">
          <ac:chgData name="u202210066 (Palma Obispo, Adrian Enrique Jesus)" userId="S::u202210066@upc.edu.pe::ef3935b9-c757-44fa-a080-112c7bcdc337" providerId="AD" clId="Web-{819DE33E-E797-A862-CB8B-0DB9A66517DE}" dt="2026-05-15T22:39:06.125" v="353" actId="20577"/>
          <ac:spMkLst>
            <pc:docMk/>
            <pc:sldMk cId="0" sldId="260"/>
            <ac:spMk id="134" creationId="{00000000-0000-0000-0000-000000000000}"/>
          </ac:spMkLst>
        </pc:spChg>
        <pc:picChg chg="mod">
          <ac:chgData name="u202210066 (Palma Obispo, Adrian Enrique Jesus)" userId="S::u202210066@upc.edu.pe::ef3935b9-c757-44fa-a080-112c7bcdc337" providerId="AD" clId="Web-{819DE33E-E797-A862-CB8B-0DB9A66517DE}" dt="2026-05-15T22:38:53.155" v="347" actId="1076"/>
          <ac:picMkLst>
            <pc:docMk/>
            <pc:sldMk cId="0" sldId="260"/>
            <ac:picMk id="135" creationId="{00000000-0000-0000-0000-000000000000}"/>
          </ac:picMkLst>
        </pc:picChg>
      </pc:sldChg>
      <pc:sldChg chg="modSp">
        <pc:chgData name="u202210066 (Palma Obispo, Adrian Enrique Jesus)" userId="S::u202210066@upc.edu.pe::ef3935b9-c757-44fa-a080-112c7bcdc337" providerId="AD" clId="Web-{819DE33E-E797-A862-CB8B-0DB9A66517DE}" dt="2026-05-15T22:38:29.090" v="341" actId="1076"/>
        <pc:sldMkLst>
          <pc:docMk/>
          <pc:sldMk cId="0" sldId="262"/>
        </pc:sldMkLst>
        <pc:spChg chg="mod">
          <ac:chgData name="u202210066 (Palma Obispo, Adrian Enrique Jesus)" userId="S::u202210066@upc.edu.pe::ef3935b9-c757-44fa-a080-112c7bcdc337" providerId="AD" clId="Web-{819DE33E-E797-A862-CB8B-0DB9A66517DE}" dt="2026-05-15T22:37:06.268" v="322" actId="1076"/>
          <ac:spMkLst>
            <pc:docMk/>
            <pc:sldMk cId="0" sldId="262"/>
            <ac:spMk id="152" creationId="{00000000-0000-0000-0000-000000000000}"/>
          </ac:spMkLst>
        </pc:spChg>
        <pc:spChg chg="mod">
          <ac:chgData name="u202210066 (Palma Obispo, Adrian Enrique Jesus)" userId="S::u202210066@upc.edu.pe::ef3935b9-c757-44fa-a080-112c7bcdc337" providerId="AD" clId="Web-{819DE33E-E797-A862-CB8B-0DB9A66517DE}" dt="2026-05-15T22:37:23.583" v="325" actId="1076"/>
          <ac:spMkLst>
            <pc:docMk/>
            <pc:sldMk cId="0" sldId="262"/>
            <ac:spMk id="155" creationId="{00000000-0000-0000-0000-000000000000}"/>
          </ac:spMkLst>
        </pc:spChg>
        <pc:spChg chg="mod">
          <ac:chgData name="u202210066 (Palma Obispo, Adrian Enrique Jesus)" userId="S::u202210066@upc.edu.pe::ef3935b9-c757-44fa-a080-112c7bcdc337" providerId="AD" clId="Web-{819DE33E-E797-A862-CB8B-0DB9A66517DE}" dt="2026-05-15T22:38:01.587" v="333" actId="14100"/>
          <ac:spMkLst>
            <pc:docMk/>
            <pc:sldMk cId="0" sldId="262"/>
            <ac:spMk id="156" creationId="{00000000-0000-0000-0000-000000000000}"/>
          </ac:spMkLst>
        </pc:spChg>
        <pc:spChg chg="mod">
          <ac:chgData name="u202210066 (Palma Obispo, Adrian Enrique Jesus)" userId="S::u202210066@upc.edu.pe::ef3935b9-c757-44fa-a080-112c7bcdc337" providerId="AD" clId="Web-{819DE33E-E797-A862-CB8B-0DB9A66517DE}" dt="2026-05-15T22:38:19.386" v="337"/>
          <ac:spMkLst>
            <pc:docMk/>
            <pc:sldMk cId="0" sldId="262"/>
            <ac:spMk id="157" creationId="{00000000-0000-0000-0000-000000000000}"/>
          </ac:spMkLst>
        </pc:spChg>
        <pc:spChg chg="mod">
          <ac:chgData name="u202210066 (Palma Obispo, Adrian Enrique Jesus)" userId="S::u202210066@upc.edu.pe::ef3935b9-c757-44fa-a080-112c7bcdc337" providerId="AD" clId="Web-{819DE33E-E797-A862-CB8B-0DB9A66517DE}" dt="2026-05-15T22:37:11.050" v="323" actId="1076"/>
          <ac:spMkLst>
            <pc:docMk/>
            <pc:sldMk cId="0" sldId="262"/>
            <ac:spMk id="158" creationId="{00000000-0000-0000-0000-000000000000}"/>
          </ac:spMkLst>
        </pc:spChg>
        <pc:spChg chg="mod">
          <ac:chgData name="u202210066 (Palma Obispo, Adrian Enrique Jesus)" userId="S::u202210066@upc.edu.pe::ef3935b9-c757-44fa-a080-112c7bcdc337" providerId="AD" clId="Web-{819DE33E-E797-A862-CB8B-0DB9A66517DE}" dt="2026-05-15T22:37:15.301" v="324" actId="1076"/>
          <ac:spMkLst>
            <pc:docMk/>
            <pc:sldMk cId="0" sldId="262"/>
            <ac:spMk id="160" creationId="{00000000-0000-0000-0000-000000000000}"/>
          </ac:spMkLst>
        </pc:spChg>
        <pc:spChg chg="mod">
          <ac:chgData name="u202210066 (Palma Obispo, Adrian Enrique Jesus)" userId="S::u202210066@upc.edu.pe::ef3935b9-c757-44fa-a080-112c7bcdc337" providerId="AD" clId="Web-{819DE33E-E797-A862-CB8B-0DB9A66517DE}" dt="2026-05-15T22:38:29.090" v="341" actId="1076"/>
          <ac:spMkLst>
            <pc:docMk/>
            <pc:sldMk cId="0" sldId="262"/>
            <ac:spMk id="161" creationId="{00000000-0000-0000-0000-000000000000}"/>
          </ac:spMkLst>
        </pc:spChg>
        <pc:spChg chg="mod">
          <ac:chgData name="u202210066 (Palma Obispo, Adrian Enrique Jesus)" userId="S::u202210066@upc.edu.pe::ef3935b9-c757-44fa-a080-112c7bcdc337" providerId="AD" clId="Web-{819DE33E-E797-A862-CB8B-0DB9A66517DE}" dt="2026-05-15T22:38:19.480" v="339"/>
          <ac:spMkLst>
            <pc:docMk/>
            <pc:sldMk cId="0" sldId="262"/>
            <ac:spMk id="162" creationId="{00000000-0000-0000-0000-000000000000}"/>
          </ac:spMkLst>
        </pc:spChg>
      </pc:sldChg>
      <pc:sldChg chg="modSp">
        <pc:chgData name="u202210066 (Palma Obispo, Adrian Enrique Jesus)" userId="S::u202210066@upc.edu.pe::ef3935b9-c757-44fa-a080-112c7bcdc337" providerId="AD" clId="Web-{819DE33E-E797-A862-CB8B-0DB9A66517DE}" dt="2026-05-15T22:33:10.275" v="305" actId="1076"/>
        <pc:sldMkLst>
          <pc:docMk/>
          <pc:sldMk cId="1880524355" sldId="281"/>
        </pc:sldMkLst>
        <pc:picChg chg="mod">
          <ac:chgData name="u202210066 (Palma Obispo, Adrian Enrique Jesus)" userId="S::u202210066@upc.edu.pe::ef3935b9-c757-44fa-a080-112c7bcdc337" providerId="AD" clId="Web-{819DE33E-E797-A862-CB8B-0DB9A66517DE}" dt="2026-05-15T22:33:10.275" v="305" actId="1076"/>
          <ac:picMkLst>
            <pc:docMk/>
            <pc:sldMk cId="1880524355" sldId="281"/>
            <ac:picMk id="2" creationId="{64C178AE-4120-6FA6-DD36-3D0440722B53}"/>
          </ac:picMkLst>
        </pc:picChg>
      </pc:sldChg>
      <pc:sldChg chg="modSp">
        <pc:chgData name="u202210066 (Palma Obispo, Adrian Enrique Jesus)" userId="S::u202210066@upc.edu.pe::ef3935b9-c757-44fa-a080-112c7bcdc337" providerId="AD" clId="Web-{819DE33E-E797-A862-CB8B-0DB9A66517DE}" dt="2026-05-15T22:33:42.448" v="311"/>
        <pc:sldMkLst>
          <pc:docMk/>
          <pc:sldMk cId="518425389" sldId="282"/>
        </pc:sldMkLst>
        <pc:picChg chg="mod ord">
          <ac:chgData name="u202210066 (Palma Obispo, Adrian Enrique Jesus)" userId="S::u202210066@upc.edu.pe::ef3935b9-c757-44fa-a080-112c7bcdc337" providerId="AD" clId="Web-{819DE33E-E797-A862-CB8B-0DB9A66517DE}" dt="2026-05-15T22:33:42.448" v="311"/>
          <ac:picMkLst>
            <pc:docMk/>
            <pc:sldMk cId="518425389" sldId="282"/>
            <ac:picMk id="4" creationId="{A32B8DE0-DB02-912E-FD83-5471C2ED72C1}"/>
          </ac:picMkLst>
        </pc:picChg>
      </pc:sldChg>
      <pc:sldChg chg="modSp">
        <pc:chgData name="u202210066 (Palma Obispo, Adrian Enrique Jesus)" userId="S::u202210066@upc.edu.pe::ef3935b9-c757-44fa-a080-112c7bcdc337" providerId="AD" clId="Web-{819DE33E-E797-A862-CB8B-0DB9A66517DE}" dt="2026-05-15T22:32:47.587" v="302" actId="1076"/>
        <pc:sldMkLst>
          <pc:docMk/>
          <pc:sldMk cId="65682547" sldId="286"/>
        </pc:sldMkLst>
        <pc:spChg chg="mod">
          <ac:chgData name="u202210066 (Palma Obispo, Adrian Enrique Jesus)" userId="S::u202210066@upc.edu.pe::ef3935b9-c757-44fa-a080-112c7bcdc337" providerId="AD" clId="Web-{819DE33E-E797-A862-CB8B-0DB9A66517DE}" dt="2026-05-15T22:32:47.587" v="302" actId="1076"/>
          <ac:spMkLst>
            <pc:docMk/>
            <pc:sldMk cId="65682547" sldId="286"/>
            <ac:spMk id="26" creationId="{3C1F1ADA-A0E0-1DB8-E8F1-721C4BD441E4}"/>
          </ac:spMkLst>
        </pc:spChg>
      </pc:sldChg>
      <pc:sldChg chg="addSp delSp modSp mod setClrOvrMap">
        <pc:chgData name="u202210066 (Palma Obispo, Adrian Enrique Jesus)" userId="S::u202210066@upc.edu.pe::ef3935b9-c757-44fa-a080-112c7bcdc337" providerId="AD" clId="Web-{819DE33E-E797-A862-CB8B-0DB9A66517DE}" dt="2026-05-15T22:32:33.977" v="301"/>
        <pc:sldMkLst>
          <pc:docMk/>
          <pc:sldMk cId="2056171578" sldId="287"/>
        </pc:sldMkLst>
        <pc:spChg chg="mod">
          <ac:chgData name="u202210066 (Palma Obispo, Adrian Enrique Jesus)" userId="S::u202210066@upc.edu.pe::ef3935b9-c757-44fa-a080-112c7bcdc337" providerId="AD" clId="Web-{819DE33E-E797-A862-CB8B-0DB9A66517DE}" dt="2026-05-15T22:32:24.477" v="299" actId="1076"/>
          <ac:spMkLst>
            <pc:docMk/>
            <pc:sldMk cId="2056171578" sldId="287"/>
            <ac:spMk id="20" creationId="{156DE192-86C9-3859-D0BB-165265B955C8}"/>
          </ac:spMkLst>
        </pc:spChg>
        <pc:spChg chg="add">
          <ac:chgData name="u202210066 (Palma Obispo, Adrian Enrique Jesus)" userId="S::u202210066@upc.edu.pe::ef3935b9-c757-44fa-a080-112c7bcdc337" providerId="AD" clId="Web-{819DE33E-E797-A862-CB8B-0DB9A66517DE}" dt="2026-05-15T22:29:07.094" v="172"/>
          <ac:spMkLst>
            <pc:docMk/>
            <pc:sldMk cId="2056171578" sldId="287"/>
            <ac:spMk id="62" creationId="{BCED4D40-4B67-4331-AC48-79B82B4A47D8}"/>
          </ac:spMkLst>
        </pc:spChg>
        <pc:spChg chg="add">
          <ac:chgData name="u202210066 (Palma Obispo, Adrian Enrique Jesus)" userId="S::u202210066@upc.edu.pe::ef3935b9-c757-44fa-a080-112c7bcdc337" providerId="AD" clId="Web-{819DE33E-E797-A862-CB8B-0DB9A66517DE}" dt="2026-05-15T22:29:07.094" v="172"/>
          <ac:spMkLst>
            <pc:docMk/>
            <pc:sldMk cId="2056171578" sldId="287"/>
            <ac:spMk id="64" creationId="{670CEDEF-4F34-412E-84EE-329C1E936AF5}"/>
          </ac:spMkLst>
        </pc:spChg>
        <pc:graphicFrameChg chg="add mod modGraphic">
          <ac:chgData name="u202210066 (Palma Obispo, Adrian Enrique Jesus)" userId="S::u202210066@upc.edu.pe::ef3935b9-c757-44fa-a080-112c7bcdc337" providerId="AD" clId="Web-{819DE33E-E797-A862-CB8B-0DB9A66517DE}" dt="2026-05-15T22:32:33.977" v="301"/>
          <ac:graphicFrameMkLst>
            <pc:docMk/>
            <pc:sldMk cId="2056171578" sldId="287"/>
            <ac:graphicFrameMk id="4" creationId="{96DF603E-B5DF-2E2E-20FF-799EEE6B1191}"/>
          </ac:graphicFrameMkLst>
        </pc:graphicFrameChg>
      </pc:sldChg>
      <pc:sldChg chg="delSp modSp">
        <pc:chgData name="u202210066 (Palma Obispo, Adrian Enrique Jesus)" userId="S::u202210066@upc.edu.pe::ef3935b9-c757-44fa-a080-112c7bcdc337" providerId="AD" clId="Web-{819DE33E-E797-A862-CB8B-0DB9A66517DE}" dt="2026-05-15T22:34:56.546" v="314" actId="14100"/>
        <pc:sldMkLst>
          <pc:docMk/>
          <pc:sldMk cId="2066102768" sldId="288"/>
        </pc:sldMkLst>
        <pc:picChg chg="mod">
          <ac:chgData name="u202210066 (Palma Obispo, Adrian Enrique Jesus)" userId="S::u202210066@upc.edu.pe::ef3935b9-c757-44fa-a080-112c7bcdc337" providerId="AD" clId="Web-{819DE33E-E797-A862-CB8B-0DB9A66517DE}" dt="2026-05-15T22:34:56.546" v="314" actId="14100"/>
          <ac:picMkLst>
            <pc:docMk/>
            <pc:sldMk cId="2066102768" sldId="288"/>
            <ac:picMk id="2" creationId="{2628D567-5C89-13C8-D6ED-10FC98C61A76}"/>
          </ac:picMkLst>
        </pc:picChg>
      </pc:sldChg>
      <pc:sldChg chg="modSp">
        <pc:chgData name="u202210066 (Palma Obispo, Adrian Enrique Jesus)" userId="S::u202210066@upc.edu.pe::ef3935b9-c757-44fa-a080-112c7bcdc337" providerId="AD" clId="Web-{819DE33E-E797-A862-CB8B-0DB9A66517DE}" dt="2026-05-15T22:19:16.393" v="1" actId="1076"/>
        <pc:sldMkLst>
          <pc:docMk/>
          <pc:sldMk cId="3308643345" sldId="289"/>
        </pc:sldMkLst>
      </pc:sldChg>
      <pc:sldChg chg="modSp">
        <pc:chgData name="u202210066 (Palma Obispo, Adrian Enrique Jesus)" userId="S::u202210066@upc.edu.pe::ef3935b9-c757-44fa-a080-112c7bcdc337" providerId="AD" clId="Web-{819DE33E-E797-A862-CB8B-0DB9A66517DE}" dt="2026-05-15T22:36:47.469" v="321" actId="14100"/>
        <pc:sldMkLst>
          <pc:docMk/>
          <pc:sldMk cId="669495918" sldId="290"/>
        </pc:sldMkLst>
        <pc:picChg chg="mod">
          <ac:chgData name="u202210066 (Palma Obispo, Adrian Enrique Jesus)" userId="S::u202210066@upc.edu.pe::ef3935b9-c757-44fa-a080-112c7bcdc337" providerId="AD" clId="Web-{819DE33E-E797-A862-CB8B-0DB9A66517DE}" dt="2026-05-15T22:36:47.469" v="321" actId="14100"/>
          <ac:picMkLst>
            <pc:docMk/>
            <pc:sldMk cId="669495918" sldId="290"/>
            <ac:picMk id="4" creationId="{8A2A76A6-4233-9B06-E17C-B4EC06A5A9C7}"/>
          </ac:picMkLst>
        </pc:picChg>
      </pc:sldChg>
      <pc:sldChg chg="modSp">
        <pc:chgData name="u202210066 (Palma Obispo, Adrian Enrique Jesus)" userId="S::u202210066@upc.edu.pe::ef3935b9-c757-44fa-a080-112c7bcdc337" providerId="AD" clId="Web-{819DE33E-E797-A862-CB8B-0DB9A66517DE}" dt="2026-05-15T22:36:36.249" v="320" actId="1076"/>
        <pc:sldMkLst>
          <pc:docMk/>
          <pc:sldMk cId="1551173300" sldId="295"/>
        </pc:sldMkLst>
        <pc:spChg chg="mod">
          <ac:chgData name="u202210066 (Palma Obispo, Adrian Enrique Jesus)" userId="S::u202210066@upc.edu.pe::ef3935b9-c757-44fa-a080-112c7bcdc337" providerId="AD" clId="Web-{819DE33E-E797-A862-CB8B-0DB9A66517DE}" dt="2026-05-15T22:36:36.249" v="320" actId="1076"/>
          <ac:spMkLst>
            <pc:docMk/>
            <pc:sldMk cId="1551173300" sldId="295"/>
            <ac:spMk id="2" creationId="{DE3178EA-BB13-87AB-9F5E-3EEABBBC8C9C}"/>
          </ac:spMkLst>
        </pc:spChg>
        <pc:spChg chg="mod">
          <ac:chgData name="u202210066 (Palma Obispo, Adrian Enrique Jesus)" userId="S::u202210066@upc.edu.pe::ef3935b9-c757-44fa-a080-112c7bcdc337" providerId="AD" clId="Web-{819DE33E-E797-A862-CB8B-0DB9A66517DE}" dt="2026-05-15T22:36:31.826" v="319" actId="1076"/>
          <ac:spMkLst>
            <pc:docMk/>
            <pc:sldMk cId="1551173300" sldId="295"/>
            <ac:spMk id="5" creationId="{31AC5A41-DD4D-65FF-BF8E-0A60CC1D74FF}"/>
          </ac:spMkLst>
        </pc:spChg>
      </pc:sldChg>
      <pc:sldChg chg="addSp modSp">
        <pc:chgData name="u202210066 (Palma Obispo, Adrian Enrique Jesus)" userId="S::u202210066@upc.edu.pe::ef3935b9-c757-44fa-a080-112c7bcdc337" providerId="AD" clId="Web-{819DE33E-E797-A862-CB8B-0DB9A66517DE}" dt="2026-05-15T22:43:20.298" v="361" actId="14100"/>
        <pc:sldMkLst>
          <pc:docMk/>
          <pc:sldMk cId="1812765694" sldId="301"/>
        </pc:sldMkLst>
        <pc:spChg chg="add mod">
          <ac:chgData name="u202210066 (Palma Obispo, Adrian Enrique Jesus)" userId="S::u202210066@upc.edu.pe::ef3935b9-c757-44fa-a080-112c7bcdc337" providerId="AD" clId="Web-{819DE33E-E797-A862-CB8B-0DB9A66517DE}" dt="2026-05-15T22:43:20.298" v="361" actId="14100"/>
          <ac:spMkLst>
            <pc:docMk/>
            <pc:sldMk cId="1812765694" sldId="301"/>
            <ac:spMk id="4" creationId="{5E81E2D0-3CD4-AC21-C1ED-B6749511413E}"/>
          </ac:spMkLst>
        </pc:spChg>
      </pc:sldChg>
      <pc:sldChg chg="addSp delSp modSp mod modShow">
        <pc:chgData name="u202210066 (Palma Obispo, Adrian Enrique Jesus)" userId="S::u202210066@upc.edu.pe::ef3935b9-c757-44fa-a080-112c7bcdc337" providerId="AD" clId="Web-{819DE33E-E797-A862-CB8B-0DB9A66517DE}" dt="2026-05-15T22:53:20.459" v="550"/>
        <pc:sldMkLst>
          <pc:docMk/>
          <pc:sldMk cId="2233432855" sldId="303"/>
        </pc:sldMkLst>
        <pc:spChg chg="mod">
          <ac:chgData name="u202210066 (Palma Obispo, Adrian Enrique Jesus)" userId="S::u202210066@upc.edu.pe::ef3935b9-c757-44fa-a080-112c7bcdc337" providerId="AD" clId="Web-{819DE33E-E797-A862-CB8B-0DB9A66517DE}" dt="2026-05-15T22:50:50.317" v="447" actId="20577"/>
          <ac:spMkLst>
            <pc:docMk/>
            <pc:sldMk cId="2233432855" sldId="303"/>
            <ac:spMk id="3" creationId="{5ECFF07E-1E88-726B-7BA2-BD0B0A497891}"/>
          </ac:spMkLst>
        </pc:spChg>
        <pc:spChg chg="add mod">
          <ac:chgData name="u202210066 (Palma Obispo, Adrian Enrique Jesus)" userId="S::u202210066@upc.edu.pe::ef3935b9-c757-44fa-a080-112c7bcdc337" providerId="AD" clId="Web-{819DE33E-E797-A862-CB8B-0DB9A66517DE}" dt="2026-05-15T22:52:19.231" v="543" actId="14100"/>
          <ac:spMkLst>
            <pc:docMk/>
            <pc:sldMk cId="2233432855" sldId="303"/>
            <ac:spMk id="4" creationId="{2C61A3AB-BD4D-A9E9-DAF1-DCD1D1BC18BB}"/>
          </ac:spMkLst>
        </pc:spChg>
        <pc:spChg chg="mod">
          <ac:chgData name="u202210066 (Palma Obispo, Adrian Enrique Jesus)" userId="S::u202210066@upc.edu.pe::ef3935b9-c757-44fa-a080-112c7bcdc337" providerId="AD" clId="Web-{819DE33E-E797-A862-CB8B-0DB9A66517DE}" dt="2026-05-15T22:53:20.459" v="550"/>
          <ac:spMkLst>
            <pc:docMk/>
            <pc:sldMk cId="2233432855" sldId="303"/>
            <ac:spMk id="22" creationId="{F1447CDC-C0F6-C1EF-ED42-66CEDE2EC493}"/>
          </ac:spMkLst>
        </pc:spChg>
        <pc:graphicFrameChg chg="add mod ord modGraphic">
          <ac:chgData name="u202210066 (Palma Obispo, Adrian Enrique Jesus)" userId="S::u202210066@upc.edu.pe::ef3935b9-c757-44fa-a080-112c7bcdc337" providerId="AD" clId="Web-{819DE33E-E797-A862-CB8B-0DB9A66517DE}" dt="2026-05-15T22:52:12.136" v="541" actId="1076"/>
          <ac:graphicFrameMkLst>
            <pc:docMk/>
            <pc:sldMk cId="2233432855" sldId="303"/>
            <ac:graphicFrameMk id="6" creationId="{A291A165-A3A4-A987-0B94-903AB7FA1A8A}"/>
          </ac:graphicFrameMkLst>
        </pc:graphicFrameChg>
      </pc:sldChg>
      <pc:sldChg chg="addSp modSp">
        <pc:chgData name="u202210066 (Palma Obispo, Adrian Enrique Jesus)" userId="S::u202210066@upc.edu.pe::ef3935b9-c757-44fa-a080-112c7bcdc337" providerId="AD" clId="Web-{819DE33E-E797-A862-CB8B-0DB9A66517DE}" dt="2026-05-15T22:44:43.068" v="387" actId="14100"/>
        <pc:sldMkLst>
          <pc:docMk/>
          <pc:sldMk cId="1371310446" sldId="305"/>
        </pc:sldMkLst>
        <pc:spChg chg="add mod">
          <ac:chgData name="u202210066 (Palma Obispo, Adrian Enrique Jesus)" userId="S::u202210066@upc.edu.pe::ef3935b9-c757-44fa-a080-112c7bcdc337" providerId="AD" clId="Web-{819DE33E-E797-A862-CB8B-0DB9A66517DE}" dt="2026-05-15T22:44:43.068" v="387" actId="14100"/>
          <ac:spMkLst>
            <pc:docMk/>
            <pc:sldMk cId="1371310446" sldId="305"/>
            <ac:spMk id="4" creationId="{63429409-DB01-96A9-CC94-EC9516C2267C}"/>
          </ac:spMkLst>
        </pc:spChg>
      </pc:sldChg>
      <pc:sldChg chg="addSp modSp">
        <pc:chgData name="u202210066 (Palma Obispo, Adrian Enrique Jesus)" userId="S::u202210066@upc.edu.pe::ef3935b9-c757-44fa-a080-112c7bcdc337" providerId="AD" clId="Web-{819DE33E-E797-A862-CB8B-0DB9A66517DE}" dt="2026-05-15T22:42:52.765" v="357"/>
        <pc:sldMkLst>
          <pc:docMk/>
          <pc:sldMk cId="3653783604" sldId="307"/>
        </pc:sldMkLst>
        <pc:spChg chg="add mod">
          <ac:chgData name="u202210066 (Palma Obispo, Adrian Enrique Jesus)" userId="S::u202210066@upc.edu.pe::ef3935b9-c757-44fa-a080-112c7bcdc337" providerId="AD" clId="Web-{819DE33E-E797-A862-CB8B-0DB9A66517DE}" dt="2026-05-15T22:42:52.765" v="357"/>
          <ac:spMkLst>
            <pc:docMk/>
            <pc:sldMk cId="3653783604" sldId="307"/>
            <ac:spMk id="2" creationId="{42B4FDEB-FF8A-398A-B56A-D0CE171B20D9}"/>
          </ac:spMkLst>
        </pc:spChg>
      </pc:sldChg>
      <pc:sldChg chg="addSp modSp">
        <pc:chgData name="u202210066 (Palma Obispo, Adrian Enrique Jesus)" userId="S::u202210066@upc.edu.pe::ef3935b9-c757-44fa-a080-112c7bcdc337" providerId="AD" clId="Web-{819DE33E-E797-A862-CB8B-0DB9A66517DE}" dt="2026-05-15T22:46:10.212" v="403" actId="14100"/>
        <pc:sldMkLst>
          <pc:docMk/>
          <pc:sldMk cId="2540106185" sldId="309"/>
        </pc:sldMkLst>
        <pc:spChg chg="add mod">
          <ac:chgData name="u202210066 (Palma Obispo, Adrian Enrique Jesus)" userId="S::u202210066@upc.edu.pe::ef3935b9-c757-44fa-a080-112c7bcdc337" providerId="AD" clId="Web-{819DE33E-E797-A862-CB8B-0DB9A66517DE}" dt="2026-05-15T22:46:10.212" v="403" actId="14100"/>
          <ac:spMkLst>
            <pc:docMk/>
            <pc:sldMk cId="2540106185" sldId="309"/>
            <ac:spMk id="4" creationId="{5CD5A24C-8BB6-78B4-14BE-3C5B3218CA2F}"/>
          </ac:spMkLst>
        </pc:spChg>
      </pc:sldChg>
      <pc:sldChg chg="addSp modSp">
        <pc:chgData name="u202210066 (Palma Obispo, Adrian Enrique Jesus)" userId="S::u202210066@upc.edu.pe::ef3935b9-c757-44fa-a080-112c7bcdc337" providerId="AD" clId="Web-{819DE33E-E797-A862-CB8B-0DB9A66517DE}" dt="2026-05-15T22:45:15.491" v="393" actId="14100"/>
        <pc:sldMkLst>
          <pc:docMk/>
          <pc:sldMk cId="2764230477" sldId="311"/>
        </pc:sldMkLst>
        <pc:spChg chg="add mod">
          <ac:chgData name="u202210066 (Palma Obispo, Adrian Enrique Jesus)" userId="S::u202210066@upc.edu.pe::ef3935b9-c757-44fa-a080-112c7bcdc337" providerId="AD" clId="Web-{819DE33E-E797-A862-CB8B-0DB9A66517DE}" dt="2026-05-15T22:45:15.491" v="393" actId="14100"/>
          <ac:spMkLst>
            <pc:docMk/>
            <pc:sldMk cId="2764230477" sldId="311"/>
            <ac:spMk id="5" creationId="{EB255494-B872-52EF-8415-5C8D9AB6E7B1}"/>
          </ac:spMkLst>
        </pc:spChg>
      </pc:sldChg>
      <pc:sldChg chg="addSp modSp">
        <pc:chgData name="u202210066 (Palma Obispo, Adrian Enrique Jesus)" userId="S::u202210066@upc.edu.pe::ef3935b9-c757-44fa-a080-112c7bcdc337" providerId="AD" clId="Web-{819DE33E-E797-A862-CB8B-0DB9A66517DE}" dt="2026-05-15T22:45:44.946" v="398" actId="14100"/>
        <pc:sldMkLst>
          <pc:docMk/>
          <pc:sldMk cId="4095709012" sldId="312"/>
        </pc:sldMkLst>
        <pc:spChg chg="add mod">
          <ac:chgData name="u202210066 (Palma Obispo, Adrian Enrique Jesus)" userId="S::u202210066@upc.edu.pe::ef3935b9-c757-44fa-a080-112c7bcdc337" providerId="AD" clId="Web-{819DE33E-E797-A862-CB8B-0DB9A66517DE}" dt="2026-05-15T22:45:44.946" v="398" actId="14100"/>
          <ac:spMkLst>
            <pc:docMk/>
            <pc:sldMk cId="4095709012" sldId="312"/>
            <ac:spMk id="4" creationId="{91A69C93-69A2-E44C-E978-D9B70873D759}"/>
          </ac:spMkLst>
        </pc:spChg>
      </pc:sldChg>
    </pc:docChg>
  </pc:docChgLst>
  <pc:docChgLst>
    <pc:chgData name="u202214843 (Palomino Santa Cruz, Erick Joaquin)" userId="S::u202214843@upc.edu.pe::3f4f9d94-d1c7-43ef-b19f-c85be680e669" providerId="AD" clId="Web-{44CB2AC1-517B-0039-FD39-45E4314AD371}"/>
    <pc:docChg chg="modSld">
      <pc:chgData name="u202214843 (Palomino Santa Cruz, Erick Joaquin)" userId="S::u202214843@upc.edu.pe::3f4f9d94-d1c7-43ef-b19f-c85be680e669" providerId="AD" clId="Web-{44CB2AC1-517B-0039-FD39-45E4314AD371}" dt="2026-05-04T19:10:55.924" v="10" actId="1076"/>
      <pc:docMkLst>
        <pc:docMk/>
      </pc:docMkLst>
      <pc:sldChg chg="addSp delSp modSp">
        <pc:chgData name="u202214843 (Palomino Santa Cruz, Erick Joaquin)" userId="S::u202214843@upc.edu.pe::3f4f9d94-d1c7-43ef-b19f-c85be680e669" providerId="AD" clId="Web-{44CB2AC1-517B-0039-FD39-45E4314AD371}" dt="2026-05-04T19:10:55.924" v="10" actId="1076"/>
        <pc:sldMkLst>
          <pc:docMk/>
          <pc:sldMk cId="2066102768" sldId="288"/>
        </pc:sldMkLst>
      </pc:sldChg>
    </pc:docChg>
  </pc:docChgLst>
  <pc:docChgLst>
    <pc:chgData name="u202214843 (Palomino Santa Cruz, Erick Joaquin)" userId="S::u202214843@upc.edu.pe::3f4f9d94-d1c7-43ef-b19f-c85be680e669" providerId="AD" clId="Web-{6A0BA279-834C-F2A7-E17B-737F4BD61673}"/>
    <pc:docChg chg="addSld modSld">
      <pc:chgData name="u202214843 (Palomino Santa Cruz, Erick Joaquin)" userId="S::u202214843@upc.edu.pe::3f4f9d94-d1c7-43ef-b19f-c85be680e669" providerId="AD" clId="Web-{6A0BA279-834C-F2A7-E17B-737F4BD61673}" dt="2026-05-15T16:37:34.323" v="26" actId="1076"/>
      <pc:docMkLst>
        <pc:docMk/>
      </pc:docMkLst>
      <pc:sldChg chg="addSp delSp modSp new">
        <pc:chgData name="u202214843 (Palomino Santa Cruz, Erick Joaquin)" userId="S::u202214843@upc.edu.pe::3f4f9d94-d1c7-43ef-b19f-c85be680e669" providerId="AD" clId="Web-{6A0BA279-834C-F2A7-E17B-737F4BD61673}" dt="2026-05-15T16:35:19.973" v="12" actId="1076"/>
        <pc:sldMkLst>
          <pc:docMk/>
          <pc:sldMk cId="4134088614" sldId="314"/>
        </pc:sldMkLst>
        <pc:picChg chg="add mod">
          <ac:chgData name="u202214843 (Palomino Santa Cruz, Erick Joaquin)" userId="S::u202214843@upc.edu.pe::3f4f9d94-d1c7-43ef-b19f-c85be680e669" providerId="AD" clId="Web-{6A0BA279-834C-F2A7-E17B-737F4BD61673}" dt="2026-05-15T16:32:32.617" v="6" actId="1076"/>
          <ac:picMkLst>
            <pc:docMk/>
            <pc:sldMk cId="4134088614" sldId="314"/>
            <ac:picMk id="4" creationId="{42A6AD2B-5DFB-40FF-8337-6D4766E98B8B}"/>
          </ac:picMkLst>
        </pc:picChg>
        <pc:picChg chg="add mod">
          <ac:chgData name="u202214843 (Palomino Santa Cruz, Erick Joaquin)" userId="S::u202214843@upc.edu.pe::3f4f9d94-d1c7-43ef-b19f-c85be680e669" providerId="AD" clId="Web-{6A0BA279-834C-F2A7-E17B-737F4BD61673}" dt="2026-05-15T16:32:41.243" v="8" actId="1076"/>
          <ac:picMkLst>
            <pc:docMk/>
            <pc:sldMk cId="4134088614" sldId="314"/>
            <ac:picMk id="5" creationId="{4EB3DE32-9187-F3FB-E0BA-71ECAF81AE29}"/>
          </ac:picMkLst>
        </pc:picChg>
        <pc:picChg chg="add mod">
          <ac:chgData name="u202214843 (Palomino Santa Cruz, Erick Joaquin)" userId="S::u202214843@upc.edu.pe::3f4f9d94-d1c7-43ef-b19f-c85be680e669" providerId="AD" clId="Web-{6A0BA279-834C-F2A7-E17B-737F4BD61673}" dt="2026-05-15T16:35:19.973" v="12" actId="1076"/>
          <ac:picMkLst>
            <pc:docMk/>
            <pc:sldMk cId="4134088614" sldId="314"/>
            <ac:picMk id="6" creationId="{B439F0E3-8235-0BC5-259B-7F07EC71092C}"/>
          </ac:picMkLst>
        </pc:picChg>
      </pc:sldChg>
      <pc:sldChg chg="addSp delSp modSp new">
        <pc:chgData name="u202214843 (Palomino Santa Cruz, Erick Joaquin)" userId="S::u202214843@upc.edu.pe::3f4f9d94-d1c7-43ef-b19f-c85be680e669" providerId="AD" clId="Web-{6A0BA279-834C-F2A7-E17B-737F4BD61673}" dt="2026-05-15T16:37:34.323" v="26" actId="1076"/>
        <pc:sldMkLst>
          <pc:docMk/>
          <pc:sldMk cId="636769691" sldId="315"/>
        </pc:sldMkLst>
        <pc:picChg chg="add mod">
          <ac:chgData name="u202214843 (Palomino Santa Cruz, Erick Joaquin)" userId="S::u202214843@upc.edu.pe::3f4f9d94-d1c7-43ef-b19f-c85be680e669" providerId="AD" clId="Web-{6A0BA279-834C-F2A7-E17B-737F4BD61673}" dt="2026-05-15T16:35:56.913" v="19"/>
          <ac:picMkLst>
            <pc:docMk/>
            <pc:sldMk cId="636769691" sldId="315"/>
            <ac:picMk id="4" creationId="{80919D4A-EFF2-6A43-A86B-F420577F0557}"/>
          </ac:picMkLst>
        </pc:picChg>
        <pc:picChg chg="add mod">
          <ac:chgData name="u202214843 (Palomino Santa Cruz, Erick Joaquin)" userId="S::u202214843@upc.edu.pe::3f4f9d94-d1c7-43ef-b19f-c85be680e669" providerId="AD" clId="Web-{6A0BA279-834C-F2A7-E17B-737F4BD61673}" dt="2026-05-15T16:37:16.057" v="23" actId="1076"/>
          <ac:picMkLst>
            <pc:docMk/>
            <pc:sldMk cId="636769691" sldId="315"/>
            <ac:picMk id="5" creationId="{67C10726-6FF2-2BFD-E485-AA5EC1FE45F6}"/>
          </ac:picMkLst>
        </pc:picChg>
        <pc:picChg chg="add mod">
          <ac:chgData name="u202214843 (Palomino Santa Cruz, Erick Joaquin)" userId="S::u202214843@upc.edu.pe::3f4f9d94-d1c7-43ef-b19f-c85be680e669" providerId="AD" clId="Web-{6A0BA279-834C-F2A7-E17B-737F4BD61673}" dt="2026-05-15T16:37:34.323" v="26" actId="1076"/>
          <ac:picMkLst>
            <pc:docMk/>
            <pc:sldMk cId="636769691" sldId="315"/>
            <ac:picMk id="6" creationId="{9502D462-ACB5-94AC-8686-67209965C001}"/>
          </ac:picMkLst>
        </pc:picChg>
      </pc:sldChg>
    </pc:docChg>
  </pc:docChgLst>
  <pc:docChgLst>
    <pc:chgData name="u202214843 (Palomino Santa Cruz, Erick Joaquin)" userId="S::u202214843@upc.edu.pe::3f4f9d94-d1c7-43ef-b19f-c85be680e669" providerId="AD" clId="Web-{7F2DCB6C-E985-200E-4B65-BC8D91BF2DAB}"/>
    <pc:docChg chg="addSld modSld">
      <pc:chgData name="u202214843 (Palomino Santa Cruz, Erick Joaquin)" userId="S::u202214843@upc.edu.pe::3f4f9d94-d1c7-43ef-b19f-c85be680e669" providerId="AD" clId="Web-{7F2DCB6C-E985-200E-4B65-BC8D91BF2DAB}" dt="2026-05-15T22:20:14.602" v="50" actId="1076"/>
      <pc:docMkLst>
        <pc:docMk/>
      </pc:docMkLst>
      <pc:sldChg chg="addSp modSp">
        <pc:chgData name="u202214843 (Palomino Santa Cruz, Erick Joaquin)" userId="S::u202214843@upc.edu.pe::3f4f9d94-d1c7-43ef-b19f-c85be680e669" providerId="AD" clId="Web-{7F2DCB6C-E985-200E-4B65-BC8D91BF2DAB}" dt="2026-05-15T21:57:04.994" v="11" actId="20577"/>
        <pc:sldMkLst>
          <pc:docMk/>
          <pc:sldMk cId="0" sldId="258"/>
        </pc:sldMkLst>
        <pc:spChg chg="add mod">
          <ac:chgData name="u202214843 (Palomino Santa Cruz, Erick Joaquin)" userId="S::u202214843@upc.edu.pe::3f4f9d94-d1c7-43ef-b19f-c85be680e669" providerId="AD" clId="Web-{7F2DCB6C-E985-200E-4B65-BC8D91BF2DAB}" dt="2026-05-15T21:57:04.994" v="11" actId="20577"/>
          <ac:spMkLst>
            <pc:docMk/>
            <pc:sldMk cId="0" sldId="258"/>
            <ac:spMk id="2" creationId="{FC05CF40-7CBF-DE3A-912C-71450D3E4F00}"/>
          </ac:spMkLst>
        </pc:spChg>
        <pc:picChg chg="mod">
          <ac:chgData name="u202214843 (Palomino Santa Cruz, Erick Joaquin)" userId="S::u202214843@upc.edu.pe::3f4f9d94-d1c7-43ef-b19f-c85be680e669" providerId="AD" clId="Web-{7F2DCB6C-E985-200E-4B65-BC8D91BF2DAB}" dt="2026-05-15T21:55:22.661" v="0" actId="1076"/>
          <ac:picMkLst>
            <pc:docMk/>
            <pc:sldMk cId="0" sldId="258"/>
            <ac:picMk id="103" creationId="{00000000-0000-0000-0000-000000000000}"/>
          </ac:picMkLst>
        </pc:picChg>
      </pc:sldChg>
      <pc:sldChg chg="addSp modSp">
        <pc:chgData name="u202214843 (Palomino Santa Cruz, Erick Joaquin)" userId="S::u202214843@upc.edu.pe::3f4f9d94-d1c7-43ef-b19f-c85be680e669" providerId="AD" clId="Web-{7F2DCB6C-E985-200E-4B65-BC8D91BF2DAB}" dt="2026-05-15T22:13:23.057" v="17" actId="1076"/>
        <pc:sldMkLst>
          <pc:docMk/>
          <pc:sldMk cId="0" sldId="259"/>
        </pc:sldMkLst>
        <pc:spChg chg="add mod">
          <ac:chgData name="u202214843 (Palomino Santa Cruz, Erick Joaquin)" userId="S::u202214843@upc.edu.pe::3f4f9d94-d1c7-43ef-b19f-c85be680e669" providerId="AD" clId="Web-{7F2DCB6C-E985-200E-4B65-BC8D91BF2DAB}" dt="2026-05-15T22:11:33.160" v="14" actId="1076"/>
          <ac:spMkLst>
            <pc:docMk/>
            <pc:sldMk cId="0" sldId="259"/>
            <ac:spMk id="2" creationId="{E1F3E543-CD7F-7DDF-C34B-D3EEF11A1C09}"/>
          </ac:spMkLst>
        </pc:spChg>
        <pc:spChg chg="add mod">
          <ac:chgData name="u202214843 (Palomino Santa Cruz, Erick Joaquin)" userId="S::u202214843@upc.edu.pe::3f4f9d94-d1c7-43ef-b19f-c85be680e669" providerId="AD" clId="Web-{7F2DCB6C-E985-200E-4B65-BC8D91BF2DAB}" dt="2026-05-15T22:13:23.057" v="17" actId="1076"/>
          <ac:spMkLst>
            <pc:docMk/>
            <pc:sldMk cId="0" sldId="259"/>
            <ac:spMk id="3" creationId="{B124AC14-065D-E977-1D80-D1EA84A62FB1}"/>
          </ac:spMkLst>
        </pc:spChg>
      </pc:sldChg>
      <pc:sldChg chg="modSp">
        <pc:chgData name="u202214843 (Palomino Santa Cruz, Erick Joaquin)" userId="S::u202214843@upc.edu.pe::3f4f9d94-d1c7-43ef-b19f-c85be680e669" providerId="AD" clId="Web-{7F2DCB6C-E985-200E-4B65-BC8D91BF2DAB}" dt="2026-05-15T22:20:14.602" v="50" actId="1076"/>
        <pc:sldMkLst>
          <pc:docMk/>
          <pc:sldMk cId="3308643345" sldId="289"/>
        </pc:sldMkLst>
      </pc:sldChg>
      <pc:sldChg chg="addSp delSp modSp new">
        <pc:chgData name="u202214843 (Palomino Santa Cruz, Erick Joaquin)" userId="S::u202214843@upc.edu.pe::3f4f9d94-d1c7-43ef-b19f-c85be680e669" providerId="AD" clId="Web-{7F2DCB6C-E985-200E-4B65-BC8D91BF2DAB}" dt="2026-05-15T22:19:18.788" v="49" actId="20577"/>
        <pc:sldMkLst>
          <pc:docMk/>
          <pc:sldMk cId="556042859" sldId="316"/>
        </pc:sldMkLst>
        <pc:spChg chg="mod">
          <ac:chgData name="u202214843 (Palomino Santa Cruz, Erick Joaquin)" userId="S::u202214843@upc.edu.pe::3f4f9d94-d1c7-43ef-b19f-c85be680e669" providerId="AD" clId="Web-{7F2DCB6C-E985-200E-4B65-BC8D91BF2DAB}" dt="2026-05-15T22:19:18.788" v="49" actId="20577"/>
          <ac:spMkLst>
            <pc:docMk/>
            <pc:sldMk cId="556042859" sldId="316"/>
            <ac:spMk id="2" creationId="{BBAD48A2-B656-111A-3BE9-EE231F408D0F}"/>
          </ac:spMkLst>
        </pc:spChg>
        <pc:picChg chg="add mod">
          <ac:chgData name="u202214843 (Palomino Santa Cruz, Erick Joaquin)" userId="S::u202214843@upc.edu.pe::3f4f9d94-d1c7-43ef-b19f-c85be680e669" providerId="AD" clId="Web-{7F2DCB6C-E985-200E-4B65-BC8D91BF2DAB}" dt="2026-05-15T22:18:56.100" v="47" actId="1076"/>
          <ac:picMkLst>
            <pc:docMk/>
            <pc:sldMk cId="556042859" sldId="316"/>
            <ac:picMk id="4" creationId="{706F5775-555D-A1E3-1439-6E8FF043E8B7}"/>
          </ac:picMkLst>
        </pc:picChg>
      </pc:sldChg>
    </pc:docChg>
  </pc:docChgLst>
  <pc:docChgLst>
    <pc:chgData name="u202210066 (Palma Obispo, Adrian Enrique Jesus)" userId="S::u202210066@upc.edu.pe::ef3935b9-c757-44fa-a080-112c7bcdc337" providerId="AD" clId="Web-{A360D74C-689F-BDA9-6B15-1F6492F69908}"/>
    <pc:docChg chg="addSld delSld modSld sldOrd">
      <pc:chgData name="u202210066 (Palma Obispo, Adrian Enrique Jesus)" userId="S::u202210066@upc.edu.pe::ef3935b9-c757-44fa-a080-112c7bcdc337" providerId="AD" clId="Web-{A360D74C-689F-BDA9-6B15-1F6492F69908}" dt="2026-05-04T22:01:29.519" v="360" actId="1076"/>
      <pc:docMkLst>
        <pc:docMk/>
      </pc:docMkLst>
      <pc:sldChg chg="modSp">
        <pc:chgData name="u202210066 (Palma Obispo, Adrian Enrique Jesus)" userId="S::u202210066@upc.edu.pe::ef3935b9-c757-44fa-a080-112c7bcdc337" providerId="AD" clId="Web-{A360D74C-689F-BDA9-6B15-1F6492F69908}" dt="2026-05-04T21:22:23.389" v="86" actId="20577"/>
        <pc:sldMkLst>
          <pc:docMk/>
          <pc:sldMk cId="0" sldId="263"/>
        </pc:sldMkLst>
        <pc:spChg chg="mod">
          <ac:chgData name="u202210066 (Palma Obispo, Adrian Enrique Jesus)" userId="S::u202210066@upc.edu.pe::ef3935b9-c757-44fa-a080-112c7bcdc337" providerId="AD" clId="Web-{A360D74C-689F-BDA9-6B15-1F6492F69908}" dt="2026-05-04T21:22:23.389" v="86" actId="20577"/>
          <ac:spMkLst>
            <pc:docMk/>
            <pc:sldMk cId="0" sldId="263"/>
            <ac:spMk id="176" creationId="{00000000-0000-0000-0000-000000000000}"/>
          </ac:spMkLst>
        </pc:spChg>
      </pc:sldChg>
      <pc:sldChg chg="modSp">
        <pc:chgData name="u202210066 (Palma Obispo, Adrian Enrique Jesus)" userId="S::u202210066@upc.edu.pe::ef3935b9-c757-44fa-a080-112c7bcdc337" providerId="AD" clId="Web-{A360D74C-689F-BDA9-6B15-1F6492F69908}" dt="2026-05-04T21:33:55.867" v="216" actId="20577"/>
        <pc:sldMkLst>
          <pc:docMk/>
          <pc:sldMk cId="0" sldId="280"/>
        </pc:sldMkLst>
        <pc:spChg chg="mod">
          <ac:chgData name="u202210066 (Palma Obispo, Adrian Enrique Jesus)" userId="S::u202210066@upc.edu.pe::ef3935b9-c757-44fa-a080-112c7bcdc337" providerId="AD" clId="Web-{A360D74C-689F-BDA9-6B15-1F6492F69908}" dt="2026-05-04T21:33:55.867" v="216" actId="20577"/>
          <ac:spMkLst>
            <pc:docMk/>
            <pc:sldMk cId="0" sldId="280"/>
            <ac:spMk id="638" creationId="{00000000-0000-0000-0000-000000000000}"/>
          </ac:spMkLst>
        </pc:spChg>
      </pc:sldChg>
      <pc:sldChg chg="modSp">
        <pc:chgData name="u202210066 (Palma Obispo, Adrian Enrique Jesus)" userId="S::u202210066@upc.edu.pe::ef3935b9-c757-44fa-a080-112c7bcdc337" providerId="AD" clId="Web-{A360D74C-689F-BDA9-6B15-1F6492F69908}" dt="2026-05-04T19:44:06.360" v="3" actId="14100"/>
        <pc:sldMkLst>
          <pc:docMk/>
          <pc:sldMk cId="1225723685" sldId="292"/>
        </pc:sldMkLst>
        <pc:picChg chg="mod modCrop">
          <ac:chgData name="u202210066 (Palma Obispo, Adrian Enrique Jesus)" userId="S::u202210066@upc.edu.pe::ef3935b9-c757-44fa-a080-112c7bcdc337" providerId="AD" clId="Web-{A360D74C-689F-BDA9-6B15-1F6492F69908}" dt="2026-05-04T19:44:06.360" v="3" actId="14100"/>
          <ac:picMkLst>
            <pc:docMk/>
            <pc:sldMk cId="1225723685" sldId="292"/>
            <ac:picMk id="2" creationId="{3D9384EF-A353-64BC-3B69-AEB4386CC65E}"/>
          </ac:picMkLst>
        </pc:picChg>
      </pc:sldChg>
      <pc:sldChg chg="modSp add replId">
        <pc:chgData name="u202210066 (Palma Obispo, Adrian Enrique Jesus)" userId="S::u202210066@upc.edu.pe::ef3935b9-c757-44fa-a080-112c7bcdc337" providerId="AD" clId="Web-{A360D74C-689F-BDA9-6B15-1F6492F69908}" dt="2026-05-04T21:45:13.243" v="227" actId="20577"/>
        <pc:sldMkLst>
          <pc:docMk/>
          <pc:sldMk cId="3626178067" sldId="294"/>
        </pc:sldMkLst>
        <pc:spChg chg="mod">
          <ac:chgData name="u202210066 (Palma Obispo, Adrian Enrique Jesus)" userId="S::u202210066@upc.edu.pe::ef3935b9-c757-44fa-a080-112c7bcdc337" providerId="AD" clId="Web-{A360D74C-689F-BDA9-6B15-1F6492F69908}" dt="2026-05-04T21:19:56.700" v="78" actId="20577"/>
          <ac:spMkLst>
            <pc:docMk/>
            <pc:sldMk cId="3626178067" sldId="294"/>
            <ac:spMk id="638" creationId="{47B34E34-EC68-2913-A34A-1C93CF29B83F}"/>
          </ac:spMkLst>
        </pc:spChg>
        <pc:spChg chg="mod">
          <ac:chgData name="u202210066 (Palma Obispo, Adrian Enrique Jesus)" userId="S::u202210066@upc.edu.pe::ef3935b9-c757-44fa-a080-112c7bcdc337" providerId="AD" clId="Web-{A360D74C-689F-BDA9-6B15-1F6492F69908}" dt="2026-05-04T21:45:13.243" v="227" actId="20577"/>
          <ac:spMkLst>
            <pc:docMk/>
            <pc:sldMk cId="3626178067" sldId="294"/>
            <ac:spMk id="639" creationId="{7FA1485A-1B12-C5F5-3FF2-FC97FD1525E9}"/>
          </ac:spMkLst>
        </pc:spChg>
      </pc:sldChg>
      <pc:sldChg chg="modSp">
        <pc:chgData name="u202210066 (Palma Obispo, Adrian Enrique Jesus)" userId="S::u202210066@upc.edu.pe::ef3935b9-c757-44fa-a080-112c7bcdc337" providerId="AD" clId="Web-{A360D74C-689F-BDA9-6B15-1F6492F69908}" dt="2026-05-04T21:34:19.789" v="223" actId="20577"/>
        <pc:sldMkLst>
          <pc:docMk/>
          <pc:sldMk cId="1551173300" sldId="295"/>
        </pc:sldMkLst>
        <pc:spChg chg="mod">
          <ac:chgData name="u202210066 (Palma Obispo, Adrian Enrique Jesus)" userId="S::u202210066@upc.edu.pe::ef3935b9-c757-44fa-a080-112c7bcdc337" providerId="AD" clId="Web-{A360D74C-689F-BDA9-6B15-1F6492F69908}" dt="2026-05-04T21:34:19.789" v="223" actId="20577"/>
          <ac:spMkLst>
            <pc:docMk/>
            <pc:sldMk cId="1551173300" sldId="295"/>
            <ac:spMk id="132" creationId="{20A941C8-6A1B-7B4B-3A84-5F0D37FD256A}"/>
          </ac:spMkLst>
        </pc:spChg>
      </pc:sldChg>
      <pc:sldChg chg="addSp delSp modSp add mod setBg">
        <pc:chgData name="u202210066 (Palma Obispo, Adrian Enrique Jesus)" userId="S::u202210066@upc.edu.pe::ef3935b9-c757-44fa-a080-112c7bcdc337" providerId="AD" clId="Web-{A360D74C-689F-BDA9-6B15-1F6492F69908}" dt="2026-05-04T22:01:29.519" v="360" actId="1076"/>
        <pc:sldMkLst>
          <pc:docMk/>
          <pc:sldMk cId="134633130" sldId="298"/>
        </pc:sldMkLst>
        <pc:spChg chg="mod">
          <ac:chgData name="u202210066 (Palma Obispo, Adrian Enrique Jesus)" userId="S::u202210066@upc.edu.pe::ef3935b9-c757-44fa-a080-112c7bcdc337" providerId="AD" clId="Web-{A360D74C-689F-BDA9-6B15-1F6492F69908}" dt="2026-05-04T21:56:36.321" v="258"/>
          <ac:spMkLst>
            <pc:docMk/>
            <pc:sldMk cId="134633130" sldId="298"/>
            <ac:spMk id="2" creationId="{00000000-0000-0000-0000-000000000000}"/>
          </ac:spMkLst>
        </pc:spChg>
        <pc:spChg chg="mod">
          <ac:chgData name="u202210066 (Palma Obispo, Adrian Enrique Jesus)" userId="S::u202210066@upc.edu.pe::ef3935b9-c757-44fa-a080-112c7bcdc337" providerId="AD" clId="Web-{A360D74C-689F-BDA9-6B15-1F6492F69908}" dt="2026-05-04T21:57:39.259" v="320" actId="20577"/>
          <ac:spMkLst>
            <pc:docMk/>
            <pc:sldMk cId="134633130" sldId="298"/>
            <ac:spMk id="3" creationId="{00000000-0000-0000-0000-000000000000}"/>
          </ac:spMkLst>
        </pc:spChg>
        <pc:spChg chg="add">
          <ac:chgData name="u202210066 (Palma Obispo, Adrian Enrique Jesus)" userId="S::u202210066@upc.edu.pe::ef3935b9-c757-44fa-a080-112c7bcdc337" providerId="AD" clId="Web-{A360D74C-689F-BDA9-6B15-1F6492F69908}" dt="2026-05-04T21:56:36.321" v="258"/>
          <ac:spMkLst>
            <pc:docMk/>
            <pc:sldMk cId="134633130" sldId="298"/>
            <ac:spMk id="9" creationId="{B6CDA21F-E7AF-4C75-8395-33F58D5B0E45}"/>
          </ac:spMkLst>
        </pc:spChg>
        <pc:spChg chg="add">
          <ac:chgData name="u202210066 (Palma Obispo, Adrian Enrique Jesus)" userId="S::u202210066@upc.edu.pe::ef3935b9-c757-44fa-a080-112c7bcdc337" providerId="AD" clId="Web-{A360D74C-689F-BDA9-6B15-1F6492F69908}" dt="2026-05-04T21:56:36.321" v="258"/>
          <ac:spMkLst>
            <pc:docMk/>
            <pc:sldMk cId="134633130" sldId="298"/>
            <ac:spMk id="16" creationId="{D5B0017B-2ECA-49AF-B397-DC140825DF8D}"/>
          </ac:spMkLst>
        </pc:spChg>
        <pc:grpChg chg="add">
          <ac:chgData name="u202210066 (Palma Obispo, Adrian Enrique Jesus)" userId="S::u202210066@upc.edu.pe::ef3935b9-c757-44fa-a080-112c7bcdc337" providerId="AD" clId="Web-{A360D74C-689F-BDA9-6B15-1F6492F69908}" dt="2026-05-04T21:56:36.321" v="258"/>
          <ac:grpSpMkLst>
            <pc:docMk/>
            <pc:sldMk cId="134633130" sldId="298"/>
            <ac:grpSpMk id="11" creationId="{AE1C45F0-260A-458C-96ED-C1F6D2151219}"/>
          </ac:grpSpMkLst>
        </pc:grpChg>
        <pc:picChg chg="add mod">
          <ac:chgData name="u202210066 (Palma Obispo, Adrian Enrique Jesus)" userId="S::u202210066@upc.edu.pe::ef3935b9-c757-44fa-a080-112c7bcdc337" providerId="AD" clId="Web-{A360D74C-689F-BDA9-6B15-1F6492F69908}" dt="2026-05-04T22:01:29.519" v="360" actId="1076"/>
          <ac:picMkLst>
            <pc:docMk/>
            <pc:sldMk cId="134633130" sldId="298"/>
            <ac:picMk id="6" creationId="{9E802933-21EC-E721-DB71-737FF0A8C5AF}"/>
          </ac:picMkLst>
        </pc:picChg>
        <pc:cxnChg chg="add">
          <ac:chgData name="u202210066 (Palma Obispo, Adrian Enrique Jesus)" userId="S::u202210066@upc.edu.pe::ef3935b9-c757-44fa-a080-112c7bcdc337" providerId="AD" clId="Web-{A360D74C-689F-BDA9-6B15-1F6492F69908}" dt="2026-05-04T21:56:36.321" v="258"/>
          <ac:cxnSpMkLst>
            <pc:docMk/>
            <pc:sldMk cId="134633130" sldId="298"/>
            <ac:cxnSpMk id="18" creationId="{6CF1BAF6-AD41-4082-B212-8A1F9A2E8779}"/>
          </ac:cxnSpMkLst>
        </pc:cxnChg>
      </pc:sldChg>
      <pc:sldChg chg="addSp delSp modSp new mod setBg setClrOvrMap">
        <pc:chgData name="u202210066 (Palma Obispo, Adrian Enrique Jesus)" userId="S::u202210066@upc.edu.pe::ef3935b9-c757-44fa-a080-112c7bcdc337" providerId="AD" clId="Web-{A360D74C-689F-BDA9-6B15-1F6492F69908}" dt="2026-05-04T22:00:43.953" v="356" actId="20577"/>
        <pc:sldMkLst>
          <pc:docMk/>
          <pc:sldMk cId="2339994869" sldId="299"/>
        </pc:sldMkLst>
        <pc:spChg chg="add mod">
          <ac:chgData name="u202210066 (Palma Obispo, Adrian Enrique Jesus)" userId="S::u202210066@upc.edu.pe::ef3935b9-c757-44fa-a080-112c7bcdc337" providerId="AD" clId="Web-{A360D74C-689F-BDA9-6B15-1F6492F69908}" dt="2026-05-04T22:00:43.953" v="356" actId="20577"/>
          <ac:spMkLst>
            <pc:docMk/>
            <pc:sldMk cId="2339994869" sldId="299"/>
            <ac:spMk id="4" creationId="{526D1D34-3495-282A-BDAC-D88E1B24BD77}"/>
          </ac:spMkLst>
        </pc:spChg>
        <pc:spChg chg="add">
          <ac:chgData name="u202210066 (Palma Obispo, Adrian Enrique Jesus)" userId="S::u202210066@upc.edu.pe::ef3935b9-c757-44fa-a080-112c7bcdc337" providerId="AD" clId="Web-{A360D74C-689F-BDA9-6B15-1F6492F69908}" dt="2026-05-04T21:59:55.262" v="346"/>
          <ac:spMkLst>
            <pc:docMk/>
            <pc:sldMk cId="2339994869" sldId="299"/>
            <ac:spMk id="24" creationId="{B5A8AFA4-5C32-4100-9C6D-839A47E15FA0}"/>
          </ac:spMkLst>
        </pc:spChg>
        <pc:spChg chg="add">
          <ac:chgData name="u202210066 (Palma Obispo, Adrian Enrique Jesus)" userId="S::u202210066@upc.edu.pe::ef3935b9-c757-44fa-a080-112c7bcdc337" providerId="AD" clId="Web-{A360D74C-689F-BDA9-6B15-1F6492F69908}" dt="2026-05-04T21:59:55.262" v="346"/>
          <ac:spMkLst>
            <pc:docMk/>
            <pc:sldMk cId="2339994869" sldId="299"/>
            <ac:spMk id="26" creationId="{96B5F253-7949-47C2-9DBD-1570ECDA2296}"/>
          </ac:spMkLst>
        </pc:spChg>
        <pc:picChg chg="add mod">
          <ac:chgData name="u202210066 (Palma Obispo, Adrian Enrique Jesus)" userId="S::u202210066@upc.edu.pe::ef3935b9-c757-44fa-a080-112c7bcdc337" providerId="AD" clId="Web-{A360D74C-689F-BDA9-6B15-1F6492F69908}" dt="2026-05-04T21:59:18.244" v="330"/>
          <ac:picMkLst>
            <pc:docMk/>
            <pc:sldMk cId="2339994869" sldId="299"/>
            <ac:picMk id="2" creationId="{B42F04C1-77F7-E116-39B0-B99E44069B66}"/>
          </ac:picMkLst>
        </pc:picChg>
      </pc:sldChg>
    </pc:docChg>
  </pc:docChgLst>
  <pc:docChgLst>
    <pc:chgData name="u202214843 (Palomino Santa Cruz, Erick Joaquin)" userId="S::u202214843@upc.edu.pe::3f4f9d94-d1c7-43ef-b19f-c85be680e669" providerId="AD" clId="Web-{5115183F-FFDC-4F1B-618D-D2CF6D76FF36}"/>
    <pc:docChg chg="addSld delSld modSld sldOrd">
      <pc:chgData name="u202214843 (Palomino Santa Cruz, Erick Joaquin)" userId="S::u202214843@upc.edu.pe::3f4f9d94-d1c7-43ef-b19f-c85be680e669" providerId="AD" clId="Web-{5115183F-FFDC-4F1B-618D-D2CF6D76FF36}" dt="2026-05-04T18:26:37.036" v="114" actId="1076"/>
      <pc:docMkLst>
        <pc:docMk/>
      </pc:docMkLst>
      <pc:sldChg chg="addSp delSp modSp">
        <pc:chgData name="u202214843 (Palomino Santa Cruz, Erick Joaquin)" userId="S::u202214843@upc.edu.pe::3f4f9d94-d1c7-43ef-b19f-c85be680e669" providerId="AD" clId="Web-{5115183F-FFDC-4F1B-618D-D2CF6D76FF36}" dt="2026-05-04T17:29:34.787" v="7" actId="1076"/>
        <pc:sldMkLst>
          <pc:docMk/>
          <pc:sldMk cId="1880524355" sldId="281"/>
        </pc:sldMkLst>
      </pc:sldChg>
      <pc:sldChg chg="addSp delSp modSp">
        <pc:chgData name="u202214843 (Palomino Santa Cruz, Erick Joaquin)" userId="S::u202214843@upc.edu.pe::3f4f9d94-d1c7-43ef-b19f-c85be680e669" providerId="AD" clId="Web-{5115183F-FFDC-4F1B-618D-D2CF6D76FF36}" dt="2026-05-04T17:40:43.238" v="16" actId="1076"/>
        <pc:sldMkLst>
          <pc:docMk/>
          <pc:sldMk cId="518425389" sldId="282"/>
        </pc:sldMkLst>
        <pc:spChg chg="mod ord">
          <ac:chgData name="u202214843 (Palomino Santa Cruz, Erick Joaquin)" userId="S::u202214843@upc.edu.pe::3f4f9d94-d1c7-43ef-b19f-c85be680e669" providerId="AD" clId="Web-{5115183F-FFDC-4F1B-618D-D2CF6D76FF36}" dt="2026-05-04T17:40:37.238" v="15"/>
          <ac:spMkLst>
            <pc:docMk/>
            <pc:sldMk cId="518425389" sldId="282"/>
            <ac:spMk id="132" creationId="{BEE99B63-D277-D87A-050F-2947F3428349}"/>
          </ac:spMkLst>
        </pc:spChg>
      </pc:sldChg>
      <pc:sldChg chg="addSp delSp modSp mod setBg">
        <pc:chgData name="u202214843 (Palomino Santa Cruz, Erick Joaquin)" userId="S::u202214843@upc.edu.pe::3f4f9d94-d1c7-43ef-b19f-c85be680e669" providerId="AD" clId="Web-{5115183F-FFDC-4F1B-618D-D2CF6D76FF36}" dt="2026-05-04T18:26:37.036" v="114" actId="1076"/>
        <pc:sldMkLst>
          <pc:docMk/>
          <pc:sldMk cId="2066102768" sldId="288"/>
        </pc:sldMkLst>
      </pc:sldChg>
      <pc:sldChg chg="addSp delSp modSp add ord replId">
        <pc:chgData name="u202214843 (Palomino Santa Cruz, Erick Joaquin)" userId="S::u202214843@upc.edu.pe::3f4f9d94-d1c7-43ef-b19f-c85be680e669" providerId="AD" clId="Web-{5115183F-FFDC-4F1B-618D-D2CF6D76FF36}" dt="2026-05-04T18:19:15.658" v="50" actId="1076"/>
        <pc:sldMkLst>
          <pc:docMk/>
          <pc:sldMk cId="3861960433" sldId="291"/>
        </pc:sldMkLst>
        <pc:spChg chg="mod">
          <ac:chgData name="u202214843 (Palomino Santa Cruz, Erick Joaquin)" userId="S::u202214843@upc.edu.pe::3f4f9d94-d1c7-43ef-b19f-c85be680e669" providerId="AD" clId="Web-{5115183F-FFDC-4F1B-618D-D2CF6D76FF36}" dt="2026-05-04T18:17:58.187" v="33" actId="1076"/>
          <ac:spMkLst>
            <pc:docMk/>
            <pc:sldMk cId="3861960433" sldId="291"/>
            <ac:spMk id="132" creationId="{799ECBF6-34CA-0FD1-82B3-9AA94D47BB1E}"/>
          </ac:spMkLst>
        </pc:spChg>
        <pc:spChg chg="mod">
          <ac:chgData name="u202214843 (Palomino Santa Cruz, Erick Joaquin)" userId="S::u202214843@upc.edu.pe::3f4f9d94-d1c7-43ef-b19f-c85be680e669" providerId="AD" clId="Web-{5115183F-FFDC-4F1B-618D-D2CF6D76FF36}" dt="2026-05-04T18:18:02.922" v="34" actId="1076"/>
          <ac:spMkLst>
            <pc:docMk/>
            <pc:sldMk cId="3861960433" sldId="291"/>
            <ac:spMk id="133" creationId="{283B2E41-F4DC-2FB0-1FD2-4728877B6F75}"/>
          </ac:spMkLst>
        </pc:spChg>
        <pc:picChg chg="add mod">
          <ac:chgData name="u202214843 (Palomino Santa Cruz, Erick Joaquin)" userId="S::u202214843@upc.edu.pe::3f4f9d94-d1c7-43ef-b19f-c85be680e669" providerId="AD" clId="Web-{5115183F-FFDC-4F1B-618D-D2CF6D76FF36}" dt="2026-05-04T18:19:08.908" v="46" actId="14100"/>
          <ac:picMkLst>
            <pc:docMk/>
            <pc:sldMk cId="3861960433" sldId="291"/>
            <ac:picMk id="3" creationId="{4BD1E3C8-7024-47B9-6A6D-14C0A0C3479F}"/>
          </ac:picMkLst>
        </pc:picChg>
        <pc:picChg chg="add mod">
          <ac:chgData name="u202214843 (Palomino Santa Cruz, Erick Joaquin)" userId="S::u202214843@upc.edu.pe::3f4f9d94-d1c7-43ef-b19f-c85be680e669" providerId="AD" clId="Web-{5115183F-FFDC-4F1B-618D-D2CF6D76FF36}" dt="2026-05-04T18:19:15.658" v="50" actId="1076"/>
          <ac:picMkLst>
            <pc:docMk/>
            <pc:sldMk cId="3861960433" sldId="291"/>
            <ac:picMk id="4" creationId="{A7CF022C-AED0-A0CD-A62D-7F90FDB4A90C}"/>
          </ac:picMkLst>
        </pc:picChg>
      </pc:sldChg>
      <pc:sldChg chg="addSp delSp modSp add replId">
        <pc:chgData name="u202214843 (Palomino Santa Cruz, Erick Joaquin)" userId="S::u202214843@upc.edu.pe::3f4f9d94-d1c7-43ef-b19f-c85be680e669" providerId="AD" clId="Web-{5115183F-FFDC-4F1B-618D-D2CF6D76FF36}" dt="2026-05-04T18:20:30.083" v="65" actId="14100"/>
        <pc:sldMkLst>
          <pc:docMk/>
          <pc:sldMk cId="1225723685" sldId="292"/>
        </pc:sldMkLst>
        <pc:picChg chg="add mod">
          <ac:chgData name="u202214843 (Palomino Santa Cruz, Erick Joaquin)" userId="S::u202214843@upc.edu.pe::3f4f9d94-d1c7-43ef-b19f-c85be680e669" providerId="AD" clId="Web-{5115183F-FFDC-4F1B-618D-D2CF6D76FF36}" dt="2026-05-04T18:20:25.192" v="63" actId="14100"/>
          <ac:picMkLst>
            <pc:docMk/>
            <pc:sldMk cId="1225723685" sldId="292"/>
            <ac:picMk id="2" creationId="{3D9384EF-A353-64BC-3B69-AEB4386CC65E}"/>
          </ac:picMkLst>
        </pc:picChg>
        <pc:picChg chg="add mod">
          <ac:chgData name="u202214843 (Palomino Santa Cruz, Erick Joaquin)" userId="S::u202214843@upc.edu.pe::3f4f9d94-d1c7-43ef-b19f-c85be680e669" providerId="AD" clId="Web-{5115183F-FFDC-4F1B-618D-D2CF6D76FF36}" dt="2026-05-04T18:20:30.083" v="65" actId="14100"/>
          <ac:picMkLst>
            <pc:docMk/>
            <pc:sldMk cId="1225723685" sldId="292"/>
            <ac:picMk id="5" creationId="{E2DCF550-8E04-D2A3-2734-0E4DC9EE8E26}"/>
          </ac:picMkLst>
        </pc:picChg>
      </pc:sldChg>
      <pc:sldChg chg="addSp delSp modSp add replId">
        <pc:chgData name="u202214843 (Palomino Santa Cruz, Erick Joaquin)" userId="S::u202214843@upc.edu.pe::3f4f9d94-d1c7-43ef-b19f-c85be680e669" providerId="AD" clId="Web-{5115183F-FFDC-4F1B-618D-D2CF6D76FF36}" dt="2026-05-04T18:22:41.727" v="84" actId="1076"/>
        <pc:sldMkLst>
          <pc:docMk/>
          <pc:sldMk cId="3593129484" sldId="293"/>
        </pc:sldMkLst>
        <pc:picChg chg="add mod">
          <ac:chgData name="u202214843 (Palomino Santa Cruz, Erick Joaquin)" userId="S::u202214843@upc.edu.pe::3f4f9d94-d1c7-43ef-b19f-c85be680e669" providerId="AD" clId="Web-{5115183F-FFDC-4F1B-618D-D2CF6D76FF36}" dt="2026-05-04T18:22:22.164" v="79" actId="1076"/>
          <ac:picMkLst>
            <pc:docMk/>
            <pc:sldMk cId="3593129484" sldId="293"/>
            <ac:picMk id="3" creationId="{F2001710-B612-8FC9-7F14-8F5FEBED643C}"/>
          </ac:picMkLst>
        </pc:picChg>
        <pc:picChg chg="add mod">
          <ac:chgData name="u202214843 (Palomino Santa Cruz, Erick Joaquin)" userId="S::u202214843@upc.edu.pe::3f4f9d94-d1c7-43ef-b19f-c85be680e669" providerId="AD" clId="Web-{5115183F-FFDC-4F1B-618D-D2CF6D76FF36}" dt="2026-05-04T18:22:41.727" v="84" actId="1076"/>
          <ac:picMkLst>
            <pc:docMk/>
            <pc:sldMk cId="3593129484" sldId="293"/>
            <ac:picMk id="6" creationId="{F48C22B4-ACDD-1DE3-0BE3-3243DBE56F00}"/>
          </ac:picMkLst>
        </pc:picChg>
      </pc:sldChg>
    </pc:docChg>
  </pc:docChgLst>
  <pc:docChgLst>
    <pc:chgData name="u202214843 (Palomino Santa Cruz, Erick Joaquin)" userId="S::u202214843@upc.edu.pe::3f4f9d94-d1c7-43ef-b19f-c85be680e669" providerId="AD" clId="Web-{579FC236-309C-72E4-E8F6-63849244E117}"/>
    <pc:docChg chg="addSld delSld modSld">
      <pc:chgData name="u202214843 (Palomino Santa Cruz, Erick Joaquin)" userId="S::u202214843@upc.edu.pe::3f4f9d94-d1c7-43ef-b19f-c85be680e669" providerId="AD" clId="Web-{579FC236-309C-72E4-E8F6-63849244E117}" dt="2026-05-15T22:38:39.126" v="88" actId="1076"/>
      <pc:docMkLst>
        <pc:docMk/>
      </pc:docMkLst>
      <pc:sldChg chg="addSp delSp modSp">
        <pc:chgData name="u202214843 (Palomino Santa Cruz, Erick Joaquin)" userId="S::u202214843@upc.edu.pe::3f4f9d94-d1c7-43ef-b19f-c85be680e669" providerId="AD" clId="Web-{579FC236-309C-72E4-E8F6-63849244E117}" dt="2026-05-15T22:26:14.118" v="8" actId="1076"/>
        <pc:sldMkLst>
          <pc:docMk/>
          <pc:sldMk cId="3308643345" sldId="289"/>
        </pc:sldMkLst>
        <pc:picChg chg="add mod">
          <ac:chgData name="u202214843 (Palomino Santa Cruz, Erick Joaquin)" userId="S::u202214843@upc.edu.pe::3f4f9d94-d1c7-43ef-b19f-c85be680e669" providerId="AD" clId="Web-{579FC236-309C-72E4-E8F6-63849244E117}" dt="2026-05-15T22:26:14.118" v="8" actId="1076"/>
          <ac:picMkLst>
            <pc:docMk/>
            <pc:sldMk cId="3308643345" sldId="289"/>
            <ac:picMk id="2" creationId="{5AFB0137-BA72-72E9-A437-CA4E6B11FA43}"/>
          </ac:picMkLst>
        </pc:picChg>
      </pc:sldChg>
      <pc:sldChg chg="addSp modSp">
        <pc:chgData name="u202214843 (Palomino Santa Cruz, Erick Joaquin)" userId="S::u202214843@upc.edu.pe::3f4f9d94-d1c7-43ef-b19f-c85be680e669" providerId="AD" clId="Web-{579FC236-309C-72E4-E8F6-63849244E117}" dt="2026-05-15T22:33:01.166" v="77" actId="20577"/>
        <pc:sldMkLst>
          <pc:docMk/>
          <pc:sldMk cId="556042859" sldId="316"/>
        </pc:sldMkLst>
        <pc:spChg chg="mod">
          <ac:chgData name="u202214843 (Palomino Santa Cruz, Erick Joaquin)" userId="S::u202214843@upc.edu.pe::3f4f9d94-d1c7-43ef-b19f-c85be680e669" providerId="AD" clId="Web-{579FC236-309C-72E4-E8F6-63849244E117}" dt="2026-05-15T22:32:51.681" v="74" actId="20577"/>
          <ac:spMkLst>
            <pc:docMk/>
            <pc:sldMk cId="556042859" sldId="316"/>
            <ac:spMk id="2" creationId="{BBAD48A2-B656-111A-3BE9-EE231F408D0F}"/>
          </ac:spMkLst>
        </pc:spChg>
        <pc:spChg chg="add mod">
          <ac:chgData name="u202214843 (Palomino Santa Cruz, Erick Joaquin)" userId="S::u202214843@upc.edu.pe::3f4f9d94-d1c7-43ef-b19f-c85be680e669" providerId="AD" clId="Web-{579FC236-309C-72E4-E8F6-63849244E117}" dt="2026-05-15T22:32:55.978" v="75" actId="1076"/>
          <ac:spMkLst>
            <pc:docMk/>
            <pc:sldMk cId="556042859" sldId="316"/>
            <ac:spMk id="3" creationId="{0151E54A-77CB-3C22-18B3-AA72165F82D0}"/>
          </ac:spMkLst>
        </pc:spChg>
        <pc:spChg chg="add mod">
          <ac:chgData name="u202214843 (Palomino Santa Cruz, Erick Joaquin)" userId="S::u202214843@upc.edu.pe::3f4f9d94-d1c7-43ef-b19f-c85be680e669" providerId="AD" clId="Web-{579FC236-309C-72E4-E8F6-63849244E117}" dt="2026-05-15T22:31:08.662" v="56" actId="1076"/>
          <ac:spMkLst>
            <pc:docMk/>
            <pc:sldMk cId="556042859" sldId="316"/>
            <ac:spMk id="5" creationId="{AABA9B00-76D0-1F2F-6321-74DD4405A6C3}"/>
          </ac:spMkLst>
        </pc:spChg>
        <pc:spChg chg="add mod">
          <ac:chgData name="u202214843 (Palomino Santa Cruz, Erick Joaquin)" userId="S::u202214843@upc.edu.pe::3f4f9d94-d1c7-43ef-b19f-c85be680e669" providerId="AD" clId="Web-{579FC236-309C-72E4-E8F6-63849244E117}" dt="2026-05-15T22:33:01.166" v="77" actId="20577"/>
          <ac:spMkLst>
            <pc:docMk/>
            <pc:sldMk cId="556042859" sldId="316"/>
            <ac:spMk id="6" creationId="{173D2EC2-F1E5-95F1-1B01-321535883036}"/>
          </ac:spMkLst>
        </pc:spChg>
      </pc:sldChg>
      <pc:sldChg chg="addSp delSp modSp new">
        <pc:chgData name="u202214843 (Palomino Santa Cruz, Erick Joaquin)" userId="S::u202214843@upc.edu.pe::3f4f9d94-d1c7-43ef-b19f-c85be680e669" providerId="AD" clId="Web-{579FC236-309C-72E4-E8F6-63849244E117}" dt="2026-05-15T22:38:39.126" v="88" actId="1076"/>
        <pc:sldMkLst>
          <pc:docMk/>
          <pc:sldMk cId="399707238" sldId="317"/>
        </pc:sldMkLst>
        <pc:picChg chg="add mod">
          <ac:chgData name="u202214843 (Palomino Santa Cruz, Erick Joaquin)" userId="S::u202214843@upc.edu.pe::3f4f9d94-d1c7-43ef-b19f-c85be680e669" providerId="AD" clId="Web-{579FC236-309C-72E4-E8F6-63849244E117}" dt="2026-05-15T22:38:13.141" v="85" actId="1076"/>
          <ac:picMkLst>
            <pc:docMk/>
            <pc:sldMk cId="399707238" sldId="317"/>
            <ac:picMk id="4" creationId="{731F28A1-8963-0895-38A3-76D1FE723E3E}"/>
          </ac:picMkLst>
        </pc:picChg>
        <pc:picChg chg="add mod">
          <ac:chgData name="u202214843 (Palomino Santa Cruz, Erick Joaquin)" userId="S::u202214843@upc.edu.pe::3f4f9d94-d1c7-43ef-b19f-c85be680e669" providerId="AD" clId="Web-{579FC236-309C-72E4-E8F6-63849244E117}" dt="2026-05-15T22:38:39.126" v="88" actId="1076"/>
          <ac:picMkLst>
            <pc:docMk/>
            <pc:sldMk cId="399707238" sldId="317"/>
            <ac:picMk id="5" creationId="{50FE53C2-6612-5A7C-DFD3-960FC13253C2}"/>
          </ac:picMkLst>
        </pc:picChg>
      </pc:sldChg>
    </pc:docChg>
  </pc:docChgLst>
  <pc:docChgLst>
    <pc:chgData name="u202214843 (Palomino Santa Cruz, Erick Joaquin)" userId="S::u202214843@upc.edu.pe::3f4f9d94-d1c7-43ef-b19f-c85be680e669" providerId="AD" clId="Web-{5A16B9E8-5DDB-8A30-A8D4-EBB423642D0B}"/>
    <pc:docChg chg="modSld">
      <pc:chgData name="u202214843 (Palomino Santa Cruz, Erick Joaquin)" userId="S::u202214843@upc.edu.pe::3f4f9d94-d1c7-43ef-b19f-c85be680e669" providerId="AD" clId="Web-{5A16B9E8-5DDB-8A30-A8D4-EBB423642D0B}" dt="2026-05-13T17:47:59.020" v="374"/>
      <pc:docMkLst>
        <pc:docMk/>
      </pc:docMkLst>
      <pc:sldChg chg="modSp">
        <pc:chgData name="u202214843 (Palomino Santa Cruz, Erick Joaquin)" userId="S::u202214843@upc.edu.pe::3f4f9d94-d1c7-43ef-b19f-c85be680e669" providerId="AD" clId="Web-{5A16B9E8-5DDB-8A30-A8D4-EBB423642D0B}" dt="2026-05-13T12:48:55.974" v="1" actId="14100"/>
        <pc:sldMkLst>
          <pc:docMk/>
          <pc:sldMk cId="0" sldId="256"/>
        </pc:sldMkLst>
        <pc:spChg chg="mod">
          <ac:chgData name="u202214843 (Palomino Santa Cruz, Erick Joaquin)" userId="S::u202214843@upc.edu.pe::3f4f9d94-d1c7-43ef-b19f-c85be680e669" providerId="AD" clId="Web-{5A16B9E8-5DDB-8A30-A8D4-EBB423642D0B}" dt="2026-05-13T12:48:55.974" v="1" actId="14100"/>
          <ac:spMkLst>
            <pc:docMk/>
            <pc:sldMk cId="0" sldId="256"/>
            <ac:spMk id="85" creationId="{00000000-0000-0000-0000-000000000000}"/>
          </ac:spMkLst>
        </pc:spChg>
        <pc:picChg chg="mod">
          <ac:chgData name="u202214843 (Palomino Santa Cruz, Erick Joaquin)" userId="S::u202214843@upc.edu.pe::3f4f9d94-d1c7-43ef-b19f-c85be680e669" providerId="AD" clId="Web-{5A16B9E8-5DDB-8A30-A8D4-EBB423642D0B}" dt="2026-05-13T12:48:38.957" v="0" actId="1076"/>
          <ac:picMkLst>
            <pc:docMk/>
            <pc:sldMk cId="0" sldId="256"/>
            <ac:picMk id="2" creationId="{868FC289-3A59-9DBB-59B5-48071F0050E3}"/>
          </ac:picMkLst>
        </pc:picChg>
      </pc:sldChg>
      <pc:sldChg chg="modSp">
        <pc:chgData name="u202214843 (Palomino Santa Cruz, Erick Joaquin)" userId="S::u202214843@upc.edu.pe::3f4f9d94-d1c7-43ef-b19f-c85be680e669" providerId="AD" clId="Web-{5A16B9E8-5DDB-8A30-A8D4-EBB423642D0B}" dt="2026-05-13T12:51:27.852" v="12" actId="1076"/>
        <pc:sldMkLst>
          <pc:docMk/>
          <pc:sldMk cId="0" sldId="258"/>
        </pc:sldMkLst>
        <pc:spChg chg="mod">
          <ac:chgData name="u202214843 (Palomino Santa Cruz, Erick Joaquin)" userId="S::u202214843@upc.edu.pe::3f4f9d94-d1c7-43ef-b19f-c85be680e669" providerId="AD" clId="Web-{5A16B9E8-5DDB-8A30-A8D4-EBB423642D0B}" dt="2026-05-13T12:51:20.274" v="10" actId="1076"/>
          <ac:spMkLst>
            <pc:docMk/>
            <pc:sldMk cId="0" sldId="258"/>
            <ac:spMk id="104" creationId="{00000000-0000-0000-0000-000000000000}"/>
          </ac:spMkLst>
        </pc:spChg>
        <pc:picChg chg="mod">
          <ac:chgData name="u202214843 (Palomino Santa Cruz, Erick Joaquin)" userId="S::u202214843@upc.edu.pe::3f4f9d94-d1c7-43ef-b19f-c85be680e669" providerId="AD" clId="Web-{5A16B9E8-5DDB-8A30-A8D4-EBB423642D0B}" dt="2026-05-13T12:51:27.852" v="12" actId="1076"/>
          <ac:picMkLst>
            <pc:docMk/>
            <pc:sldMk cId="0" sldId="258"/>
            <ac:picMk id="103" creationId="{00000000-0000-0000-0000-000000000000}"/>
          </ac:picMkLst>
        </pc:picChg>
      </pc:sldChg>
      <pc:sldChg chg="addSp delSp modSp">
        <pc:chgData name="u202214843 (Palomino Santa Cruz, Erick Joaquin)" userId="S::u202214843@upc.edu.pe::3f4f9d94-d1c7-43ef-b19f-c85be680e669" providerId="AD" clId="Web-{5A16B9E8-5DDB-8A30-A8D4-EBB423642D0B}" dt="2026-05-13T13:22:35.416" v="248" actId="1076"/>
        <pc:sldMkLst>
          <pc:docMk/>
          <pc:sldMk cId="0" sldId="259"/>
        </pc:sldMkLst>
        <pc:spChg chg="mod">
          <ac:chgData name="u202214843 (Palomino Santa Cruz, Erick Joaquin)" userId="S::u202214843@upc.edu.pe::3f4f9d94-d1c7-43ef-b19f-c85be680e669" providerId="AD" clId="Web-{5A16B9E8-5DDB-8A30-A8D4-EBB423642D0B}" dt="2026-05-13T13:20:42.241" v="208" actId="1076"/>
          <ac:spMkLst>
            <pc:docMk/>
            <pc:sldMk cId="0" sldId="259"/>
            <ac:spMk id="112" creationId="{00000000-0000-0000-0000-000000000000}"/>
          </ac:spMkLst>
        </pc:spChg>
        <pc:spChg chg="mod">
          <ac:chgData name="u202214843 (Palomino Santa Cruz, Erick Joaquin)" userId="S::u202214843@upc.edu.pe::3f4f9d94-d1c7-43ef-b19f-c85be680e669" providerId="AD" clId="Web-{5A16B9E8-5DDB-8A30-A8D4-EBB423642D0B}" dt="2026-05-13T13:20:42.272" v="209" actId="1076"/>
          <ac:spMkLst>
            <pc:docMk/>
            <pc:sldMk cId="0" sldId="259"/>
            <ac:spMk id="113" creationId="{00000000-0000-0000-0000-000000000000}"/>
          </ac:spMkLst>
        </pc:spChg>
        <pc:spChg chg="mod">
          <ac:chgData name="u202214843 (Palomino Santa Cruz, Erick Joaquin)" userId="S::u202214843@upc.edu.pe::3f4f9d94-d1c7-43ef-b19f-c85be680e669" providerId="AD" clId="Web-{5A16B9E8-5DDB-8A30-A8D4-EBB423642D0B}" dt="2026-05-13T13:20:42.335" v="210" actId="1076"/>
          <ac:spMkLst>
            <pc:docMk/>
            <pc:sldMk cId="0" sldId="259"/>
            <ac:spMk id="114" creationId="{00000000-0000-0000-0000-000000000000}"/>
          </ac:spMkLst>
        </pc:spChg>
        <pc:spChg chg="mod">
          <ac:chgData name="u202214843 (Palomino Santa Cruz, Erick Joaquin)" userId="S::u202214843@upc.edu.pe::3f4f9d94-d1c7-43ef-b19f-c85be680e669" providerId="AD" clId="Web-{5A16B9E8-5DDB-8A30-A8D4-EBB423642D0B}" dt="2026-05-13T13:20:42.351" v="211" actId="1076"/>
          <ac:spMkLst>
            <pc:docMk/>
            <pc:sldMk cId="0" sldId="259"/>
            <ac:spMk id="115" creationId="{00000000-0000-0000-0000-000000000000}"/>
          </ac:spMkLst>
        </pc:spChg>
        <pc:spChg chg="mod">
          <ac:chgData name="u202214843 (Palomino Santa Cruz, Erick Joaquin)" userId="S::u202214843@upc.edu.pe::3f4f9d94-d1c7-43ef-b19f-c85be680e669" providerId="AD" clId="Web-{5A16B9E8-5DDB-8A30-A8D4-EBB423642D0B}" dt="2026-05-13T13:21:19.070" v="226" actId="1076"/>
          <ac:spMkLst>
            <pc:docMk/>
            <pc:sldMk cId="0" sldId="259"/>
            <ac:spMk id="116" creationId="{00000000-0000-0000-0000-000000000000}"/>
          </ac:spMkLst>
        </pc:spChg>
        <pc:spChg chg="mod">
          <ac:chgData name="u202214843 (Palomino Santa Cruz, Erick Joaquin)" userId="S::u202214843@upc.edu.pe::3f4f9d94-d1c7-43ef-b19f-c85be680e669" providerId="AD" clId="Web-{5A16B9E8-5DDB-8A30-A8D4-EBB423642D0B}" dt="2026-05-13T13:21:19.103" v="227" actId="1076"/>
          <ac:spMkLst>
            <pc:docMk/>
            <pc:sldMk cId="0" sldId="259"/>
            <ac:spMk id="117" creationId="{00000000-0000-0000-0000-000000000000}"/>
          </ac:spMkLst>
        </pc:spChg>
        <pc:spChg chg="mod">
          <ac:chgData name="u202214843 (Palomino Santa Cruz, Erick Joaquin)" userId="S::u202214843@upc.edu.pe::3f4f9d94-d1c7-43ef-b19f-c85be680e669" providerId="AD" clId="Web-{5A16B9E8-5DDB-8A30-A8D4-EBB423642D0B}" dt="2026-05-13T13:21:19.149" v="228" actId="1076"/>
          <ac:spMkLst>
            <pc:docMk/>
            <pc:sldMk cId="0" sldId="259"/>
            <ac:spMk id="118" creationId="{00000000-0000-0000-0000-000000000000}"/>
          </ac:spMkLst>
        </pc:spChg>
        <pc:spChg chg="mod">
          <ac:chgData name="u202214843 (Palomino Santa Cruz, Erick Joaquin)" userId="S::u202214843@upc.edu.pe::3f4f9d94-d1c7-43ef-b19f-c85be680e669" providerId="AD" clId="Web-{5A16B9E8-5DDB-8A30-A8D4-EBB423642D0B}" dt="2026-05-13T13:21:19.180" v="229" actId="1076"/>
          <ac:spMkLst>
            <pc:docMk/>
            <pc:sldMk cId="0" sldId="259"/>
            <ac:spMk id="119" creationId="{00000000-0000-0000-0000-000000000000}"/>
          </ac:spMkLst>
        </pc:spChg>
        <pc:spChg chg="mod">
          <ac:chgData name="u202214843 (Palomino Santa Cruz, Erick Joaquin)" userId="S::u202214843@upc.edu.pe::3f4f9d94-d1c7-43ef-b19f-c85be680e669" providerId="AD" clId="Web-{5A16B9E8-5DDB-8A30-A8D4-EBB423642D0B}" dt="2026-05-13T13:21:30.821" v="230" actId="1076"/>
          <ac:spMkLst>
            <pc:docMk/>
            <pc:sldMk cId="0" sldId="259"/>
            <ac:spMk id="120" creationId="{00000000-0000-0000-0000-000000000000}"/>
          </ac:spMkLst>
        </pc:spChg>
        <pc:spChg chg="mod">
          <ac:chgData name="u202214843 (Palomino Santa Cruz, Erick Joaquin)" userId="S::u202214843@upc.edu.pe::3f4f9d94-d1c7-43ef-b19f-c85be680e669" providerId="AD" clId="Web-{5A16B9E8-5DDB-8A30-A8D4-EBB423642D0B}" dt="2026-05-13T13:21:30.852" v="231" actId="1076"/>
          <ac:spMkLst>
            <pc:docMk/>
            <pc:sldMk cId="0" sldId="259"/>
            <ac:spMk id="121" creationId="{00000000-0000-0000-0000-000000000000}"/>
          </ac:spMkLst>
        </pc:spChg>
        <pc:spChg chg="mod">
          <ac:chgData name="u202214843 (Palomino Santa Cruz, Erick Joaquin)" userId="S::u202214843@upc.edu.pe::3f4f9d94-d1c7-43ef-b19f-c85be680e669" providerId="AD" clId="Web-{5A16B9E8-5DDB-8A30-A8D4-EBB423642D0B}" dt="2026-05-13T13:21:30.883" v="232" actId="1076"/>
          <ac:spMkLst>
            <pc:docMk/>
            <pc:sldMk cId="0" sldId="259"/>
            <ac:spMk id="122" creationId="{00000000-0000-0000-0000-000000000000}"/>
          </ac:spMkLst>
        </pc:spChg>
        <pc:spChg chg="mod">
          <ac:chgData name="u202214843 (Palomino Santa Cruz, Erick Joaquin)" userId="S::u202214843@upc.edu.pe::3f4f9d94-d1c7-43ef-b19f-c85be680e669" providerId="AD" clId="Web-{5A16B9E8-5DDB-8A30-A8D4-EBB423642D0B}" dt="2026-05-13T13:22:35.416" v="248" actId="1076"/>
          <ac:spMkLst>
            <pc:docMk/>
            <pc:sldMk cId="0" sldId="259"/>
            <ac:spMk id="123" creationId="{00000000-0000-0000-0000-000000000000}"/>
          </ac:spMkLst>
        </pc:spChg>
        <pc:spChg chg="mod">
          <ac:chgData name="u202214843 (Palomino Santa Cruz, Erick Joaquin)" userId="S::u202214843@upc.edu.pe::3f4f9d94-d1c7-43ef-b19f-c85be680e669" providerId="AD" clId="Web-{5A16B9E8-5DDB-8A30-A8D4-EBB423642D0B}" dt="2026-05-13T13:21:57.821" v="237" actId="14100"/>
          <ac:spMkLst>
            <pc:docMk/>
            <pc:sldMk cId="0" sldId="259"/>
            <ac:spMk id="124" creationId="{00000000-0000-0000-0000-000000000000}"/>
          </ac:spMkLst>
        </pc:spChg>
        <pc:spChg chg="mod">
          <ac:chgData name="u202214843 (Palomino Santa Cruz, Erick Joaquin)" userId="S::u202214843@upc.edu.pe::3f4f9d94-d1c7-43ef-b19f-c85be680e669" providerId="AD" clId="Web-{5A16B9E8-5DDB-8A30-A8D4-EBB423642D0B}" dt="2026-05-13T13:21:38.071" v="234" actId="1076"/>
          <ac:spMkLst>
            <pc:docMk/>
            <pc:sldMk cId="0" sldId="259"/>
            <ac:spMk id="125" creationId="{00000000-0000-0000-0000-000000000000}"/>
          </ac:spMkLst>
        </pc:spChg>
        <pc:spChg chg="mod">
          <ac:chgData name="u202214843 (Palomino Santa Cruz, Erick Joaquin)" userId="S::u202214843@upc.edu.pe::3f4f9d94-d1c7-43ef-b19f-c85be680e669" providerId="AD" clId="Web-{5A16B9E8-5DDB-8A30-A8D4-EBB423642D0B}" dt="2026-05-13T13:22:14.181" v="243" actId="1076"/>
          <ac:spMkLst>
            <pc:docMk/>
            <pc:sldMk cId="0" sldId="259"/>
            <ac:spMk id="126" creationId="{00000000-0000-0000-0000-000000000000}"/>
          </ac:spMkLst>
        </pc:spChg>
        <pc:spChg chg="mod">
          <ac:chgData name="u202214843 (Palomino Santa Cruz, Erick Joaquin)" userId="S::u202214843@upc.edu.pe::3f4f9d94-d1c7-43ef-b19f-c85be680e669" providerId="AD" clId="Web-{5A16B9E8-5DDB-8A30-A8D4-EBB423642D0B}" dt="2026-05-13T13:22:30.541" v="247" actId="20577"/>
          <ac:spMkLst>
            <pc:docMk/>
            <pc:sldMk cId="0" sldId="259"/>
            <ac:spMk id="127" creationId="{00000000-0000-0000-0000-000000000000}"/>
          </ac:spMkLst>
        </pc:spChg>
      </pc:sldChg>
      <pc:sldChg chg="modSp">
        <pc:chgData name="u202214843 (Palomino Santa Cruz, Erick Joaquin)" userId="S::u202214843@upc.edu.pe::3f4f9d94-d1c7-43ef-b19f-c85be680e669" providerId="AD" clId="Web-{5A16B9E8-5DDB-8A30-A8D4-EBB423642D0B}" dt="2026-05-13T13:35:13.279" v="260" actId="1076"/>
        <pc:sldMkLst>
          <pc:docMk/>
          <pc:sldMk cId="0" sldId="260"/>
        </pc:sldMkLst>
        <pc:spChg chg="mod">
          <ac:chgData name="u202214843 (Palomino Santa Cruz, Erick Joaquin)" userId="S::u202214843@upc.edu.pe::3f4f9d94-d1c7-43ef-b19f-c85be680e669" providerId="AD" clId="Web-{5A16B9E8-5DDB-8A30-A8D4-EBB423642D0B}" dt="2026-05-13T13:35:13.279" v="260" actId="1076"/>
          <ac:spMkLst>
            <pc:docMk/>
            <pc:sldMk cId="0" sldId="260"/>
            <ac:spMk id="134" creationId="{00000000-0000-0000-0000-000000000000}"/>
          </ac:spMkLst>
        </pc:spChg>
      </pc:sldChg>
      <pc:sldChg chg="modSp">
        <pc:chgData name="u202214843 (Palomino Santa Cruz, Erick Joaquin)" userId="S::u202214843@upc.edu.pe::3f4f9d94-d1c7-43ef-b19f-c85be680e669" providerId="AD" clId="Web-{5A16B9E8-5DDB-8A30-A8D4-EBB423642D0B}" dt="2026-05-13T13:41:42.493" v="288" actId="14100"/>
        <pc:sldMkLst>
          <pc:docMk/>
          <pc:sldMk cId="0" sldId="263"/>
        </pc:sldMkLst>
        <pc:spChg chg="mod">
          <ac:chgData name="u202214843 (Palomino Santa Cruz, Erick Joaquin)" userId="S::u202214843@upc.edu.pe::3f4f9d94-d1c7-43ef-b19f-c85be680e669" providerId="AD" clId="Web-{5A16B9E8-5DDB-8A30-A8D4-EBB423642D0B}" dt="2026-05-13T13:36:41.751" v="272" actId="1076"/>
          <ac:spMkLst>
            <pc:docMk/>
            <pc:sldMk cId="0" sldId="263"/>
            <ac:spMk id="170" creationId="{00000000-0000-0000-0000-000000000000}"/>
          </ac:spMkLst>
        </pc:spChg>
        <pc:spChg chg="mod">
          <ac:chgData name="u202214843 (Palomino Santa Cruz, Erick Joaquin)" userId="S::u202214843@upc.edu.pe::3f4f9d94-d1c7-43ef-b19f-c85be680e669" providerId="AD" clId="Web-{5A16B9E8-5DDB-8A30-A8D4-EBB423642D0B}" dt="2026-05-13T13:36:44.751" v="273" actId="1076"/>
          <ac:spMkLst>
            <pc:docMk/>
            <pc:sldMk cId="0" sldId="263"/>
            <ac:spMk id="173" creationId="{00000000-0000-0000-0000-000000000000}"/>
          </ac:spMkLst>
        </pc:spChg>
        <pc:spChg chg="mod">
          <ac:chgData name="u202214843 (Palomino Santa Cruz, Erick Joaquin)" userId="S::u202214843@upc.edu.pe::3f4f9d94-d1c7-43ef-b19f-c85be680e669" providerId="AD" clId="Web-{5A16B9E8-5DDB-8A30-A8D4-EBB423642D0B}" dt="2026-05-13T13:36:38.563" v="271" actId="1076"/>
          <ac:spMkLst>
            <pc:docMk/>
            <pc:sldMk cId="0" sldId="263"/>
            <ac:spMk id="174" creationId="{00000000-0000-0000-0000-000000000000}"/>
          </ac:spMkLst>
        </pc:spChg>
        <pc:spChg chg="mod">
          <ac:chgData name="u202214843 (Palomino Santa Cruz, Erick Joaquin)" userId="S::u202214843@upc.edu.pe::3f4f9d94-d1c7-43ef-b19f-c85be680e669" providerId="AD" clId="Web-{5A16B9E8-5DDB-8A30-A8D4-EBB423642D0B}" dt="2026-05-13T13:41:12.649" v="278" actId="14100"/>
          <ac:spMkLst>
            <pc:docMk/>
            <pc:sldMk cId="0" sldId="263"/>
            <ac:spMk id="176" creationId="{00000000-0000-0000-0000-000000000000}"/>
          </ac:spMkLst>
        </pc:spChg>
        <pc:spChg chg="mod">
          <ac:chgData name="u202214843 (Palomino Santa Cruz, Erick Joaquin)" userId="S::u202214843@upc.edu.pe::3f4f9d94-d1c7-43ef-b19f-c85be680e669" providerId="AD" clId="Web-{5A16B9E8-5DDB-8A30-A8D4-EBB423642D0B}" dt="2026-05-13T13:41:29.837" v="283" actId="14100"/>
          <ac:spMkLst>
            <pc:docMk/>
            <pc:sldMk cId="0" sldId="263"/>
            <ac:spMk id="178" creationId="{00000000-0000-0000-0000-000000000000}"/>
          </ac:spMkLst>
        </pc:spChg>
        <pc:spChg chg="mod">
          <ac:chgData name="u202214843 (Palomino Santa Cruz, Erick Joaquin)" userId="S::u202214843@upc.edu.pe::3f4f9d94-d1c7-43ef-b19f-c85be680e669" providerId="AD" clId="Web-{5A16B9E8-5DDB-8A30-A8D4-EBB423642D0B}" dt="2026-05-13T13:41:42.493" v="288" actId="14100"/>
          <ac:spMkLst>
            <pc:docMk/>
            <pc:sldMk cId="0" sldId="263"/>
            <ac:spMk id="180" creationId="{00000000-0000-0000-0000-000000000000}"/>
          </ac:spMkLst>
        </pc:spChg>
        <pc:cxnChg chg="mod">
          <ac:chgData name="u202214843 (Palomino Santa Cruz, Erick Joaquin)" userId="S::u202214843@upc.edu.pe::3f4f9d94-d1c7-43ef-b19f-c85be680e669" providerId="AD" clId="Web-{5A16B9E8-5DDB-8A30-A8D4-EBB423642D0B}" dt="2026-05-13T13:36:29.188" v="270" actId="1076"/>
          <ac:cxnSpMkLst>
            <pc:docMk/>
            <pc:sldMk cId="0" sldId="263"/>
            <ac:cxnSpMk id="172" creationId="{00000000-0000-0000-0000-000000000000}"/>
          </ac:cxnSpMkLst>
        </pc:cxnChg>
      </pc:sldChg>
      <pc:sldChg chg="delSp modSp">
        <pc:chgData name="u202214843 (Palomino Santa Cruz, Erick Joaquin)" userId="S::u202214843@upc.edu.pe::3f4f9d94-d1c7-43ef-b19f-c85be680e669" providerId="AD" clId="Web-{5A16B9E8-5DDB-8A30-A8D4-EBB423642D0B}" dt="2026-05-13T13:52:03.571" v="363" actId="20577"/>
        <pc:sldMkLst>
          <pc:docMk/>
          <pc:sldMk cId="0" sldId="264"/>
        </pc:sldMkLst>
        <pc:spChg chg="mod">
          <ac:chgData name="u202214843 (Palomino Santa Cruz, Erick Joaquin)" userId="S::u202214843@upc.edu.pe::3f4f9d94-d1c7-43ef-b19f-c85be680e669" providerId="AD" clId="Web-{5A16B9E8-5DDB-8A30-A8D4-EBB423642D0B}" dt="2026-05-13T13:51:47.774" v="359" actId="20577"/>
          <ac:spMkLst>
            <pc:docMk/>
            <pc:sldMk cId="0" sldId="264"/>
            <ac:spMk id="15" creationId="{A8CB71F7-E305-9ABA-4D4E-36865F5EAF80}"/>
          </ac:spMkLst>
        </pc:spChg>
        <pc:spChg chg="mod">
          <ac:chgData name="u202214843 (Palomino Santa Cruz, Erick Joaquin)" userId="S::u202214843@upc.edu.pe::3f4f9d94-d1c7-43ef-b19f-c85be680e669" providerId="AD" clId="Web-{5A16B9E8-5DDB-8A30-A8D4-EBB423642D0B}" dt="2026-05-13T13:52:03.571" v="363" actId="20577"/>
          <ac:spMkLst>
            <pc:docMk/>
            <pc:sldMk cId="0" sldId="264"/>
            <ac:spMk id="19" creationId="{9019F136-0D18-B6A3-D400-9EAF1726D309}"/>
          </ac:spMkLst>
        </pc:spChg>
      </pc:sldChg>
      <pc:sldChg chg="modSp">
        <pc:chgData name="u202214843 (Palomino Santa Cruz, Erick Joaquin)" userId="S::u202214843@upc.edu.pe::3f4f9d94-d1c7-43ef-b19f-c85be680e669" providerId="AD" clId="Web-{5A16B9E8-5DDB-8A30-A8D4-EBB423642D0B}" dt="2026-05-13T16:47:41.418" v="367" actId="1076"/>
        <pc:sldMkLst>
          <pc:docMk/>
          <pc:sldMk cId="1812765694" sldId="301"/>
        </pc:sldMkLst>
        <pc:spChg chg="mod">
          <ac:chgData name="u202214843 (Palomino Santa Cruz, Erick Joaquin)" userId="S::u202214843@upc.edu.pe::3f4f9d94-d1c7-43ef-b19f-c85be680e669" providerId="AD" clId="Web-{5A16B9E8-5DDB-8A30-A8D4-EBB423642D0B}" dt="2026-05-13T16:47:41.418" v="367" actId="1076"/>
          <ac:spMkLst>
            <pc:docMk/>
            <pc:sldMk cId="1812765694" sldId="301"/>
            <ac:spMk id="6" creationId="{5690EEAB-FC10-068A-AA2C-928CA7226F20}"/>
          </ac:spMkLst>
        </pc:spChg>
      </pc:sldChg>
      <pc:sldChg chg="modSp mod modShow">
        <pc:chgData name="u202214843 (Palomino Santa Cruz, Erick Joaquin)" userId="S::u202214843@upc.edu.pe::3f4f9d94-d1c7-43ef-b19f-c85be680e669" providerId="AD" clId="Web-{5A16B9E8-5DDB-8A30-A8D4-EBB423642D0B}" dt="2026-05-13T17:47:59.020" v="374"/>
        <pc:sldMkLst>
          <pc:docMk/>
          <pc:sldMk cId="2233432855" sldId="303"/>
        </pc:sldMkLst>
        <pc:spChg chg="mod">
          <ac:chgData name="u202214843 (Palomino Santa Cruz, Erick Joaquin)" userId="S::u202214843@upc.edu.pe::3f4f9d94-d1c7-43ef-b19f-c85be680e669" providerId="AD" clId="Web-{5A16B9E8-5DDB-8A30-A8D4-EBB423642D0B}" dt="2026-05-13T16:51:46.575" v="370" actId="1076"/>
          <ac:spMkLst>
            <pc:docMk/>
            <pc:sldMk cId="2233432855" sldId="303"/>
            <ac:spMk id="22" creationId="{F1447CDC-C0F6-C1EF-ED42-66CEDE2EC493}"/>
          </ac:spMkLst>
        </pc:spChg>
      </pc:sldChg>
      <pc:sldChg chg="modSp">
        <pc:chgData name="u202214843 (Palomino Santa Cruz, Erick Joaquin)" userId="S::u202214843@upc.edu.pe::3f4f9d94-d1c7-43ef-b19f-c85be680e669" providerId="AD" clId="Web-{5A16B9E8-5DDB-8A30-A8D4-EBB423642D0B}" dt="2026-05-13T17:44:51.535" v="373" actId="20577"/>
        <pc:sldMkLst>
          <pc:docMk/>
          <pc:sldMk cId="1371310446" sldId="305"/>
        </pc:sldMkLst>
        <pc:spChg chg="mod">
          <ac:chgData name="u202214843 (Palomino Santa Cruz, Erick Joaquin)" userId="S::u202214843@upc.edu.pe::3f4f9d94-d1c7-43ef-b19f-c85be680e669" providerId="AD" clId="Web-{5A16B9E8-5DDB-8A30-A8D4-EBB423642D0B}" dt="2026-05-13T17:44:51.535" v="373" actId="20577"/>
          <ac:spMkLst>
            <pc:docMk/>
            <pc:sldMk cId="1371310446" sldId="305"/>
            <ac:spMk id="16" creationId="{BCB27270-3129-B570-A138-AD34014AB95B}"/>
          </ac:spMkLst>
        </pc:spChg>
      </pc:sldChg>
    </pc:docChg>
  </pc:docChgLst>
  <pc:docChgLst>
    <pc:chgData name="u202214843 (Palomino Santa Cruz, Erick Joaquin)" userId="S::u202214843@upc.edu.pe::3f4f9d94-d1c7-43ef-b19f-c85be680e669" providerId="AD" clId="Web-{9085F669-0261-6C65-44DB-CE45A801B2C3}"/>
    <pc:docChg chg="modSld">
      <pc:chgData name="u202214843 (Palomino Santa Cruz, Erick Joaquin)" userId="S::u202214843@upc.edu.pe::3f4f9d94-d1c7-43ef-b19f-c85be680e669" providerId="AD" clId="Web-{9085F669-0261-6C65-44DB-CE45A801B2C3}" dt="2026-05-08T22:36:03.239" v="45" actId="1076"/>
      <pc:docMkLst>
        <pc:docMk/>
      </pc:docMkLst>
      <pc:sldChg chg="modSp">
        <pc:chgData name="u202214843 (Palomino Santa Cruz, Erick Joaquin)" userId="S::u202214843@upc.edu.pe::3f4f9d94-d1c7-43ef-b19f-c85be680e669" providerId="AD" clId="Web-{9085F669-0261-6C65-44DB-CE45A801B2C3}" dt="2026-05-08T22:31:47.295" v="40" actId="20577"/>
        <pc:sldMkLst>
          <pc:docMk/>
          <pc:sldMk cId="0" sldId="263"/>
        </pc:sldMkLst>
        <pc:spChg chg="mod">
          <ac:chgData name="u202214843 (Palomino Santa Cruz, Erick Joaquin)" userId="S::u202214843@upc.edu.pe::3f4f9d94-d1c7-43ef-b19f-c85be680e669" providerId="AD" clId="Web-{9085F669-0261-6C65-44DB-CE45A801B2C3}" dt="2026-05-08T22:31:47.295" v="40" actId="20577"/>
          <ac:spMkLst>
            <pc:docMk/>
            <pc:sldMk cId="0" sldId="263"/>
            <ac:spMk id="176" creationId="{00000000-0000-0000-0000-000000000000}"/>
          </ac:spMkLst>
        </pc:spChg>
      </pc:sldChg>
      <pc:sldChg chg="modSp">
        <pc:chgData name="u202214843 (Palomino Santa Cruz, Erick Joaquin)" userId="S::u202214843@upc.edu.pe::3f4f9d94-d1c7-43ef-b19f-c85be680e669" providerId="AD" clId="Web-{9085F669-0261-6C65-44DB-CE45A801B2C3}" dt="2026-05-08T22:36:03.239" v="45" actId="1076"/>
        <pc:sldMkLst>
          <pc:docMk/>
          <pc:sldMk cId="3955171613" sldId="300"/>
        </pc:sldMkLst>
        <pc:spChg chg="mod">
          <ac:chgData name="u202214843 (Palomino Santa Cruz, Erick Joaquin)" userId="S::u202214843@upc.edu.pe::3f4f9d94-d1c7-43ef-b19f-c85be680e669" providerId="AD" clId="Web-{9085F669-0261-6C65-44DB-CE45A801B2C3}" dt="2026-05-08T22:36:03.239" v="45" actId="1076"/>
          <ac:spMkLst>
            <pc:docMk/>
            <pc:sldMk cId="3955171613" sldId="300"/>
            <ac:spMk id="3" creationId="{1FDE327A-69D2-C22B-3F97-218B5963AD53}"/>
          </ac:spMkLst>
        </pc:spChg>
        <pc:spChg chg="mod">
          <ac:chgData name="u202214843 (Palomino Santa Cruz, Erick Joaquin)" userId="S::u202214843@upc.edu.pe::3f4f9d94-d1c7-43ef-b19f-c85be680e669" providerId="AD" clId="Web-{9085F669-0261-6C65-44DB-CE45A801B2C3}" dt="2026-05-08T22:35:46.237" v="42" actId="1076"/>
          <ac:spMkLst>
            <pc:docMk/>
            <pc:sldMk cId="3955171613" sldId="300"/>
            <ac:spMk id="7" creationId="{73B70F51-4EAE-2593-95CB-9DDD4DB88353}"/>
          </ac:spMkLst>
        </pc:spChg>
        <pc:picChg chg="mod">
          <ac:chgData name="u202214843 (Palomino Santa Cruz, Erick Joaquin)" userId="S::u202214843@upc.edu.pe::3f4f9d94-d1c7-43ef-b19f-c85be680e669" providerId="AD" clId="Web-{9085F669-0261-6C65-44DB-CE45A801B2C3}" dt="2026-05-08T22:35:55.457" v="43" actId="1076"/>
          <ac:picMkLst>
            <pc:docMk/>
            <pc:sldMk cId="3955171613" sldId="300"/>
            <ac:picMk id="14" creationId="{78E4F437-94CA-136B-91FD-CC03F244D36B}"/>
          </ac:picMkLst>
        </pc:picChg>
      </pc:sldChg>
    </pc:docChg>
  </pc:docChgLst>
  <pc:docChgLst>
    <pc:chgData name="u202210066 (Palma Obispo, Adrian Enrique Jesus)" userId="S::u202210066@upc.edu.pe::ef3935b9-c757-44fa-a080-112c7bcdc337" providerId="AD" clId="Web-{6EA623F7-464E-3286-8D7F-9B5D70714F1A}"/>
    <pc:docChg chg="addSld delSld modSld sldOrd">
      <pc:chgData name="u202210066 (Palma Obispo, Adrian Enrique Jesus)" userId="S::u202210066@upc.edu.pe::ef3935b9-c757-44fa-a080-112c7bcdc337" providerId="AD" clId="Web-{6EA623F7-464E-3286-8D7F-9B5D70714F1A}" dt="2026-05-04T16:50:11.802" v="666" actId="1076"/>
      <pc:docMkLst>
        <pc:docMk/>
      </pc:docMkLst>
      <pc:sldChg chg="delSp modSp">
        <pc:chgData name="u202210066 (Palma Obispo, Adrian Enrique Jesus)" userId="S::u202210066@upc.edu.pe::ef3935b9-c757-44fa-a080-112c7bcdc337" providerId="AD" clId="Web-{6EA623F7-464E-3286-8D7F-9B5D70714F1A}" dt="2026-05-04T16:35:23.442" v="654" actId="20577"/>
        <pc:sldMkLst>
          <pc:docMk/>
          <pc:sldMk cId="0" sldId="256"/>
        </pc:sldMkLst>
        <pc:spChg chg="mod">
          <ac:chgData name="u202210066 (Palma Obispo, Adrian Enrique Jesus)" userId="S::u202210066@upc.edu.pe::ef3935b9-c757-44fa-a080-112c7bcdc337" providerId="AD" clId="Web-{6EA623F7-464E-3286-8D7F-9B5D70714F1A}" dt="2026-05-04T16:35:23.442" v="654" actId="20577"/>
          <ac:spMkLst>
            <pc:docMk/>
            <pc:sldMk cId="0" sldId="256"/>
            <ac:spMk id="86" creationId="{00000000-0000-0000-0000-000000000000}"/>
          </ac:spMkLst>
        </pc:spChg>
      </pc:sldChg>
      <pc:sldChg chg="modSp mod modShow">
        <pc:chgData name="u202210066 (Palma Obispo, Adrian Enrique Jesus)" userId="S::u202210066@upc.edu.pe::ef3935b9-c757-44fa-a080-112c7bcdc337" providerId="AD" clId="Web-{6EA623F7-464E-3286-8D7F-9B5D70714F1A}" dt="2026-05-04T16:35:44.506" v="655"/>
        <pc:sldMkLst>
          <pc:docMk/>
          <pc:sldMk cId="0" sldId="257"/>
        </pc:sldMkLst>
        <pc:spChg chg="mod">
          <ac:chgData name="u202210066 (Palma Obispo, Adrian Enrique Jesus)" userId="S::u202210066@upc.edu.pe::ef3935b9-c757-44fa-a080-112c7bcdc337" providerId="AD" clId="Web-{6EA623F7-464E-3286-8D7F-9B5D70714F1A}" dt="2026-05-04T16:35:17.675" v="628" actId="20577"/>
          <ac:spMkLst>
            <pc:docMk/>
            <pc:sldMk cId="0" sldId="257"/>
            <ac:spMk id="96" creationId="{00000000-0000-0000-0000-000000000000}"/>
          </ac:spMkLst>
        </pc:spChg>
      </pc:sldChg>
      <pc:sldChg chg="add del">
        <pc:chgData name="u202210066 (Palma Obispo, Adrian Enrique Jesus)" userId="S::u202210066@upc.edu.pe::ef3935b9-c757-44fa-a080-112c7bcdc337" providerId="AD" clId="Web-{6EA623F7-464E-3286-8D7F-9B5D70714F1A}" dt="2026-05-04T16:35:18.113" v="632"/>
        <pc:sldMkLst>
          <pc:docMk/>
          <pc:sldMk cId="0" sldId="265"/>
        </pc:sldMkLst>
      </pc:sldChg>
      <pc:sldChg chg="add del">
        <pc:chgData name="u202210066 (Palma Obispo, Adrian Enrique Jesus)" userId="S::u202210066@upc.edu.pe::ef3935b9-c757-44fa-a080-112c7bcdc337" providerId="AD" clId="Web-{6EA623F7-464E-3286-8D7F-9B5D70714F1A}" dt="2026-05-04T16:35:18.269" v="633"/>
        <pc:sldMkLst>
          <pc:docMk/>
          <pc:sldMk cId="0" sldId="266"/>
        </pc:sldMkLst>
      </pc:sldChg>
      <pc:sldChg chg="add del">
        <pc:chgData name="u202210066 (Palma Obispo, Adrian Enrique Jesus)" userId="S::u202210066@upc.edu.pe::ef3935b9-c757-44fa-a080-112c7bcdc337" providerId="AD" clId="Web-{6EA623F7-464E-3286-8D7F-9B5D70714F1A}" dt="2026-05-04T16:35:18.425" v="634"/>
        <pc:sldMkLst>
          <pc:docMk/>
          <pc:sldMk cId="0" sldId="267"/>
        </pc:sldMkLst>
      </pc:sldChg>
      <pc:sldChg chg="add del">
        <pc:chgData name="u202210066 (Palma Obispo, Adrian Enrique Jesus)" userId="S::u202210066@upc.edu.pe::ef3935b9-c757-44fa-a080-112c7bcdc337" providerId="AD" clId="Web-{6EA623F7-464E-3286-8D7F-9B5D70714F1A}" dt="2026-05-04T16:35:18.582" v="635"/>
        <pc:sldMkLst>
          <pc:docMk/>
          <pc:sldMk cId="0" sldId="268"/>
        </pc:sldMkLst>
      </pc:sldChg>
      <pc:sldChg chg="add del">
        <pc:chgData name="u202210066 (Palma Obispo, Adrian Enrique Jesus)" userId="S::u202210066@upc.edu.pe::ef3935b9-c757-44fa-a080-112c7bcdc337" providerId="AD" clId="Web-{6EA623F7-464E-3286-8D7F-9B5D70714F1A}" dt="2026-05-04T16:35:18.754" v="636"/>
        <pc:sldMkLst>
          <pc:docMk/>
          <pc:sldMk cId="0" sldId="269"/>
        </pc:sldMkLst>
      </pc:sldChg>
      <pc:sldChg chg="add del">
        <pc:chgData name="u202210066 (Palma Obispo, Adrian Enrique Jesus)" userId="S::u202210066@upc.edu.pe::ef3935b9-c757-44fa-a080-112c7bcdc337" providerId="AD" clId="Web-{6EA623F7-464E-3286-8D7F-9B5D70714F1A}" dt="2026-05-04T16:35:18.847" v="637"/>
        <pc:sldMkLst>
          <pc:docMk/>
          <pc:sldMk cId="0" sldId="270"/>
        </pc:sldMkLst>
      </pc:sldChg>
      <pc:sldChg chg="add del">
        <pc:chgData name="u202210066 (Palma Obispo, Adrian Enrique Jesus)" userId="S::u202210066@upc.edu.pe::ef3935b9-c757-44fa-a080-112c7bcdc337" providerId="AD" clId="Web-{6EA623F7-464E-3286-8D7F-9B5D70714F1A}" dt="2026-05-04T16:35:18.941" v="638"/>
        <pc:sldMkLst>
          <pc:docMk/>
          <pc:sldMk cId="0" sldId="271"/>
        </pc:sldMkLst>
      </pc:sldChg>
      <pc:sldChg chg="add del">
        <pc:chgData name="u202210066 (Palma Obispo, Adrian Enrique Jesus)" userId="S::u202210066@upc.edu.pe::ef3935b9-c757-44fa-a080-112c7bcdc337" providerId="AD" clId="Web-{6EA623F7-464E-3286-8D7F-9B5D70714F1A}" dt="2026-05-04T16:35:19.019" v="639"/>
        <pc:sldMkLst>
          <pc:docMk/>
          <pc:sldMk cId="0" sldId="272"/>
        </pc:sldMkLst>
      </pc:sldChg>
      <pc:sldChg chg="add del">
        <pc:chgData name="u202210066 (Palma Obispo, Adrian Enrique Jesus)" userId="S::u202210066@upc.edu.pe::ef3935b9-c757-44fa-a080-112c7bcdc337" providerId="AD" clId="Web-{6EA623F7-464E-3286-8D7F-9B5D70714F1A}" dt="2026-05-04T16:35:19.097" v="640"/>
        <pc:sldMkLst>
          <pc:docMk/>
          <pc:sldMk cId="0" sldId="273"/>
        </pc:sldMkLst>
      </pc:sldChg>
      <pc:sldChg chg="add del">
        <pc:chgData name="u202210066 (Palma Obispo, Adrian Enrique Jesus)" userId="S::u202210066@upc.edu.pe::ef3935b9-c757-44fa-a080-112c7bcdc337" providerId="AD" clId="Web-{6EA623F7-464E-3286-8D7F-9B5D70714F1A}" dt="2026-05-04T16:35:19.176" v="641"/>
        <pc:sldMkLst>
          <pc:docMk/>
          <pc:sldMk cId="0" sldId="274"/>
        </pc:sldMkLst>
      </pc:sldChg>
      <pc:sldChg chg="add del">
        <pc:chgData name="u202210066 (Palma Obispo, Adrian Enrique Jesus)" userId="S::u202210066@upc.edu.pe::ef3935b9-c757-44fa-a080-112c7bcdc337" providerId="AD" clId="Web-{6EA623F7-464E-3286-8D7F-9B5D70714F1A}" dt="2026-05-04T16:35:19.238" v="642"/>
        <pc:sldMkLst>
          <pc:docMk/>
          <pc:sldMk cId="0" sldId="275"/>
        </pc:sldMkLst>
      </pc:sldChg>
      <pc:sldChg chg="add del">
        <pc:chgData name="u202210066 (Palma Obispo, Adrian Enrique Jesus)" userId="S::u202210066@upc.edu.pe::ef3935b9-c757-44fa-a080-112c7bcdc337" providerId="AD" clId="Web-{6EA623F7-464E-3286-8D7F-9B5D70714F1A}" dt="2026-05-04T16:35:19.254" v="643"/>
        <pc:sldMkLst>
          <pc:docMk/>
          <pc:sldMk cId="0" sldId="276"/>
        </pc:sldMkLst>
      </pc:sldChg>
      <pc:sldChg chg="add del">
        <pc:chgData name="u202210066 (Palma Obispo, Adrian Enrique Jesus)" userId="S::u202210066@upc.edu.pe::ef3935b9-c757-44fa-a080-112c7bcdc337" providerId="AD" clId="Web-{6EA623F7-464E-3286-8D7F-9B5D70714F1A}" dt="2026-05-04T16:35:19.316" v="644"/>
        <pc:sldMkLst>
          <pc:docMk/>
          <pc:sldMk cId="0" sldId="277"/>
        </pc:sldMkLst>
      </pc:sldChg>
      <pc:sldChg chg="add del">
        <pc:chgData name="u202210066 (Palma Obispo, Adrian Enrique Jesus)" userId="S::u202210066@upc.edu.pe::ef3935b9-c757-44fa-a080-112c7bcdc337" providerId="AD" clId="Web-{6EA623F7-464E-3286-8D7F-9B5D70714F1A}" dt="2026-05-04T16:35:19.410" v="645"/>
        <pc:sldMkLst>
          <pc:docMk/>
          <pc:sldMk cId="0" sldId="278"/>
        </pc:sldMkLst>
      </pc:sldChg>
      <pc:sldChg chg="add del">
        <pc:chgData name="u202210066 (Palma Obispo, Adrian Enrique Jesus)" userId="S::u202210066@upc.edu.pe::ef3935b9-c757-44fa-a080-112c7bcdc337" providerId="AD" clId="Web-{6EA623F7-464E-3286-8D7F-9B5D70714F1A}" dt="2026-05-04T16:35:19.441" v="646"/>
        <pc:sldMkLst>
          <pc:docMk/>
          <pc:sldMk cId="0" sldId="279"/>
        </pc:sldMkLst>
      </pc:sldChg>
      <pc:sldChg chg="modSp">
        <pc:chgData name="u202210066 (Palma Obispo, Adrian Enrique Jesus)" userId="S::u202210066@upc.edu.pe::ef3935b9-c757-44fa-a080-112c7bcdc337" providerId="AD" clId="Web-{6EA623F7-464E-3286-8D7F-9B5D70714F1A}" dt="2026-05-04T16:35:18.019" v="631" actId="20577"/>
        <pc:sldMkLst>
          <pc:docMk/>
          <pc:sldMk cId="0" sldId="280"/>
        </pc:sldMkLst>
        <pc:spChg chg="mod">
          <ac:chgData name="u202210066 (Palma Obispo, Adrian Enrique Jesus)" userId="S::u202210066@upc.edu.pe::ef3935b9-c757-44fa-a080-112c7bcdc337" providerId="AD" clId="Web-{6EA623F7-464E-3286-8D7F-9B5D70714F1A}" dt="2026-05-04T16:35:18.019" v="631" actId="20577"/>
          <ac:spMkLst>
            <pc:docMk/>
            <pc:sldMk cId="0" sldId="280"/>
            <ac:spMk id="638" creationId="{00000000-0000-0000-0000-000000000000}"/>
          </ac:spMkLst>
        </pc:spChg>
      </pc:sldChg>
      <pc:sldChg chg="addSp delSp modSp">
        <pc:chgData name="u202210066 (Palma Obispo, Adrian Enrique Jesus)" userId="S::u202210066@upc.edu.pe::ef3935b9-c757-44fa-a080-112c7bcdc337" providerId="AD" clId="Web-{6EA623F7-464E-3286-8D7F-9B5D70714F1A}" dt="2026-05-04T15:29:51.076" v="49" actId="1076"/>
        <pc:sldMkLst>
          <pc:docMk/>
          <pc:sldMk cId="1880524355" sldId="281"/>
        </pc:sldMkLst>
        <pc:spChg chg="mod">
          <ac:chgData name="u202210066 (Palma Obispo, Adrian Enrique Jesus)" userId="S::u202210066@upc.edu.pe::ef3935b9-c757-44fa-a080-112c7bcdc337" providerId="AD" clId="Web-{6EA623F7-464E-3286-8D7F-9B5D70714F1A}" dt="2026-05-04T15:22:35.606" v="11" actId="20577"/>
          <ac:spMkLst>
            <pc:docMk/>
            <pc:sldMk cId="1880524355" sldId="281"/>
            <ac:spMk id="132" creationId="{F713E8AD-978F-8217-6A79-D7892E3AF86D}"/>
          </ac:spMkLst>
        </pc:spChg>
      </pc:sldChg>
      <pc:sldChg chg="addSp delSp modSp add replId">
        <pc:chgData name="u202210066 (Palma Obispo, Adrian Enrique Jesus)" userId="S::u202210066@upc.edu.pe::ef3935b9-c757-44fa-a080-112c7bcdc337" providerId="AD" clId="Web-{6EA623F7-464E-3286-8D7F-9B5D70714F1A}" dt="2026-05-04T15:33:31.504" v="78" actId="14100"/>
        <pc:sldMkLst>
          <pc:docMk/>
          <pc:sldMk cId="518425389" sldId="282"/>
        </pc:sldMkLst>
        <pc:spChg chg="mod">
          <ac:chgData name="u202210066 (Palma Obispo, Adrian Enrique Jesus)" userId="S::u202210066@upc.edu.pe::ef3935b9-c757-44fa-a080-112c7bcdc337" providerId="AD" clId="Web-{6EA623F7-464E-3286-8D7F-9B5D70714F1A}" dt="2026-05-04T15:33:31.504" v="78" actId="14100"/>
          <ac:spMkLst>
            <pc:docMk/>
            <pc:sldMk cId="518425389" sldId="282"/>
            <ac:spMk id="132" creationId="{BEE99B63-D277-D87A-050F-2947F3428349}"/>
          </ac:spMkLst>
        </pc:spChg>
      </pc:sldChg>
      <pc:sldChg chg="addSp delSp modSp add replId">
        <pc:chgData name="u202210066 (Palma Obispo, Adrian Enrique Jesus)" userId="S::u202210066@upc.edu.pe::ef3935b9-c757-44fa-a080-112c7bcdc337" providerId="AD" clId="Web-{6EA623F7-464E-3286-8D7F-9B5D70714F1A}" dt="2026-05-04T15:35:51.990" v="93" actId="20577"/>
        <pc:sldMkLst>
          <pc:docMk/>
          <pc:sldMk cId="864538683" sldId="283"/>
        </pc:sldMkLst>
        <pc:spChg chg="mod">
          <ac:chgData name="u202210066 (Palma Obispo, Adrian Enrique Jesus)" userId="S::u202210066@upc.edu.pe::ef3935b9-c757-44fa-a080-112c7bcdc337" providerId="AD" clId="Web-{6EA623F7-464E-3286-8D7F-9B5D70714F1A}" dt="2026-05-04T15:35:51.990" v="93" actId="20577"/>
          <ac:spMkLst>
            <pc:docMk/>
            <pc:sldMk cId="864538683" sldId="283"/>
            <ac:spMk id="132" creationId="{344E71B1-C315-E9C7-8CA8-8DB94BCBD491}"/>
          </ac:spMkLst>
        </pc:spChg>
        <pc:picChg chg="add mod modCrop">
          <ac:chgData name="u202210066 (Palma Obispo, Adrian Enrique Jesus)" userId="S::u202210066@upc.edu.pe::ef3935b9-c757-44fa-a080-112c7bcdc337" providerId="AD" clId="Web-{6EA623F7-464E-3286-8D7F-9B5D70714F1A}" dt="2026-05-04T15:35:32.146" v="88" actId="14100"/>
          <ac:picMkLst>
            <pc:docMk/>
            <pc:sldMk cId="864538683" sldId="283"/>
            <ac:picMk id="2" creationId="{1148491B-8C03-13FC-5AB0-449F0EF96375}"/>
          </ac:picMkLst>
        </pc:picChg>
      </pc:sldChg>
      <pc:sldChg chg="addSp delSp modSp add replId">
        <pc:chgData name="u202210066 (Palma Obispo, Adrian Enrique Jesus)" userId="S::u202210066@upc.edu.pe::ef3935b9-c757-44fa-a080-112c7bcdc337" providerId="AD" clId="Web-{6EA623F7-464E-3286-8D7F-9B5D70714F1A}" dt="2026-05-04T15:39:22.899" v="117" actId="1076"/>
        <pc:sldMkLst>
          <pc:docMk/>
          <pc:sldMk cId="658836948" sldId="284"/>
        </pc:sldMkLst>
      </pc:sldChg>
      <pc:sldChg chg="addSp delSp modSp add replId">
        <pc:chgData name="u202210066 (Palma Obispo, Adrian Enrique Jesus)" userId="S::u202210066@upc.edu.pe::ef3935b9-c757-44fa-a080-112c7bcdc337" providerId="AD" clId="Web-{6EA623F7-464E-3286-8D7F-9B5D70714F1A}" dt="2026-05-04T15:39:19.993" v="116" actId="1076"/>
        <pc:sldMkLst>
          <pc:docMk/>
          <pc:sldMk cId="3094791880" sldId="285"/>
        </pc:sldMkLst>
        <pc:picChg chg="add mod">
          <ac:chgData name="u202210066 (Palma Obispo, Adrian Enrique Jesus)" userId="S::u202210066@upc.edu.pe::ef3935b9-c757-44fa-a080-112c7bcdc337" providerId="AD" clId="Web-{6EA623F7-464E-3286-8D7F-9B5D70714F1A}" dt="2026-05-04T15:39:19.993" v="116" actId="1076"/>
          <ac:picMkLst>
            <pc:docMk/>
            <pc:sldMk cId="3094791880" sldId="285"/>
            <ac:picMk id="2" creationId="{EEFD841E-ED13-73A2-5D3B-D4DA556A30C7}"/>
          </ac:picMkLst>
        </pc:picChg>
      </pc:sldChg>
      <pc:sldChg chg="addSp delSp modSp new mod ord setBg setClrOvrMap">
        <pc:chgData name="u202210066 (Palma Obispo, Adrian Enrique Jesus)" userId="S::u202210066@upc.edu.pe::ef3935b9-c757-44fa-a080-112c7bcdc337" providerId="AD" clId="Web-{6EA623F7-464E-3286-8D7F-9B5D70714F1A}" dt="2026-05-04T16:18:01.631" v="521"/>
        <pc:sldMkLst>
          <pc:docMk/>
          <pc:sldMk cId="65682547" sldId="286"/>
        </pc:sldMkLst>
        <pc:spChg chg="add mod">
          <ac:chgData name="u202210066 (Palma Obispo, Adrian Enrique Jesus)" userId="S::u202210066@upc.edu.pe::ef3935b9-c757-44fa-a080-112c7bcdc337" providerId="AD" clId="Web-{6EA623F7-464E-3286-8D7F-9B5D70714F1A}" dt="2026-05-04T16:08:30.379" v="434" actId="1076"/>
          <ac:spMkLst>
            <pc:docMk/>
            <pc:sldMk cId="65682547" sldId="286"/>
            <ac:spMk id="26" creationId="{3C1F1ADA-A0E0-1DB8-E8F1-721C4BD441E4}"/>
          </ac:spMkLst>
        </pc:spChg>
        <pc:spChg chg="add">
          <ac:chgData name="u202210066 (Palma Obispo, Adrian Enrique Jesus)" userId="S::u202210066@upc.edu.pe::ef3935b9-c757-44fa-a080-112c7bcdc337" providerId="AD" clId="Web-{6EA623F7-464E-3286-8D7F-9B5D70714F1A}" dt="2026-05-04T16:07:47.378" v="418"/>
          <ac:spMkLst>
            <pc:docMk/>
            <pc:sldMk cId="65682547" sldId="286"/>
            <ac:spMk id="28" creationId="{F3060C83-F051-4F0E-ABAD-AA0DFC48B218}"/>
          </ac:spMkLst>
        </pc:spChg>
        <pc:spChg chg="add">
          <ac:chgData name="u202210066 (Palma Obispo, Adrian Enrique Jesus)" userId="S::u202210066@upc.edu.pe::ef3935b9-c757-44fa-a080-112c7bcdc337" providerId="AD" clId="Web-{6EA623F7-464E-3286-8D7F-9B5D70714F1A}" dt="2026-05-04T16:07:47.378" v="418"/>
          <ac:spMkLst>
            <pc:docMk/>
            <pc:sldMk cId="65682547" sldId="286"/>
            <ac:spMk id="30" creationId="{83C98ABE-055B-441F-B07E-44F97F083C39}"/>
          </ac:spMkLst>
        </pc:spChg>
        <pc:spChg chg="add">
          <ac:chgData name="u202210066 (Palma Obispo, Adrian Enrique Jesus)" userId="S::u202210066@upc.edu.pe::ef3935b9-c757-44fa-a080-112c7bcdc337" providerId="AD" clId="Web-{6EA623F7-464E-3286-8D7F-9B5D70714F1A}" dt="2026-05-04T16:07:47.378" v="418"/>
          <ac:spMkLst>
            <pc:docMk/>
            <pc:sldMk cId="65682547" sldId="286"/>
            <ac:spMk id="32" creationId="{29FDB030-9B49-4CED-8CCD-4D99382388AC}"/>
          </ac:spMkLst>
        </pc:spChg>
        <pc:spChg chg="add">
          <ac:chgData name="u202210066 (Palma Obispo, Adrian Enrique Jesus)" userId="S::u202210066@upc.edu.pe::ef3935b9-c757-44fa-a080-112c7bcdc337" providerId="AD" clId="Web-{6EA623F7-464E-3286-8D7F-9B5D70714F1A}" dt="2026-05-04T16:07:47.378" v="418"/>
          <ac:spMkLst>
            <pc:docMk/>
            <pc:sldMk cId="65682547" sldId="286"/>
            <ac:spMk id="34" creationId="{3783CA14-24A1-485C-8B30-D6A5D87987AD}"/>
          </ac:spMkLst>
        </pc:spChg>
        <pc:spChg chg="add">
          <ac:chgData name="u202210066 (Palma Obispo, Adrian Enrique Jesus)" userId="S::u202210066@upc.edu.pe::ef3935b9-c757-44fa-a080-112c7bcdc337" providerId="AD" clId="Web-{6EA623F7-464E-3286-8D7F-9B5D70714F1A}" dt="2026-05-04T16:07:47.378" v="418"/>
          <ac:spMkLst>
            <pc:docMk/>
            <pc:sldMk cId="65682547" sldId="286"/>
            <ac:spMk id="36" creationId="{9A97C86A-04D6-40F7-AE84-31AB43E6A846}"/>
          </ac:spMkLst>
        </pc:spChg>
        <pc:spChg chg="add">
          <ac:chgData name="u202210066 (Palma Obispo, Adrian Enrique Jesus)" userId="S::u202210066@upc.edu.pe::ef3935b9-c757-44fa-a080-112c7bcdc337" providerId="AD" clId="Web-{6EA623F7-464E-3286-8D7F-9B5D70714F1A}" dt="2026-05-04T16:07:47.378" v="418"/>
          <ac:spMkLst>
            <pc:docMk/>
            <pc:sldMk cId="65682547" sldId="286"/>
            <ac:spMk id="38" creationId="{FF9F2414-84E8-453E-B1F3-389FDE8192D9}"/>
          </ac:spMkLst>
        </pc:spChg>
        <pc:spChg chg="add">
          <ac:chgData name="u202210066 (Palma Obispo, Adrian Enrique Jesus)" userId="S::u202210066@upc.edu.pe::ef3935b9-c757-44fa-a080-112c7bcdc337" providerId="AD" clId="Web-{6EA623F7-464E-3286-8D7F-9B5D70714F1A}" dt="2026-05-04T16:07:47.378" v="418"/>
          <ac:spMkLst>
            <pc:docMk/>
            <pc:sldMk cId="65682547" sldId="286"/>
            <ac:spMk id="40" creationId="{3ECA69A1-7536-43AC-85EF-C7106179F5ED}"/>
          </ac:spMkLst>
        </pc:spChg>
        <pc:graphicFrameChg chg="add mod modGraphic">
          <ac:chgData name="u202210066 (Palma Obispo, Adrian Enrique Jesus)" userId="S::u202210066@upc.edu.pe::ef3935b9-c757-44fa-a080-112c7bcdc337" providerId="AD" clId="Web-{6EA623F7-464E-3286-8D7F-9B5D70714F1A}" dt="2026-05-04T16:16:22.450" v="484"/>
          <ac:graphicFrameMkLst>
            <pc:docMk/>
            <pc:sldMk cId="65682547" sldId="286"/>
            <ac:graphicFrameMk id="9" creationId="{84228D27-A484-7359-3A1D-F549D42A6F1C}"/>
          </ac:graphicFrameMkLst>
        </pc:graphicFrameChg>
      </pc:sldChg>
      <pc:sldChg chg="addSp delSp modSp add mod replId setClrOvrMap">
        <pc:chgData name="u202210066 (Palma Obispo, Adrian Enrique Jesus)" userId="S::u202210066@upc.edu.pe::ef3935b9-c757-44fa-a080-112c7bcdc337" providerId="AD" clId="Web-{6EA623F7-464E-3286-8D7F-9B5D70714F1A}" dt="2026-05-04T16:18:20.820" v="528" actId="14100"/>
        <pc:sldMkLst>
          <pc:docMk/>
          <pc:sldMk cId="2056171578" sldId="287"/>
        </pc:sldMkLst>
        <pc:spChg chg="add mod">
          <ac:chgData name="u202210066 (Palma Obispo, Adrian Enrique Jesus)" userId="S::u202210066@upc.edu.pe::ef3935b9-c757-44fa-a080-112c7bcdc337" providerId="AD" clId="Web-{6EA623F7-464E-3286-8D7F-9B5D70714F1A}" dt="2026-05-04T16:18:20.820" v="528" actId="14100"/>
          <ac:spMkLst>
            <pc:docMk/>
            <pc:sldMk cId="2056171578" sldId="287"/>
            <ac:spMk id="20" creationId="{156DE192-86C9-3859-D0BB-165265B955C8}"/>
          </ac:spMkLst>
        </pc:spChg>
      </pc:sldChg>
      <pc:sldChg chg="addSp delSp modSp new">
        <pc:chgData name="u202210066 (Palma Obispo, Adrian Enrique Jesus)" userId="S::u202210066@upc.edu.pe::ef3935b9-c757-44fa-a080-112c7bcdc337" providerId="AD" clId="Web-{6EA623F7-464E-3286-8D7F-9B5D70714F1A}" dt="2026-05-04T16:26:25.501" v="553" actId="14100"/>
        <pc:sldMkLst>
          <pc:docMk/>
          <pc:sldMk cId="2066102768" sldId="288"/>
        </pc:sldMkLst>
      </pc:sldChg>
      <pc:sldChg chg="addSp delSp modSp add replId">
        <pc:chgData name="u202210066 (Palma Obispo, Adrian Enrique Jesus)" userId="S::u202210066@upc.edu.pe::ef3935b9-c757-44fa-a080-112c7bcdc337" providerId="AD" clId="Web-{6EA623F7-464E-3286-8D7F-9B5D70714F1A}" dt="2026-05-04T16:28:16.613" v="560" actId="20577"/>
        <pc:sldMkLst>
          <pc:docMk/>
          <pc:sldMk cId="3308643345" sldId="289"/>
        </pc:sldMkLst>
        <pc:spChg chg="mod">
          <ac:chgData name="u202210066 (Palma Obispo, Adrian Enrique Jesus)" userId="S::u202210066@upc.edu.pe::ef3935b9-c757-44fa-a080-112c7bcdc337" providerId="AD" clId="Web-{6EA623F7-464E-3286-8D7F-9B5D70714F1A}" dt="2026-05-04T16:28:16.613" v="560" actId="20577"/>
          <ac:spMkLst>
            <pc:docMk/>
            <pc:sldMk cId="3308643345" sldId="289"/>
            <ac:spMk id="5" creationId="{7EF3A705-3564-7B31-F1C7-9B974ED9FDCC}"/>
          </ac:spMkLst>
        </pc:spChg>
      </pc:sldChg>
      <pc:sldChg chg="addSp delSp modSp new mod setBg">
        <pc:chgData name="u202210066 (Palma Obispo, Adrian Enrique Jesus)" userId="S::u202210066@upc.edu.pe::ef3935b9-c757-44fa-a080-112c7bcdc337" providerId="AD" clId="Web-{6EA623F7-464E-3286-8D7F-9B5D70714F1A}" dt="2026-05-04T16:50:11.802" v="666" actId="1076"/>
        <pc:sldMkLst>
          <pc:docMk/>
          <pc:sldMk cId="669495918" sldId="290"/>
        </pc:sldMkLst>
        <pc:spChg chg="mod">
          <ac:chgData name="u202210066 (Palma Obispo, Adrian Enrique Jesus)" userId="S::u202210066@upc.edu.pe::ef3935b9-c757-44fa-a080-112c7bcdc337" providerId="AD" clId="Web-{6EA623F7-464E-3286-8D7F-9B5D70714F1A}" dt="2026-05-04T16:49:57.614" v="663"/>
          <ac:spMkLst>
            <pc:docMk/>
            <pc:sldMk cId="669495918" sldId="290"/>
            <ac:spMk id="2" creationId="{A8E8F3BC-C56D-7821-F952-9B2BA725DCD9}"/>
          </ac:spMkLst>
        </pc:spChg>
        <pc:spChg chg="add">
          <ac:chgData name="u202210066 (Palma Obispo, Adrian Enrique Jesus)" userId="S::u202210066@upc.edu.pe::ef3935b9-c757-44fa-a080-112c7bcdc337" providerId="AD" clId="Web-{6EA623F7-464E-3286-8D7F-9B5D70714F1A}" dt="2026-05-04T16:49:57.614" v="663"/>
          <ac:spMkLst>
            <pc:docMk/>
            <pc:sldMk cId="669495918" sldId="290"/>
            <ac:spMk id="9" creationId="{D4771268-CB57-404A-9271-370EB28F6090}"/>
          </ac:spMkLst>
        </pc:spChg>
        <pc:picChg chg="add mod">
          <ac:chgData name="u202210066 (Palma Obispo, Adrian Enrique Jesus)" userId="S::u202210066@upc.edu.pe::ef3935b9-c757-44fa-a080-112c7bcdc337" providerId="AD" clId="Web-{6EA623F7-464E-3286-8D7F-9B5D70714F1A}" dt="2026-05-04T16:50:11.802" v="666" actId="1076"/>
          <ac:picMkLst>
            <pc:docMk/>
            <pc:sldMk cId="669495918" sldId="290"/>
            <ac:picMk id="4" creationId="{8A2A76A6-4233-9B06-E17C-B4EC06A5A9C7}"/>
          </ac:picMkLst>
        </pc:picChg>
      </pc:sldChg>
    </pc:docChg>
  </pc:docChgLst>
  <pc:docChgLst>
    <pc:chgData name="u202214843 (Palomino Santa Cruz, Erick Joaquin)" userId="S::u202214843@upc.edu.pe::3f4f9d94-d1c7-43ef-b19f-c85be680e669" providerId="AD" clId="Web-{DEE2BA85-3FA1-368E-B319-977DD9DAC098}"/>
    <pc:docChg chg="modSld">
      <pc:chgData name="u202214843 (Palomino Santa Cruz, Erick Joaquin)" userId="S::u202214843@upc.edu.pe::3f4f9d94-d1c7-43ef-b19f-c85be680e669" providerId="AD" clId="Web-{DEE2BA85-3FA1-368E-B319-977DD9DAC098}" dt="2026-05-08T22:53:55.053" v="492" actId="20577"/>
      <pc:docMkLst>
        <pc:docMk/>
      </pc:docMkLst>
      <pc:sldChg chg="addSp delSp modSp">
        <pc:chgData name="u202214843 (Palomino Santa Cruz, Erick Joaquin)" userId="S::u202214843@upc.edu.pe::3f4f9d94-d1c7-43ef-b19f-c85be680e669" providerId="AD" clId="Web-{DEE2BA85-3FA1-368E-B319-977DD9DAC098}" dt="2026-05-08T22:45:48.761" v="224" actId="20577"/>
        <pc:sldMkLst>
          <pc:docMk/>
          <pc:sldMk cId="3955171613" sldId="300"/>
        </pc:sldMkLst>
        <pc:spChg chg="add del mod">
          <ac:chgData name="u202214843 (Palomino Santa Cruz, Erick Joaquin)" userId="S::u202214843@upc.edu.pe::3f4f9d94-d1c7-43ef-b19f-c85be680e669" providerId="AD" clId="Web-{DEE2BA85-3FA1-368E-B319-977DD9DAC098}" dt="2026-05-08T22:45:48.761" v="224" actId="20577"/>
          <ac:spMkLst>
            <pc:docMk/>
            <pc:sldMk cId="3955171613" sldId="300"/>
            <ac:spMk id="2" creationId="{694F33CE-2E54-425F-CD10-454BB27733FC}"/>
          </ac:spMkLst>
        </pc:spChg>
        <pc:spChg chg="mod">
          <ac:chgData name="u202214843 (Palomino Santa Cruz, Erick Joaquin)" userId="S::u202214843@upc.edu.pe::3f4f9d94-d1c7-43ef-b19f-c85be680e669" providerId="AD" clId="Web-{DEE2BA85-3FA1-368E-B319-977DD9DAC098}" dt="2026-05-08T22:37:35.188" v="46" actId="20577"/>
          <ac:spMkLst>
            <pc:docMk/>
            <pc:sldMk cId="3955171613" sldId="300"/>
            <ac:spMk id="7" creationId="{73B70F51-4EAE-2593-95CB-9DDD4DB88353}"/>
          </ac:spMkLst>
        </pc:spChg>
        <pc:spChg chg="mod">
          <ac:chgData name="u202214843 (Palomino Santa Cruz, Erick Joaquin)" userId="S::u202214843@upc.edu.pe::3f4f9d94-d1c7-43ef-b19f-c85be680e669" providerId="AD" clId="Web-{DEE2BA85-3FA1-368E-B319-977DD9DAC098}" dt="2026-05-08T22:40:44.044" v="129" actId="20577"/>
          <ac:spMkLst>
            <pc:docMk/>
            <pc:sldMk cId="3955171613" sldId="300"/>
            <ac:spMk id="9" creationId="{3F3820E6-5F35-DF41-FB4A-92AE84BDE902}"/>
          </ac:spMkLst>
        </pc:spChg>
        <pc:spChg chg="mod">
          <ac:chgData name="u202214843 (Palomino Santa Cruz, Erick Joaquin)" userId="S::u202214843@upc.edu.pe::3f4f9d94-d1c7-43ef-b19f-c85be680e669" providerId="AD" clId="Web-{DEE2BA85-3FA1-368E-B319-977DD9DAC098}" dt="2026-05-08T22:44:53.151" v="180" actId="20577"/>
          <ac:spMkLst>
            <pc:docMk/>
            <pc:sldMk cId="3955171613" sldId="300"/>
            <ac:spMk id="11" creationId="{9693BB83-2D32-4D6C-4D6D-15CCD603B409}"/>
          </ac:spMkLst>
        </pc:spChg>
      </pc:sldChg>
      <pc:sldChg chg="modSp">
        <pc:chgData name="u202214843 (Palomino Santa Cruz, Erick Joaquin)" userId="S::u202214843@upc.edu.pe::3f4f9d94-d1c7-43ef-b19f-c85be680e669" providerId="AD" clId="Web-{DEE2BA85-3FA1-368E-B319-977DD9DAC098}" dt="2026-05-08T22:50:40.506" v="403" actId="20577"/>
        <pc:sldMkLst>
          <pc:docMk/>
          <pc:sldMk cId="2679823270" sldId="302"/>
        </pc:sldMkLst>
        <pc:spChg chg="mod">
          <ac:chgData name="u202214843 (Palomino Santa Cruz, Erick Joaquin)" userId="S::u202214843@upc.edu.pe::3f4f9d94-d1c7-43ef-b19f-c85be680e669" providerId="AD" clId="Web-{DEE2BA85-3FA1-368E-B319-977DD9DAC098}" dt="2026-05-08T22:47:36.030" v="311" actId="20577"/>
          <ac:spMkLst>
            <pc:docMk/>
            <pc:sldMk cId="2679823270" sldId="302"/>
            <ac:spMk id="4" creationId="{C56290DB-D870-4363-7059-8AC9B0D8CA97}"/>
          </ac:spMkLst>
        </pc:spChg>
        <pc:spChg chg="mod">
          <ac:chgData name="u202214843 (Palomino Santa Cruz, Erick Joaquin)" userId="S::u202214843@upc.edu.pe::3f4f9d94-d1c7-43ef-b19f-c85be680e669" providerId="AD" clId="Web-{DEE2BA85-3FA1-368E-B319-977DD9DAC098}" dt="2026-05-08T22:47:16.936" v="294" actId="20577"/>
          <ac:spMkLst>
            <pc:docMk/>
            <pc:sldMk cId="2679823270" sldId="302"/>
            <ac:spMk id="7" creationId="{4D1678E2-3A14-EF0B-0CBC-5E1C18440D2A}"/>
          </ac:spMkLst>
        </pc:spChg>
        <pc:spChg chg="mod">
          <ac:chgData name="u202214843 (Palomino Santa Cruz, Erick Joaquin)" userId="S::u202214843@upc.edu.pe::3f4f9d94-d1c7-43ef-b19f-c85be680e669" providerId="AD" clId="Web-{DEE2BA85-3FA1-368E-B319-977DD9DAC098}" dt="2026-05-08T22:47:56.733" v="343" actId="20577"/>
          <ac:spMkLst>
            <pc:docMk/>
            <pc:sldMk cId="2679823270" sldId="302"/>
            <ac:spMk id="8" creationId="{9C2253D6-DE24-BCE5-6B90-14704B98ED39}"/>
          </ac:spMkLst>
        </pc:spChg>
        <pc:spChg chg="mod">
          <ac:chgData name="u202214843 (Palomino Santa Cruz, Erick Joaquin)" userId="S::u202214843@upc.edu.pe::3f4f9d94-d1c7-43ef-b19f-c85be680e669" providerId="AD" clId="Web-{DEE2BA85-3FA1-368E-B319-977DD9DAC098}" dt="2026-05-08T22:48:19.874" v="369" actId="20577"/>
          <ac:spMkLst>
            <pc:docMk/>
            <pc:sldMk cId="2679823270" sldId="302"/>
            <ac:spMk id="9" creationId="{A45AF4FA-C4D6-978C-DD05-BC4468A75FD5}"/>
          </ac:spMkLst>
        </pc:spChg>
        <pc:spChg chg="mod">
          <ac:chgData name="u202214843 (Palomino Santa Cruz, Erick Joaquin)" userId="S::u202214843@upc.edu.pe::3f4f9d94-d1c7-43ef-b19f-c85be680e669" providerId="AD" clId="Web-{DEE2BA85-3FA1-368E-B319-977DD9DAC098}" dt="2026-05-08T22:48:38.812" v="389" actId="20577"/>
          <ac:spMkLst>
            <pc:docMk/>
            <pc:sldMk cId="2679823270" sldId="302"/>
            <ac:spMk id="11" creationId="{E3449A91-EBDB-5BFC-B606-E45FB57982FA}"/>
          </ac:spMkLst>
        </pc:spChg>
        <pc:spChg chg="mod">
          <ac:chgData name="u202214843 (Palomino Santa Cruz, Erick Joaquin)" userId="S::u202214843@upc.edu.pe::3f4f9d94-d1c7-43ef-b19f-c85be680e669" providerId="AD" clId="Web-{DEE2BA85-3FA1-368E-B319-977DD9DAC098}" dt="2026-05-08T22:50:40.506" v="403" actId="20577"/>
          <ac:spMkLst>
            <pc:docMk/>
            <pc:sldMk cId="2679823270" sldId="302"/>
            <ac:spMk id="13" creationId="{8B8DAFEB-751A-32C1-93F2-1746202D36CE}"/>
          </ac:spMkLst>
        </pc:spChg>
      </pc:sldChg>
      <pc:sldChg chg="modSp">
        <pc:chgData name="u202214843 (Palomino Santa Cruz, Erick Joaquin)" userId="S::u202214843@upc.edu.pe::3f4f9d94-d1c7-43ef-b19f-c85be680e669" providerId="AD" clId="Web-{DEE2BA85-3FA1-368E-B319-977DD9DAC098}" dt="2026-05-08T22:53:55.053" v="492" actId="20577"/>
        <pc:sldMkLst>
          <pc:docMk/>
          <pc:sldMk cId="3101161776" sldId="304"/>
        </pc:sldMkLst>
        <pc:spChg chg="mod">
          <ac:chgData name="u202214843 (Palomino Santa Cruz, Erick Joaquin)" userId="S::u202214843@upc.edu.pe::3f4f9d94-d1c7-43ef-b19f-c85be680e669" providerId="AD" clId="Web-{DEE2BA85-3FA1-368E-B319-977DD9DAC098}" dt="2026-05-08T22:52:37.803" v="474" actId="20577"/>
          <ac:spMkLst>
            <pc:docMk/>
            <pc:sldMk cId="3101161776" sldId="304"/>
            <ac:spMk id="7" creationId="{A189FBA0-62A3-58F2-CC19-E9A215CAB3E8}"/>
          </ac:spMkLst>
        </pc:spChg>
        <pc:spChg chg="mod">
          <ac:chgData name="u202214843 (Palomino Santa Cruz, Erick Joaquin)" userId="S::u202214843@upc.edu.pe::3f4f9d94-d1c7-43ef-b19f-c85be680e669" providerId="AD" clId="Web-{DEE2BA85-3FA1-368E-B319-977DD9DAC098}" dt="2026-05-08T22:52:40.366" v="476" actId="20577"/>
          <ac:spMkLst>
            <pc:docMk/>
            <pc:sldMk cId="3101161776" sldId="304"/>
            <ac:spMk id="9" creationId="{99114A67-167B-9F89-07A8-209229EAE5C7}"/>
          </ac:spMkLst>
        </pc:spChg>
        <pc:spChg chg="mod">
          <ac:chgData name="u202214843 (Palomino Santa Cruz, Erick Joaquin)" userId="S::u202214843@upc.edu.pe::3f4f9d94-d1c7-43ef-b19f-c85be680e669" providerId="AD" clId="Web-{DEE2BA85-3FA1-368E-B319-977DD9DAC098}" dt="2026-05-08T22:53:55.053" v="492" actId="20577"/>
          <ac:spMkLst>
            <pc:docMk/>
            <pc:sldMk cId="3101161776" sldId="304"/>
            <ac:spMk id="11" creationId="{5215DC4F-9828-8694-D2E8-3F8505293E1F}"/>
          </ac:spMkLst>
        </pc:spChg>
      </pc:sldChg>
    </pc:docChg>
  </pc:docChgLst>
  <pc:docChgLst>
    <pc:chgData name="u202210066 (Palma Obispo, Adrian Enrique Jesus)" userId="S::u202210066@upc.edu.pe::ef3935b9-c757-44fa-a080-112c7bcdc337" providerId="AD" clId="Web-{57CAB952-1C58-1A19-C8A7-1A52AF2F3B16}"/>
    <pc:docChg chg="modSld">
      <pc:chgData name="u202210066 (Palma Obispo, Adrian Enrique Jesus)" userId="S::u202210066@upc.edu.pe::ef3935b9-c757-44fa-a080-112c7bcdc337" providerId="AD" clId="Web-{57CAB952-1C58-1A19-C8A7-1A52AF2F3B16}" dt="2026-05-04T01:39:04.809" v="104" actId="20577"/>
      <pc:docMkLst>
        <pc:docMk/>
      </pc:docMkLst>
      <pc:sldChg chg="addSp delSp modSp">
        <pc:chgData name="u202210066 (Palma Obispo, Adrian Enrique Jesus)" userId="S::u202210066@upc.edu.pe::ef3935b9-c757-44fa-a080-112c7bcdc337" providerId="AD" clId="Web-{57CAB952-1C58-1A19-C8A7-1A52AF2F3B16}" dt="2026-05-04T01:33:06.354" v="73" actId="1076"/>
        <pc:sldMkLst>
          <pc:docMk/>
          <pc:sldMk cId="0" sldId="256"/>
        </pc:sldMkLst>
        <pc:spChg chg="mod">
          <ac:chgData name="u202210066 (Palma Obispo, Adrian Enrique Jesus)" userId="S::u202210066@upc.edu.pe::ef3935b9-c757-44fa-a080-112c7bcdc337" providerId="AD" clId="Web-{57CAB952-1C58-1A19-C8A7-1A52AF2F3B16}" dt="2026-05-04T01:26:20.352" v="7"/>
          <ac:spMkLst>
            <pc:docMk/>
            <pc:sldMk cId="0" sldId="256"/>
            <ac:spMk id="85" creationId="{00000000-0000-0000-0000-000000000000}"/>
          </ac:spMkLst>
        </pc:spChg>
        <pc:spChg chg="mod">
          <ac:chgData name="u202210066 (Palma Obispo, Adrian Enrique Jesus)" userId="S::u202210066@upc.edu.pe::ef3935b9-c757-44fa-a080-112c7bcdc337" providerId="AD" clId="Web-{57CAB952-1C58-1A19-C8A7-1A52AF2F3B16}" dt="2026-05-04T01:26:38.682" v="16" actId="20577"/>
          <ac:spMkLst>
            <pc:docMk/>
            <pc:sldMk cId="0" sldId="256"/>
            <ac:spMk id="86" creationId="{00000000-0000-0000-0000-000000000000}"/>
          </ac:spMkLst>
        </pc:spChg>
        <pc:picChg chg="add mod">
          <ac:chgData name="u202210066 (Palma Obispo, Adrian Enrique Jesus)" userId="S::u202210066@upc.edu.pe::ef3935b9-c757-44fa-a080-112c7bcdc337" providerId="AD" clId="Web-{57CAB952-1C58-1A19-C8A7-1A52AF2F3B16}" dt="2026-05-04T01:33:06.354" v="73" actId="1076"/>
          <ac:picMkLst>
            <pc:docMk/>
            <pc:sldMk cId="0" sldId="256"/>
            <ac:picMk id="2" creationId="{868FC289-3A59-9DBB-59B5-48071F0050E3}"/>
          </ac:picMkLst>
        </pc:picChg>
      </pc:sldChg>
      <pc:sldChg chg="modSp">
        <pc:chgData name="u202210066 (Palma Obispo, Adrian Enrique Jesus)" userId="S::u202210066@upc.edu.pe::ef3935b9-c757-44fa-a080-112c7bcdc337" providerId="AD" clId="Web-{57CAB952-1C58-1A19-C8A7-1A52AF2F3B16}" dt="2026-05-04T01:37:28.024" v="101" actId="20577"/>
        <pc:sldMkLst>
          <pc:docMk/>
          <pc:sldMk cId="0" sldId="257"/>
        </pc:sldMkLst>
        <pc:spChg chg="mod">
          <ac:chgData name="u202210066 (Palma Obispo, Adrian Enrique Jesus)" userId="S::u202210066@upc.edu.pe::ef3935b9-c757-44fa-a080-112c7bcdc337" providerId="AD" clId="Web-{57CAB952-1C58-1A19-C8A7-1A52AF2F3B16}" dt="2026-05-04T01:37:28.024" v="101" actId="20577"/>
          <ac:spMkLst>
            <pc:docMk/>
            <pc:sldMk cId="0" sldId="257"/>
            <ac:spMk id="96" creationId="{00000000-0000-0000-0000-000000000000}"/>
          </ac:spMkLst>
        </pc:spChg>
      </pc:sldChg>
      <pc:sldChg chg="modSp">
        <pc:chgData name="u202210066 (Palma Obispo, Adrian Enrique Jesus)" userId="S::u202210066@upc.edu.pe::ef3935b9-c757-44fa-a080-112c7bcdc337" providerId="AD" clId="Web-{57CAB952-1C58-1A19-C8A7-1A52AF2F3B16}" dt="2026-05-04T01:32:13.290" v="65" actId="1076"/>
        <pc:sldMkLst>
          <pc:docMk/>
          <pc:sldMk cId="0" sldId="258"/>
        </pc:sldMkLst>
        <pc:spChg chg="mod">
          <ac:chgData name="u202210066 (Palma Obispo, Adrian Enrique Jesus)" userId="S::u202210066@upc.edu.pe::ef3935b9-c757-44fa-a080-112c7bcdc337" providerId="AD" clId="Web-{57CAB952-1C58-1A19-C8A7-1A52AF2F3B16}" dt="2026-05-04T01:32:13.290" v="65" actId="1076"/>
          <ac:spMkLst>
            <pc:docMk/>
            <pc:sldMk cId="0" sldId="258"/>
            <ac:spMk id="104" creationId="{00000000-0000-0000-0000-000000000000}"/>
          </ac:spMkLst>
        </pc:spChg>
      </pc:sldChg>
      <pc:sldChg chg="modSp">
        <pc:chgData name="u202210066 (Palma Obispo, Adrian Enrique Jesus)" userId="S::u202210066@upc.edu.pe::ef3935b9-c757-44fa-a080-112c7bcdc337" providerId="AD" clId="Web-{57CAB952-1C58-1A19-C8A7-1A52AF2F3B16}" dt="2026-05-04T01:34:12.432" v="83" actId="1076"/>
        <pc:sldMkLst>
          <pc:docMk/>
          <pc:sldMk cId="0" sldId="260"/>
        </pc:sldMkLst>
        <pc:spChg chg="mod">
          <ac:chgData name="u202210066 (Palma Obispo, Adrian Enrique Jesus)" userId="S::u202210066@upc.edu.pe::ef3935b9-c757-44fa-a080-112c7bcdc337" providerId="AD" clId="Web-{57CAB952-1C58-1A19-C8A7-1A52AF2F3B16}" dt="2026-05-04T01:34:12.432" v="83" actId="1076"/>
          <ac:spMkLst>
            <pc:docMk/>
            <pc:sldMk cId="0" sldId="260"/>
            <ac:spMk id="134" creationId="{00000000-0000-0000-0000-000000000000}"/>
          </ac:spMkLst>
        </pc:spChg>
      </pc:sldChg>
      <pc:sldChg chg="modSp">
        <pc:chgData name="u202210066 (Palma Obispo, Adrian Enrique Jesus)" userId="S::u202210066@upc.edu.pe::ef3935b9-c757-44fa-a080-112c7bcdc337" providerId="AD" clId="Web-{57CAB952-1C58-1A19-C8A7-1A52AF2F3B16}" dt="2026-05-04T01:39:04.809" v="104" actId="20577"/>
        <pc:sldMkLst>
          <pc:docMk/>
          <pc:sldMk cId="0" sldId="280"/>
        </pc:sldMkLst>
        <pc:spChg chg="mod">
          <ac:chgData name="u202210066 (Palma Obispo, Adrian Enrique Jesus)" userId="S::u202210066@upc.edu.pe::ef3935b9-c757-44fa-a080-112c7bcdc337" providerId="AD" clId="Web-{57CAB952-1C58-1A19-C8A7-1A52AF2F3B16}" dt="2026-05-04T01:39:04.809" v="104" actId="20577"/>
          <ac:spMkLst>
            <pc:docMk/>
            <pc:sldMk cId="0" sldId="280"/>
            <ac:spMk id="638" creationId="{00000000-0000-0000-0000-000000000000}"/>
          </ac:spMkLst>
        </pc:spChg>
      </pc:sldChg>
    </pc:docChg>
  </pc:docChgLst>
  <pc:docChgLst>
    <pc:chgData name="u202210066 (Palma Obispo, Adrian Enrique Jesus)" userId="S::u202210066@upc.edu.pe::ef3935b9-c757-44fa-a080-112c7bcdc337" providerId="AD" clId="Web-{6186C817-5587-F092-F24F-DC88F75DEB5A}"/>
    <pc:docChg chg="delSld modSld">
      <pc:chgData name="u202210066 (Palma Obispo, Adrian Enrique Jesus)" userId="S::u202210066@upc.edu.pe::ef3935b9-c757-44fa-a080-112c7bcdc337" providerId="AD" clId="Web-{6186C817-5587-F092-F24F-DC88F75DEB5A}" dt="2026-05-04T02:28:19.914" v="18"/>
      <pc:docMkLst>
        <pc:docMk/>
      </pc:docMkLst>
      <pc:sldChg chg="modSp">
        <pc:chgData name="u202210066 (Palma Obispo, Adrian Enrique Jesus)" userId="S::u202210066@upc.edu.pe::ef3935b9-c757-44fa-a080-112c7bcdc337" providerId="AD" clId="Web-{6186C817-5587-F092-F24F-DC88F75DEB5A}" dt="2026-05-04T02:01:23.401" v="2" actId="1076"/>
        <pc:sldMkLst>
          <pc:docMk/>
          <pc:sldMk cId="0" sldId="256"/>
        </pc:sldMkLst>
      </pc:sldChg>
      <pc:sldChg chg="mod modShow">
        <pc:chgData name="u202210066 (Palma Obispo, Adrian Enrique Jesus)" userId="S::u202210066@upc.edu.pe::ef3935b9-c757-44fa-a080-112c7bcdc337" providerId="AD" clId="Web-{6186C817-5587-F092-F24F-DC88F75DEB5A}" dt="2026-05-04T02:28:19.914" v="18"/>
        <pc:sldMkLst>
          <pc:docMk/>
          <pc:sldMk cId="0" sldId="265"/>
        </pc:sldMkLst>
      </pc:sldChg>
      <pc:sldChg chg="mod modShow">
        <pc:chgData name="u202210066 (Palma Obispo, Adrian Enrique Jesus)" userId="S::u202210066@upc.edu.pe::ef3935b9-c757-44fa-a080-112c7bcdc337" providerId="AD" clId="Web-{6186C817-5587-F092-F24F-DC88F75DEB5A}" dt="2026-05-04T02:28:15.023" v="17"/>
        <pc:sldMkLst>
          <pc:docMk/>
          <pc:sldMk cId="0" sldId="266"/>
        </pc:sldMkLst>
      </pc:sldChg>
      <pc:sldChg chg="mod modShow">
        <pc:chgData name="u202210066 (Palma Obispo, Adrian Enrique Jesus)" userId="S::u202210066@upc.edu.pe::ef3935b9-c757-44fa-a080-112c7bcdc337" providerId="AD" clId="Web-{6186C817-5587-F092-F24F-DC88F75DEB5A}" dt="2026-05-04T02:28:14.664" v="14"/>
        <pc:sldMkLst>
          <pc:docMk/>
          <pc:sldMk cId="0" sldId="267"/>
        </pc:sldMkLst>
      </pc:sldChg>
      <pc:sldChg chg="mod modShow">
        <pc:chgData name="u202210066 (Palma Obispo, Adrian Enrique Jesus)" userId="S::u202210066@upc.edu.pe::ef3935b9-c757-44fa-a080-112c7bcdc337" providerId="AD" clId="Web-{6186C817-5587-F092-F24F-DC88F75DEB5A}" dt="2026-05-04T02:28:13.711" v="4"/>
        <pc:sldMkLst>
          <pc:docMk/>
          <pc:sldMk cId="0" sldId="268"/>
        </pc:sldMkLst>
      </pc:sldChg>
      <pc:sldChg chg="mod modShow">
        <pc:chgData name="u202210066 (Palma Obispo, Adrian Enrique Jesus)" userId="S::u202210066@upc.edu.pe::ef3935b9-c757-44fa-a080-112c7bcdc337" providerId="AD" clId="Web-{6186C817-5587-F092-F24F-DC88F75DEB5A}" dt="2026-05-04T02:28:13.820" v="5"/>
        <pc:sldMkLst>
          <pc:docMk/>
          <pc:sldMk cId="0" sldId="269"/>
        </pc:sldMkLst>
      </pc:sldChg>
      <pc:sldChg chg="mod modShow">
        <pc:chgData name="u202210066 (Palma Obispo, Adrian Enrique Jesus)" userId="S::u202210066@upc.edu.pe::ef3935b9-c757-44fa-a080-112c7bcdc337" providerId="AD" clId="Web-{6186C817-5587-F092-F24F-DC88F75DEB5A}" dt="2026-05-04T02:28:13.961" v="6"/>
        <pc:sldMkLst>
          <pc:docMk/>
          <pc:sldMk cId="0" sldId="270"/>
        </pc:sldMkLst>
      </pc:sldChg>
      <pc:sldChg chg="mod modShow">
        <pc:chgData name="u202210066 (Palma Obispo, Adrian Enrique Jesus)" userId="S::u202210066@upc.edu.pe::ef3935b9-c757-44fa-a080-112c7bcdc337" providerId="AD" clId="Web-{6186C817-5587-F092-F24F-DC88F75DEB5A}" dt="2026-05-04T02:28:14.039" v="7"/>
        <pc:sldMkLst>
          <pc:docMk/>
          <pc:sldMk cId="0" sldId="271"/>
        </pc:sldMkLst>
      </pc:sldChg>
      <pc:sldChg chg="mod modShow">
        <pc:chgData name="u202210066 (Palma Obispo, Adrian Enrique Jesus)" userId="S::u202210066@upc.edu.pe::ef3935b9-c757-44fa-a080-112c7bcdc337" providerId="AD" clId="Web-{6186C817-5587-F092-F24F-DC88F75DEB5A}" dt="2026-05-04T02:28:14.117" v="8"/>
        <pc:sldMkLst>
          <pc:docMk/>
          <pc:sldMk cId="0" sldId="272"/>
        </pc:sldMkLst>
      </pc:sldChg>
      <pc:sldChg chg="mod modShow">
        <pc:chgData name="u202210066 (Palma Obispo, Adrian Enrique Jesus)" userId="S::u202210066@upc.edu.pe::ef3935b9-c757-44fa-a080-112c7bcdc337" providerId="AD" clId="Web-{6186C817-5587-F092-F24F-DC88F75DEB5A}" dt="2026-05-04T02:28:14.211" v="9"/>
        <pc:sldMkLst>
          <pc:docMk/>
          <pc:sldMk cId="0" sldId="273"/>
        </pc:sldMkLst>
      </pc:sldChg>
      <pc:sldChg chg="mod modShow">
        <pc:chgData name="u202210066 (Palma Obispo, Adrian Enrique Jesus)" userId="S::u202210066@upc.edu.pe::ef3935b9-c757-44fa-a080-112c7bcdc337" providerId="AD" clId="Web-{6186C817-5587-F092-F24F-DC88F75DEB5A}" dt="2026-05-04T02:28:14.304" v="10"/>
        <pc:sldMkLst>
          <pc:docMk/>
          <pc:sldMk cId="0" sldId="274"/>
        </pc:sldMkLst>
      </pc:sldChg>
      <pc:sldChg chg="mod modShow">
        <pc:chgData name="u202210066 (Palma Obispo, Adrian Enrique Jesus)" userId="S::u202210066@upc.edu.pe::ef3935b9-c757-44fa-a080-112c7bcdc337" providerId="AD" clId="Web-{6186C817-5587-F092-F24F-DC88F75DEB5A}" dt="2026-05-04T02:28:14.320" v="11"/>
        <pc:sldMkLst>
          <pc:docMk/>
          <pc:sldMk cId="0" sldId="275"/>
        </pc:sldMkLst>
      </pc:sldChg>
      <pc:sldChg chg="mod modShow">
        <pc:chgData name="u202210066 (Palma Obispo, Adrian Enrique Jesus)" userId="S::u202210066@upc.edu.pe::ef3935b9-c757-44fa-a080-112c7bcdc337" providerId="AD" clId="Web-{6186C817-5587-F092-F24F-DC88F75DEB5A}" dt="2026-05-04T02:28:14.398" v="12"/>
        <pc:sldMkLst>
          <pc:docMk/>
          <pc:sldMk cId="0" sldId="276"/>
        </pc:sldMkLst>
      </pc:sldChg>
      <pc:sldChg chg="mod modShow">
        <pc:chgData name="u202210066 (Palma Obispo, Adrian Enrique Jesus)" userId="S::u202210066@upc.edu.pe::ef3935b9-c757-44fa-a080-112c7bcdc337" providerId="AD" clId="Web-{6186C817-5587-F092-F24F-DC88F75DEB5A}" dt="2026-05-04T02:28:14.492" v="13"/>
        <pc:sldMkLst>
          <pc:docMk/>
          <pc:sldMk cId="0" sldId="277"/>
        </pc:sldMkLst>
      </pc:sldChg>
      <pc:sldChg chg="mod modShow">
        <pc:chgData name="u202210066 (Palma Obispo, Adrian Enrique Jesus)" userId="S::u202210066@upc.edu.pe::ef3935b9-c757-44fa-a080-112c7bcdc337" providerId="AD" clId="Web-{6186C817-5587-F092-F24F-DC88F75DEB5A}" dt="2026-05-04T02:28:14.711" v="15"/>
        <pc:sldMkLst>
          <pc:docMk/>
          <pc:sldMk cId="0" sldId="278"/>
        </pc:sldMkLst>
      </pc:sldChg>
      <pc:sldChg chg="mod modShow">
        <pc:chgData name="u202210066 (Palma Obispo, Adrian Enrique Jesus)" userId="S::u202210066@upc.edu.pe::ef3935b9-c757-44fa-a080-112c7bcdc337" providerId="AD" clId="Web-{6186C817-5587-F092-F24F-DC88F75DEB5A}" dt="2026-05-04T02:28:14.789" v="16"/>
        <pc:sldMkLst>
          <pc:docMk/>
          <pc:sldMk cId="0" sldId="279"/>
        </pc:sldMkLst>
      </pc:sldChg>
    </pc:docChg>
  </pc:docChgLst>
  <pc:docChgLst>
    <pc:chgData name="u202214843 (Palomino Santa Cruz, Erick Joaquin)" userId="S::u202214843@upc.edu.pe::3f4f9d94-d1c7-43ef-b19f-c85be680e669" providerId="AD" clId="Web-{3DF0C2B1-9278-AB66-535B-9570F20D2A11}"/>
    <pc:docChg chg="addSld modSld">
      <pc:chgData name="u202214843 (Palomino Santa Cruz, Erick Joaquin)" userId="S::u202214843@upc.edu.pe::3f4f9d94-d1c7-43ef-b19f-c85be680e669" providerId="AD" clId="Web-{3DF0C2B1-9278-AB66-535B-9570F20D2A11}" dt="2026-05-04T22:27:49.434" v="166"/>
      <pc:docMkLst>
        <pc:docMk/>
      </pc:docMkLst>
      <pc:sldChg chg="addSp delSp modSp">
        <pc:chgData name="u202214843 (Palomino Santa Cruz, Erick Joaquin)" userId="S::u202214843@upc.edu.pe::3f4f9d94-d1c7-43ef-b19f-c85be680e669" providerId="AD" clId="Web-{3DF0C2B1-9278-AB66-535B-9570F20D2A11}" dt="2026-05-04T22:03:26.411" v="123" actId="1076"/>
        <pc:sldMkLst>
          <pc:docMk/>
          <pc:sldMk cId="1880524355" sldId="281"/>
        </pc:sldMkLst>
        <pc:picChg chg="add mod">
          <ac:chgData name="u202214843 (Palomino Santa Cruz, Erick Joaquin)" userId="S::u202214843@upc.edu.pe::3f4f9d94-d1c7-43ef-b19f-c85be680e669" providerId="AD" clId="Web-{3DF0C2B1-9278-AB66-535B-9570F20D2A11}" dt="2026-05-04T22:03:26.411" v="123" actId="1076"/>
          <ac:picMkLst>
            <pc:docMk/>
            <pc:sldMk cId="1880524355" sldId="281"/>
            <ac:picMk id="2" creationId="{64C178AE-4120-6FA6-DD36-3D0440722B53}"/>
          </ac:picMkLst>
        </pc:picChg>
      </pc:sldChg>
      <pc:sldChg chg="addSp delSp modSp">
        <pc:chgData name="u202214843 (Palomino Santa Cruz, Erick Joaquin)" userId="S::u202214843@upc.edu.pe::3f4f9d94-d1c7-43ef-b19f-c85be680e669" providerId="AD" clId="Web-{3DF0C2B1-9278-AB66-535B-9570F20D2A11}" dt="2026-05-04T22:10:38.925" v="148" actId="14100"/>
        <pc:sldMkLst>
          <pc:docMk/>
          <pc:sldMk cId="518425389" sldId="282"/>
        </pc:sldMkLst>
        <pc:spChg chg="mod">
          <ac:chgData name="u202214843 (Palomino Santa Cruz, Erick Joaquin)" userId="S::u202214843@upc.edu.pe::3f4f9d94-d1c7-43ef-b19f-c85be680e669" providerId="AD" clId="Web-{3DF0C2B1-9278-AB66-535B-9570F20D2A11}" dt="2026-05-04T22:09:39.174" v="135" actId="1076"/>
          <ac:spMkLst>
            <pc:docMk/>
            <pc:sldMk cId="518425389" sldId="282"/>
            <ac:spMk id="132" creationId="{BEE99B63-D277-D87A-050F-2947F3428349}"/>
          </ac:spMkLst>
        </pc:spChg>
        <pc:picChg chg="add mod">
          <ac:chgData name="u202214843 (Palomino Santa Cruz, Erick Joaquin)" userId="S::u202214843@upc.edu.pe::3f4f9d94-d1c7-43ef-b19f-c85be680e669" providerId="AD" clId="Web-{3DF0C2B1-9278-AB66-535B-9570F20D2A11}" dt="2026-05-04T22:10:38.925" v="148" actId="14100"/>
          <ac:picMkLst>
            <pc:docMk/>
            <pc:sldMk cId="518425389" sldId="282"/>
            <ac:picMk id="4" creationId="{A32B8DE0-DB02-912E-FD83-5471C2ED72C1}"/>
          </ac:picMkLst>
        </pc:picChg>
      </pc:sldChg>
      <pc:sldChg chg="addSp delSp modSp">
        <pc:chgData name="u202214843 (Palomino Santa Cruz, Erick Joaquin)" userId="S::u202214843@upc.edu.pe::3f4f9d94-d1c7-43ef-b19f-c85be680e669" providerId="AD" clId="Web-{3DF0C2B1-9278-AB66-535B-9570F20D2A11}" dt="2026-05-04T22:24:40.603" v="163" actId="1076"/>
        <pc:sldMkLst>
          <pc:docMk/>
          <pc:sldMk cId="658836948" sldId="284"/>
        </pc:sldMkLst>
        <pc:picChg chg="add mod">
          <ac:chgData name="u202214843 (Palomino Santa Cruz, Erick Joaquin)" userId="S::u202214843@upc.edu.pe::3f4f9d94-d1c7-43ef-b19f-c85be680e669" providerId="AD" clId="Web-{3DF0C2B1-9278-AB66-535B-9570F20D2A11}" dt="2026-05-04T22:24:40.603" v="163" actId="1076"/>
          <ac:picMkLst>
            <pc:docMk/>
            <pc:sldMk cId="658836948" sldId="284"/>
            <ac:picMk id="2" creationId="{EC194F84-A2FE-39B0-E98B-2E81EF496B74}"/>
          </ac:picMkLst>
        </pc:picChg>
      </pc:sldChg>
      <pc:sldChg chg="addSp delSp modSp add replId">
        <pc:chgData name="u202214843 (Palomino Santa Cruz, Erick Joaquin)" userId="S::u202214843@upc.edu.pe::3f4f9d94-d1c7-43ef-b19f-c85be680e669" providerId="AD" clId="Web-{3DF0C2B1-9278-AB66-535B-9570F20D2A11}" dt="2026-05-04T21:47:11.943" v="120" actId="14100"/>
        <pc:sldMkLst>
          <pc:docMk/>
          <pc:sldMk cId="1551173300" sldId="295"/>
        </pc:sldMkLst>
        <pc:spChg chg="add mod">
          <ac:chgData name="u202214843 (Palomino Santa Cruz, Erick Joaquin)" userId="S::u202214843@upc.edu.pe::3f4f9d94-d1c7-43ef-b19f-c85be680e669" providerId="AD" clId="Web-{3DF0C2B1-9278-AB66-535B-9570F20D2A11}" dt="2026-05-04T21:46:02.286" v="105" actId="20577"/>
          <ac:spMkLst>
            <pc:docMk/>
            <pc:sldMk cId="1551173300" sldId="295"/>
            <ac:spMk id="2" creationId="{DE3178EA-BB13-87AB-9F5E-3EEABBBC8C9C}"/>
          </ac:spMkLst>
        </pc:spChg>
        <pc:spChg chg="add mod">
          <ac:chgData name="u202214843 (Palomino Santa Cruz, Erick Joaquin)" userId="S::u202214843@upc.edu.pe::3f4f9d94-d1c7-43ef-b19f-c85be680e669" providerId="AD" clId="Web-{3DF0C2B1-9278-AB66-535B-9570F20D2A11}" dt="2026-05-04T21:47:11.943" v="120" actId="14100"/>
          <ac:spMkLst>
            <pc:docMk/>
            <pc:sldMk cId="1551173300" sldId="295"/>
            <ac:spMk id="5" creationId="{31AC5A41-DD4D-65FF-BF8E-0A60CC1D74FF}"/>
          </ac:spMkLst>
        </pc:spChg>
        <pc:spChg chg="mod">
          <ac:chgData name="u202214843 (Palomino Santa Cruz, Erick Joaquin)" userId="S::u202214843@upc.edu.pe::3f4f9d94-d1c7-43ef-b19f-c85be680e669" providerId="AD" clId="Web-{3DF0C2B1-9278-AB66-535B-9570F20D2A11}" dt="2026-05-04T21:41:34.390" v="50" actId="14100"/>
          <ac:spMkLst>
            <pc:docMk/>
            <pc:sldMk cId="1551173300" sldId="295"/>
            <ac:spMk id="132" creationId="{20A941C8-6A1B-7B4B-3A84-5F0D37FD256A}"/>
          </ac:spMkLst>
        </pc:spChg>
      </pc:sldChg>
      <pc:sldChg chg="add">
        <pc:chgData name="u202214843 (Palomino Santa Cruz, Erick Joaquin)" userId="S::u202214843@upc.edu.pe::3f4f9d94-d1c7-43ef-b19f-c85be680e669" providerId="AD" clId="Web-{3DF0C2B1-9278-AB66-535B-9570F20D2A11}" dt="2026-05-04T22:15:21.915" v="149"/>
        <pc:sldMkLst>
          <pc:docMk/>
          <pc:sldMk cId="3955171613" sldId="300"/>
        </pc:sldMkLst>
      </pc:sldChg>
      <pc:sldChg chg="add">
        <pc:chgData name="u202214843 (Palomino Santa Cruz, Erick Joaquin)" userId="S::u202214843@upc.edu.pe::3f4f9d94-d1c7-43ef-b19f-c85be680e669" providerId="AD" clId="Web-{3DF0C2B1-9278-AB66-535B-9570F20D2A11}" dt="2026-05-04T22:15:22.009" v="150"/>
        <pc:sldMkLst>
          <pc:docMk/>
          <pc:sldMk cId="1812765694" sldId="301"/>
        </pc:sldMkLst>
      </pc:sldChg>
      <pc:sldChg chg="add">
        <pc:chgData name="u202214843 (Palomino Santa Cruz, Erick Joaquin)" userId="S::u202214843@upc.edu.pe::3f4f9d94-d1c7-43ef-b19f-c85be680e669" providerId="AD" clId="Web-{3DF0C2B1-9278-AB66-535B-9570F20D2A11}" dt="2026-05-04T22:15:22.118" v="151"/>
        <pc:sldMkLst>
          <pc:docMk/>
          <pc:sldMk cId="2679823270" sldId="302"/>
        </pc:sldMkLst>
      </pc:sldChg>
      <pc:sldChg chg="add">
        <pc:chgData name="u202214843 (Palomino Santa Cruz, Erick Joaquin)" userId="S::u202214843@upc.edu.pe::3f4f9d94-d1c7-43ef-b19f-c85be680e669" providerId="AD" clId="Web-{3DF0C2B1-9278-AB66-535B-9570F20D2A11}" dt="2026-05-04T22:15:22.196" v="152"/>
        <pc:sldMkLst>
          <pc:docMk/>
          <pc:sldMk cId="2233432855" sldId="303"/>
        </pc:sldMkLst>
      </pc:sldChg>
      <pc:sldChg chg="add">
        <pc:chgData name="u202214843 (Palomino Santa Cruz, Erick Joaquin)" userId="S::u202214843@upc.edu.pe::3f4f9d94-d1c7-43ef-b19f-c85be680e669" providerId="AD" clId="Web-{3DF0C2B1-9278-AB66-535B-9570F20D2A11}" dt="2026-05-04T22:15:22.306" v="153"/>
        <pc:sldMkLst>
          <pc:docMk/>
          <pc:sldMk cId="3101161776" sldId="304"/>
        </pc:sldMkLst>
      </pc:sldChg>
      <pc:sldChg chg="add">
        <pc:chgData name="u202214843 (Palomino Santa Cruz, Erick Joaquin)" userId="S::u202214843@upc.edu.pe::3f4f9d94-d1c7-43ef-b19f-c85be680e669" providerId="AD" clId="Web-{3DF0C2B1-9278-AB66-535B-9570F20D2A11}" dt="2026-05-04T22:15:22.399" v="154"/>
        <pc:sldMkLst>
          <pc:docMk/>
          <pc:sldMk cId="1371310446" sldId="305"/>
        </pc:sldMkLst>
      </pc:sldChg>
      <pc:sldChg chg="add">
        <pc:chgData name="u202214843 (Palomino Santa Cruz, Erick Joaquin)" userId="S::u202214843@upc.edu.pe::3f4f9d94-d1c7-43ef-b19f-c85be680e669" providerId="AD" clId="Web-{3DF0C2B1-9278-AB66-535B-9570F20D2A11}" dt="2026-05-04T22:15:22.556" v="155"/>
        <pc:sldMkLst>
          <pc:docMk/>
          <pc:sldMk cId="1328506594" sldId="306"/>
        </pc:sldMkLst>
      </pc:sldChg>
      <pc:sldChg chg="add">
        <pc:chgData name="u202214843 (Palomino Santa Cruz, Erick Joaquin)" userId="S::u202214843@upc.edu.pe::3f4f9d94-d1c7-43ef-b19f-c85be680e669" providerId="AD" clId="Web-{3DF0C2B1-9278-AB66-535B-9570F20D2A11}" dt="2026-05-04T22:15:22.634" v="156"/>
        <pc:sldMkLst>
          <pc:docMk/>
          <pc:sldMk cId="3653783604" sldId="307"/>
        </pc:sldMkLst>
      </pc:sldChg>
      <pc:sldChg chg="add">
        <pc:chgData name="u202214843 (Palomino Santa Cruz, Erick Joaquin)" userId="S::u202214843@upc.edu.pe::3f4f9d94-d1c7-43ef-b19f-c85be680e669" providerId="AD" clId="Web-{3DF0C2B1-9278-AB66-535B-9570F20D2A11}" dt="2026-05-04T22:15:22.728" v="157"/>
        <pc:sldMkLst>
          <pc:docMk/>
          <pc:sldMk cId="3085410001" sldId="308"/>
        </pc:sldMkLst>
      </pc:sldChg>
      <pc:sldChg chg="add">
        <pc:chgData name="u202214843 (Palomino Santa Cruz, Erick Joaquin)" userId="S::u202214843@upc.edu.pe::3f4f9d94-d1c7-43ef-b19f-c85be680e669" providerId="AD" clId="Web-{3DF0C2B1-9278-AB66-535B-9570F20D2A11}" dt="2026-05-04T22:15:22.821" v="158"/>
        <pc:sldMkLst>
          <pc:docMk/>
          <pc:sldMk cId="2540106185" sldId="309"/>
        </pc:sldMkLst>
      </pc:sldChg>
      <pc:sldChg chg="addSp delSp modSp add replId">
        <pc:chgData name="u202214843 (Palomino Santa Cruz, Erick Joaquin)" userId="S::u202214843@upc.edu.pe::3f4f9d94-d1c7-43ef-b19f-c85be680e669" providerId="AD" clId="Web-{3DF0C2B1-9278-AB66-535B-9570F20D2A11}" dt="2026-05-04T22:27:49.434" v="166"/>
        <pc:sldMkLst>
          <pc:docMk/>
          <pc:sldMk cId="4046940080" sldId="310"/>
        </pc:sldMkLst>
        <pc:picChg chg="add mod">
          <ac:chgData name="u202214843 (Palomino Santa Cruz, Erick Joaquin)" userId="S::u202214843@upc.edu.pe::3f4f9d94-d1c7-43ef-b19f-c85be680e669" providerId="AD" clId="Web-{3DF0C2B1-9278-AB66-535B-9570F20D2A11}" dt="2026-05-04T22:27:49.434" v="166"/>
          <ac:picMkLst>
            <pc:docMk/>
            <pc:sldMk cId="4046940080" sldId="310"/>
            <ac:picMk id="3" creationId="{53F0D914-10F7-6653-809B-7E5AAFE381EB}"/>
          </ac:picMkLst>
        </pc:picChg>
      </pc:sldChg>
    </pc:docChg>
  </pc:docChgLst>
  <pc:docChgLst>
    <pc:chgData name="u202210066 (Palma Obispo, Adrian Enrique Jesus)" userId="S::u202210066@upc.edu.pe::ef3935b9-c757-44fa-a080-112c7bcdc337" providerId="AD" clId="Web-{B6E66B09-71E4-5B6B-DD95-BC16A7788F3E}"/>
    <pc:docChg chg="modSld">
      <pc:chgData name="u202210066 (Palma Obispo, Adrian Enrique Jesus)" userId="S::u202210066@upc.edu.pe::ef3935b9-c757-44fa-a080-112c7bcdc337" providerId="AD" clId="Web-{B6E66B09-71E4-5B6B-DD95-BC16A7788F3E}" dt="2026-05-04T01:55:36.701" v="347" actId="20577"/>
      <pc:docMkLst>
        <pc:docMk/>
      </pc:docMkLst>
      <pc:sldChg chg="modSp">
        <pc:chgData name="u202210066 (Palma Obispo, Adrian Enrique Jesus)" userId="S::u202210066@upc.edu.pe::ef3935b9-c757-44fa-a080-112c7bcdc337" providerId="AD" clId="Web-{B6E66B09-71E4-5B6B-DD95-BC16A7788F3E}" dt="2026-05-04T01:39:07.934" v="239" actId="20577"/>
        <pc:sldMkLst>
          <pc:docMk/>
          <pc:sldMk cId="0" sldId="257"/>
        </pc:sldMkLst>
        <pc:spChg chg="mod">
          <ac:chgData name="u202210066 (Palma Obispo, Adrian Enrique Jesus)" userId="S::u202210066@upc.edu.pe::ef3935b9-c757-44fa-a080-112c7bcdc337" providerId="AD" clId="Web-{B6E66B09-71E4-5B6B-DD95-BC16A7788F3E}" dt="2026-05-04T01:35:21.353" v="197" actId="1076"/>
          <ac:spMkLst>
            <pc:docMk/>
            <pc:sldMk cId="0" sldId="257"/>
            <ac:spMk id="94" creationId="{00000000-0000-0000-0000-000000000000}"/>
          </ac:spMkLst>
        </pc:spChg>
        <pc:spChg chg="mod">
          <ac:chgData name="u202210066 (Palma Obispo, Adrian Enrique Jesus)" userId="S::u202210066@upc.edu.pe::ef3935b9-c757-44fa-a080-112c7bcdc337" providerId="AD" clId="Web-{B6E66B09-71E4-5B6B-DD95-BC16A7788F3E}" dt="2026-05-04T01:39:07.934" v="239" actId="20577"/>
          <ac:spMkLst>
            <pc:docMk/>
            <pc:sldMk cId="0" sldId="257"/>
            <ac:spMk id="96" creationId="{00000000-0000-0000-0000-000000000000}"/>
          </ac:spMkLst>
        </pc:spChg>
      </pc:sldChg>
      <pc:sldChg chg="modSp">
        <pc:chgData name="u202210066 (Palma Obispo, Adrian Enrique Jesus)" userId="S::u202210066@upc.edu.pe::ef3935b9-c757-44fa-a080-112c7bcdc337" providerId="AD" clId="Web-{B6E66B09-71E4-5B6B-DD95-BC16A7788F3E}" dt="2026-05-04T01:42:03.560" v="240" actId="20577"/>
        <pc:sldMkLst>
          <pc:docMk/>
          <pc:sldMk cId="0" sldId="258"/>
        </pc:sldMkLst>
        <pc:spChg chg="mod">
          <ac:chgData name="u202210066 (Palma Obispo, Adrian Enrique Jesus)" userId="S::u202210066@upc.edu.pe::ef3935b9-c757-44fa-a080-112c7bcdc337" providerId="AD" clId="Web-{B6E66B09-71E4-5B6B-DD95-BC16A7788F3E}" dt="2026-05-04T01:42:03.560" v="240" actId="20577"/>
          <ac:spMkLst>
            <pc:docMk/>
            <pc:sldMk cId="0" sldId="258"/>
            <ac:spMk id="104" creationId="{00000000-0000-0000-0000-000000000000}"/>
          </ac:spMkLst>
        </pc:spChg>
      </pc:sldChg>
      <pc:sldChg chg="modSp">
        <pc:chgData name="u202210066 (Palma Obispo, Adrian Enrique Jesus)" userId="S::u202210066@upc.edu.pe::ef3935b9-c757-44fa-a080-112c7bcdc337" providerId="AD" clId="Web-{B6E66B09-71E4-5B6B-DD95-BC16A7788F3E}" dt="2026-05-04T01:55:36.701" v="347" actId="20577"/>
        <pc:sldMkLst>
          <pc:docMk/>
          <pc:sldMk cId="0" sldId="259"/>
        </pc:sldMkLst>
        <pc:spChg chg="mod">
          <ac:chgData name="u202210066 (Palma Obispo, Adrian Enrique Jesus)" userId="S::u202210066@upc.edu.pe::ef3935b9-c757-44fa-a080-112c7bcdc337" providerId="AD" clId="Web-{B6E66B09-71E4-5B6B-DD95-BC16A7788F3E}" dt="2026-05-04T01:54:52.137" v="338" actId="20577"/>
          <ac:spMkLst>
            <pc:docMk/>
            <pc:sldMk cId="0" sldId="259"/>
            <ac:spMk id="114" creationId="{00000000-0000-0000-0000-000000000000}"/>
          </ac:spMkLst>
        </pc:spChg>
        <pc:spChg chg="mod">
          <ac:chgData name="u202210066 (Palma Obispo, Adrian Enrique Jesus)" userId="S::u202210066@upc.edu.pe::ef3935b9-c757-44fa-a080-112c7bcdc337" providerId="AD" clId="Web-{B6E66B09-71E4-5B6B-DD95-BC16A7788F3E}" dt="2026-05-04T01:47:18.728" v="266" actId="1076"/>
          <ac:spMkLst>
            <pc:docMk/>
            <pc:sldMk cId="0" sldId="259"/>
            <ac:spMk id="115" creationId="{00000000-0000-0000-0000-000000000000}"/>
          </ac:spMkLst>
        </pc:spChg>
        <pc:spChg chg="mod">
          <ac:chgData name="u202210066 (Palma Obispo, Adrian Enrique Jesus)" userId="S::u202210066@upc.edu.pe::ef3935b9-c757-44fa-a080-112c7bcdc337" providerId="AD" clId="Web-{B6E66B09-71E4-5B6B-DD95-BC16A7788F3E}" dt="2026-05-04T01:54:45.058" v="336" actId="1076"/>
          <ac:spMkLst>
            <pc:docMk/>
            <pc:sldMk cId="0" sldId="259"/>
            <ac:spMk id="118" creationId="{00000000-0000-0000-0000-000000000000}"/>
          </ac:spMkLst>
        </pc:spChg>
        <pc:spChg chg="mod">
          <ac:chgData name="u202210066 (Palma Obispo, Adrian Enrique Jesus)" userId="S::u202210066@upc.edu.pe::ef3935b9-c757-44fa-a080-112c7bcdc337" providerId="AD" clId="Web-{B6E66B09-71E4-5B6B-DD95-BC16A7788F3E}" dt="2026-05-04T01:48:31.464" v="297" actId="1076"/>
          <ac:spMkLst>
            <pc:docMk/>
            <pc:sldMk cId="0" sldId="259"/>
            <ac:spMk id="119" creationId="{00000000-0000-0000-0000-000000000000}"/>
          </ac:spMkLst>
        </pc:spChg>
        <pc:spChg chg="mod">
          <ac:chgData name="u202210066 (Palma Obispo, Adrian Enrique Jesus)" userId="S::u202210066@upc.edu.pe::ef3935b9-c757-44fa-a080-112c7bcdc337" providerId="AD" clId="Web-{B6E66B09-71E4-5B6B-DD95-BC16A7788F3E}" dt="2026-05-04T01:55:03.309" v="341" actId="1076"/>
          <ac:spMkLst>
            <pc:docMk/>
            <pc:sldMk cId="0" sldId="259"/>
            <ac:spMk id="122" creationId="{00000000-0000-0000-0000-000000000000}"/>
          </ac:spMkLst>
        </pc:spChg>
        <pc:spChg chg="mod">
          <ac:chgData name="u202210066 (Palma Obispo, Adrian Enrique Jesus)" userId="S::u202210066@upc.edu.pe::ef3935b9-c757-44fa-a080-112c7bcdc337" providerId="AD" clId="Web-{B6E66B09-71E4-5B6B-DD95-BC16A7788F3E}" dt="2026-05-04T01:49:26.264" v="314" actId="1076"/>
          <ac:spMkLst>
            <pc:docMk/>
            <pc:sldMk cId="0" sldId="259"/>
            <ac:spMk id="123" creationId="{00000000-0000-0000-0000-000000000000}"/>
          </ac:spMkLst>
        </pc:spChg>
        <pc:spChg chg="mod">
          <ac:chgData name="u202210066 (Palma Obispo, Adrian Enrique Jesus)" userId="S::u202210066@upc.edu.pe::ef3935b9-c757-44fa-a080-112c7bcdc337" providerId="AD" clId="Web-{B6E66B09-71E4-5B6B-DD95-BC16A7788F3E}" dt="2026-05-04T01:55:11.481" v="344" actId="1076"/>
          <ac:spMkLst>
            <pc:docMk/>
            <pc:sldMk cId="0" sldId="259"/>
            <ac:spMk id="126" creationId="{00000000-0000-0000-0000-000000000000}"/>
          </ac:spMkLst>
        </pc:spChg>
        <pc:spChg chg="mod">
          <ac:chgData name="u202210066 (Palma Obispo, Adrian Enrique Jesus)" userId="S::u202210066@upc.edu.pe::ef3935b9-c757-44fa-a080-112c7bcdc337" providerId="AD" clId="Web-{B6E66B09-71E4-5B6B-DD95-BC16A7788F3E}" dt="2026-05-04T01:55:36.701" v="347" actId="20577"/>
          <ac:spMkLst>
            <pc:docMk/>
            <pc:sldMk cId="0" sldId="259"/>
            <ac:spMk id="127" creationId="{00000000-0000-0000-0000-000000000000}"/>
          </ac:spMkLst>
        </pc:spChg>
      </pc:sldChg>
      <pc:sldChg chg="modSp">
        <pc:chgData name="u202210066 (Palma Obispo, Adrian Enrique Jesus)" userId="S::u202210066@upc.edu.pe::ef3935b9-c757-44fa-a080-112c7bcdc337" providerId="AD" clId="Web-{B6E66B09-71E4-5B6B-DD95-BC16A7788F3E}" dt="2026-05-04T01:42:16.591" v="241" actId="20577"/>
        <pc:sldMkLst>
          <pc:docMk/>
          <pc:sldMk cId="0" sldId="260"/>
        </pc:sldMkLst>
        <pc:spChg chg="mod">
          <ac:chgData name="u202210066 (Palma Obispo, Adrian Enrique Jesus)" userId="S::u202210066@upc.edu.pe::ef3935b9-c757-44fa-a080-112c7bcdc337" providerId="AD" clId="Web-{B6E66B09-71E4-5B6B-DD95-BC16A7788F3E}" dt="2026-05-04T01:42:16.591" v="241" actId="20577"/>
          <ac:spMkLst>
            <pc:docMk/>
            <pc:sldMk cId="0" sldId="260"/>
            <ac:spMk id="134" creationId="{00000000-0000-0000-0000-000000000000}"/>
          </ac:spMkLst>
        </pc:spChg>
      </pc:sldChg>
    </pc:docChg>
  </pc:docChgLst>
  <pc:docChgLst>
    <pc:chgData name="u202210066 (Palma Obispo, Adrian Enrique Jesus)" userId="S::u202210066@upc.edu.pe::ef3935b9-c757-44fa-a080-112c7bcdc337" providerId="AD" clId="Web-{7722EFF0-2605-F942-5D7A-EEF3C519EFA0}"/>
    <pc:docChg chg="addSld delSld modSld">
      <pc:chgData name="u202210066 (Palma Obispo, Adrian Enrique Jesus)" userId="S::u202210066@upc.edu.pe::ef3935b9-c757-44fa-a080-112c7bcdc337" providerId="AD" clId="Web-{7722EFF0-2605-F942-5D7A-EEF3C519EFA0}" dt="2026-05-12T13:36:44.126" v="127"/>
      <pc:docMkLst>
        <pc:docMk/>
      </pc:docMkLst>
      <pc:sldChg chg="modSp">
        <pc:chgData name="u202210066 (Palma Obispo, Adrian Enrique Jesus)" userId="S::u202210066@upc.edu.pe::ef3935b9-c757-44fa-a080-112c7bcdc337" providerId="AD" clId="Web-{7722EFF0-2605-F942-5D7A-EEF3C519EFA0}" dt="2026-05-12T13:34:15.853" v="116" actId="14100"/>
        <pc:sldMkLst>
          <pc:docMk/>
          <pc:sldMk cId="0" sldId="263"/>
        </pc:sldMkLst>
        <pc:spChg chg="mod">
          <ac:chgData name="u202210066 (Palma Obispo, Adrian Enrique Jesus)" userId="S::u202210066@upc.edu.pe::ef3935b9-c757-44fa-a080-112c7bcdc337" providerId="AD" clId="Web-{7722EFF0-2605-F942-5D7A-EEF3C519EFA0}" dt="2026-05-12T13:33:58.430" v="110" actId="20577"/>
          <ac:spMkLst>
            <pc:docMk/>
            <pc:sldMk cId="0" sldId="263"/>
            <ac:spMk id="176" creationId="{00000000-0000-0000-0000-000000000000}"/>
          </ac:spMkLst>
        </pc:spChg>
        <pc:spChg chg="mod">
          <ac:chgData name="u202210066 (Palma Obispo, Adrian Enrique Jesus)" userId="S::u202210066@upc.edu.pe::ef3935b9-c757-44fa-a080-112c7bcdc337" providerId="AD" clId="Web-{7722EFF0-2605-F942-5D7A-EEF3C519EFA0}" dt="2026-05-12T13:34:15.853" v="116" actId="14100"/>
          <ac:spMkLst>
            <pc:docMk/>
            <pc:sldMk cId="0" sldId="263"/>
            <ac:spMk id="178" creationId="{00000000-0000-0000-0000-000000000000}"/>
          </ac:spMkLst>
        </pc:spChg>
        <pc:spChg chg="mod">
          <ac:chgData name="u202210066 (Palma Obispo, Adrian Enrique Jesus)" userId="S::u202210066@upc.edu.pe::ef3935b9-c757-44fa-a080-112c7bcdc337" providerId="AD" clId="Web-{7722EFF0-2605-F942-5D7A-EEF3C519EFA0}" dt="2026-05-12T13:34:12.477" v="115" actId="14100"/>
          <ac:spMkLst>
            <pc:docMk/>
            <pc:sldMk cId="0" sldId="263"/>
            <ac:spMk id="180" creationId="{00000000-0000-0000-0000-000000000000}"/>
          </ac:spMkLst>
        </pc:spChg>
      </pc:sldChg>
      <pc:sldChg chg="modSp">
        <pc:chgData name="u202210066 (Palma Obispo, Adrian Enrique Jesus)" userId="S::u202210066@upc.edu.pe::ef3935b9-c757-44fa-a080-112c7bcdc337" providerId="AD" clId="Web-{7722EFF0-2605-F942-5D7A-EEF3C519EFA0}" dt="2026-05-12T13:32:12.455" v="103" actId="14100"/>
        <pc:sldMkLst>
          <pc:docMk/>
          <pc:sldMk cId="0" sldId="264"/>
        </pc:sldMkLst>
        <pc:spChg chg="mod">
          <ac:chgData name="u202210066 (Palma Obispo, Adrian Enrique Jesus)" userId="S::u202210066@upc.edu.pe::ef3935b9-c757-44fa-a080-112c7bcdc337" providerId="AD" clId="Web-{7722EFF0-2605-F942-5D7A-EEF3C519EFA0}" dt="2026-05-12T13:31:43.892" v="98" actId="14100"/>
          <ac:spMkLst>
            <pc:docMk/>
            <pc:sldMk cId="0" sldId="264"/>
            <ac:spMk id="15" creationId="{A8CB71F7-E305-9ABA-4D4E-36865F5EAF80}"/>
          </ac:spMkLst>
        </pc:spChg>
        <pc:spChg chg="mod">
          <ac:chgData name="u202210066 (Palma Obispo, Adrian Enrique Jesus)" userId="S::u202210066@upc.edu.pe::ef3935b9-c757-44fa-a080-112c7bcdc337" providerId="AD" clId="Web-{7722EFF0-2605-F942-5D7A-EEF3C519EFA0}" dt="2026-05-12T13:31:54.704" v="100" actId="14100"/>
          <ac:spMkLst>
            <pc:docMk/>
            <pc:sldMk cId="0" sldId="264"/>
            <ac:spMk id="19" creationId="{9019F136-0D18-B6A3-D400-9EAF1726D309}"/>
          </ac:spMkLst>
        </pc:spChg>
      </pc:sldChg>
      <pc:sldChg chg="mod modShow">
        <pc:chgData name="u202210066 (Palma Obispo, Adrian Enrique Jesus)" userId="S::u202210066@upc.edu.pe::ef3935b9-c757-44fa-a080-112c7bcdc337" providerId="AD" clId="Web-{7722EFF0-2605-F942-5D7A-EEF3C519EFA0}" dt="2026-05-12T13:35:52.514" v="117"/>
        <pc:sldMkLst>
          <pc:docMk/>
          <pc:sldMk cId="3094791880" sldId="285"/>
        </pc:sldMkLst>
      </pc:sldChg>
      <pc:sldChg chg="add del">
        <pc:chgData name="u202210066 (Palma Obispo, Adrian Enrique Jesus)" userId="S::u202210066@upc.edu.pe::ef3935b9-c757-44fa-a080-112c7bcdc337" providerId="AD" clId="Web-{7722EFF0-2605-F942-5D7A-EEF3C519EFA0}" dt="2026-05-12T13:15:48.789" v="16"/>
        <pc:sldMkLst>
          <pc:docMk/>
          <pc:sldMk cId="3955171613" sldId="300"/>
        </pc:sldMkLst>
      </pc:sldChg>
      <pc:sldChg chg="add del">
        <pc:chgData name="u202210066 (Palma Obispo, Adrian Enrique Jesus)" userId="S::u202210066@upc.edu.pe::ef3935b9-c757-44fa-a080-112c7bcdc337" providerId="AD" clId="Web-{7722EFF0-2605-F942-5D7A-EEF3C519EFA0}" dt="2026-05-12T13:15:53.368" v="17"/>
        <pc:sldMkLst>
          <pc:docMk/>
          <pc:sldMk cId="2679823270" sldId="302"/>
        </pc:sldMkLst>
      </pc:sldChg>
      <pc:sldChg chg="add del">
        <pc:chgData name="u202210066 (Palma Obispo, Adrian Enrique Jesus)" userId="S::u202210066@upc.edu.pe::ef3935b9-c757-44fa-a080-112c7bcdc337" providerId="AD" clId="Web-{7722EFF0-2605-F942-5D7A-EEF3C519EFA0}" dt="2026-05-12T13:15:57.852" v="20"/>
        <pc:sldMkLst>
          <pc:docMk/>
          <pc:sldMk cId="3101161776" sldId="304"/>
        </pc:sldMkLst>
      </pc:sldChg>
      <pc:sldChg chg="add del">
        <pc:chgData name="u202210066 (Palma Obispo, Adrian Enrique Jesus)" userId="S::u202210066@upc.edu.pe::ef3935b9-c757-44fa-a080-112c7bcdc337" providerId="AD" clId="Web-{7722EFF0-2605-F942-5D7A-EEF3C519EFA0}" dt="2026-05-12T13:15:56.227" v="19"/>
        <pc:sldMkLst>
          <pc:docMk/>
          <pc:sldMk cId="1328506594" sldId="306"/>
        </pc:sldMkLst>
      </pc:sldChg>
      <pc:sldChg chg="add del">
        <pc:chgData name="u202210066 (Palma Obispo, Adrian Enrique Jesus)" userId="S::u202210066@upc.edu.pe::ef3935b9-c757-44fa-a080-112c7bcdc337" providerId="AD" clId="Web-{7722EFF0-2605-F942-5D7A-EEF3C519EFA0}" dt="2026-05-12T13:15:54.602" v="18"/>
        <pc:sldMkLst>
          <pc:docMk/>
          <pc:sldMk cId="3085410001" sldId="308"/>
        </pc:sldMkLst>
      </pc:sldChg>
      <pc:sldChg chg="addSp delSp modSp add replId">
        <pc:chgData name="u202210066 (Palma Obispo, Adrian Enrique Jesus)" userId="S::u202210066@upc.edu.pe::ef3935b9-c757-44fa-a080-112c7bcdc337" providerId="AD" clId="Web-{7722EFF0-2605-F942-5D7A-EEF3C519EFA0}" dt="2026-05-12T13:30:33.515" v="94"/>
        <pc:sldMkLst>
          <pc:docMk/>
          <pc:sldMk cId="2764230477" sldId="311"/>
        </pc:sldMkLst>
        <pc:spChg chg="mod">
          <ac:chgData name="u202210066 (Palma Obispo, Adrian Enrique Jesus)" userId="S::u202210066@upc.edu.pe::ef3935b9-c757-44fa-a080-112c7bcdc337" providerId="AD" clId="Web-{7722EFF0-2605-F942-5D7A-EEF3C519EFA0}" dt="2026-05-12T13:16:49.371" v="30" actId="20577"/>
          <ac:spMkLst>
            <pc:docMk/>
            <pc:sldMk cId="2764230477" sldId="311"/>
            <ac:spMk id="3" creationId="{52863DB4-D1C5-7DC2-AB6A-0EA28D81EE0D}"/>
          </ac:spMkLst>
        </pc:spChg>
        <pc:spChg chg="add del mod">
          <ac:chgData name="u202210066 (Palma Obispo, Adrian Enrique Jesus)" userId="S::u202210066@upc.edu.pe::ef3935b9-c757-44fa-a080-112c7bcdc337" providerId="AD" clId="Web-{7722EFF0-2605-F942-5D7A-EEF3C519EFA0}" dt="2026-05-12T13:30:33.515" v="94"/>
          <ac:spMkLst>
            <pc:docMk/>
            <pc:sldMk cId="2764230477" sldId="311"/>
            <ac:spMk id="16" creationId="{95C3C895-9691-DDE1-5C6A-76099C0040E2}"/>
          </ac:spMkLst>
        </pc:spChg>
        <pc:graphicFrameChg chg="add mod">
          <ac:chgData name="u202210066 (Palma Obispo, Adrian Enrique Jesus)" userId="S::u202210066@upc.edu.pe::ef3935b9-c757-44fa-a080-112c7bcdc337" providerId="AD" clId="Web-{7722EFF0-2605-F942-5D7A-EEF3C519EFA0}" dt="2026-05-12T13:16:41.543" v="25"/>
          <ac:graphicFrameMkLst>
            <pc:docMk/>
            <pc:sldMk cId="2764230477" sldId="311"/>
            <ac:graphicFrameMk id="4" creationId="{7AF11902-BD2D-0B63-E573-4DE816B662E4}"/>
          </ac:graphicFrameMkLst>
        </pc:graphicFrameChg>
      </pc:sldChg>
      <pc:sldChg chg="addSp delSp modSp add replId">
        <pc:chgData name="u202210066 (Palma Obispo, Adrian Enrique Jesus)" userId="S::u202210066@upc.edu.pe::ef3935b9-c757-44fa-a080-112c7bcdc337" providerId="AD" clId="Web-{7722EFF0-2605-F942-5D7A-EEF3C519EFA0}" dt="2026-05-12T13:28:13.590" v="82" actId="1076"/>
        <pc:sldMkLst>
          <pc:docMk/>
          <pc:sldMk cId="4095709012" sldId="312"/>
        </pc:sldMkLst>
        <pc:spChg chg="mod">
          <ac:chgData name="u202210066 (Palma Obispo, Adrian Enrique Jesus)" userId="S::u202210066@upc.edu.pe::ef3935b9-c757-44fa-a080-112c7bcdc337" providerId="AD" clId="Web-{7722EFF0-2605-F942-5D7A-EEF3C519EFA0}" dt="2026-05-12T13:27:56.980" v="77" actId="1076"/>
          <ac:spMkLst>
            <pc:docMk/>
            <pc:sldMk cId="4095709012" sldId="312"/>
            <ac:spMk id="3" creationId="{C17E6FA8-9A08-D4DE-CDC8-CA39C851D22F}"/>
          </ac:spMkLst>
        </pc:spChg>
        <pc:spChg chg="add mod">
          <ac:chgData name="u202210066 (Palma Obispo, Adrian Enrique Jesus)" userId="S::u202210066@upc.edu.pe::ef3935b9-c757-44fa-a080-112c7bcdc337" providerId="AD" clId="Web-{7722EFF0-2605-F942-5D7A-EEF3C519EFA0}" dt="2026-05-12T13:28:13.590" v="82" actId="1076"/>
          <ac:spMkLst>
            <pc:docMk/>
            <pc:sldMk cId="4095709012" sldId="312"/>
            <ac:spMk id="7" creationId="{FC199D3A-F055-6F6E-0673-1A0B29C9CF53}"/>
          </ac:spMkLst>
        </pc:spChg>
        <pc:graphicFrameChg chg="add mod">
          <ac:chgData name="u202210066 (Palma Obispo, Adrian Enrique Jesus)" userId="S::u202210066@upc.edu.pe::ef3935b9-c757-44fa-a080-112c7bcdc337" providerId="AD" clId="Web-{7722EFF0-2605-F942-5D7A-EEF3C519EFA0}" dt="2026-05-12T13:27:52.371" v="76" actId="1076"/>
          <ac:graphicFrameMkLst>
            <pc:docMk/>
            <pc:sldMk cId="4095709012" sldId="312"/>
            <ac:graphicFrameMk id="5" creationId="{896B2BD4-D147-8614-2FA5-54820A45B884}"/>
          </ac:graphicFrameMkLst>
        </pc:graphicFrameChg>
      </pc:sldChg>
    </pc:docChg>
  </pc:docChgLst>
  <pc:docChgLst>
    <pc:chgData name="u202214843 (Palomino Santa Cruz, Erick Joaquin)" userId="S::u202214843@upc.edu.pe::3f4f9d94-d1c7-43ef-b19f-c85be680e669" providerId="AD" clId="Web-{20AC004F-517B-5305-CA7B-97B5DD1C58ED}"/>
    <pc:docChg chg="addSld delSld modSld">
      <pc:chgData name="u202214843 (Palomino Santa Cruz, Erick Joaquin)" userId="S::u202214843@upc.edu.pe::3f4f9d94-d1c7-43ef-b19f-c85be680e669" providerId="AD" clId="Web-{20AC004F-517B-5305-CA7B-97B5DD1C58ED}" dt="2026-05-04T01:57:20.145" v="263" actId="20577"/>
      <pc:docMkLst>
        <pc:docMk/>
      </pc:docMkLst>
      <pc:sldChg chg="modSp">
        <pc:chgData name="u202214843 (Palomino Santa Cruz, Erick Joaquin)" userId="S::u202214843@upc.edu.pe::3f4f9d94-d1c7-43ef-b19f-c85be680e669" providerId="AD" clId="Web-{20AC004F-517B-5305-CA7B-97B5DD1C58ED}" dt="2026-05-04T01:25:35.982" v="0" actId="20577"/>
        <pc:sldMkLst>
          <pc:docMk/>
          <pc:sldMk cId="0" sldId="256"/>
        </pc:sldMkLst>
        <pc:spChg chg="mod">
          <ac:chgData name="u202214843 (Palomino Santa Cruz, Erick Joaquin)" userId="S::u202214843@upc.edu.pe::3f4f9d94-d1c7-43ef-b19f-c85be680e669" providerId="AD" clId="Web-{20AC004F-517B-5305-CA7B-97B5DD1C58ED}" dt="2026-05-04T01:25:35.982" v="0" actId="20577"/>
          <ac:spMkLst>
            <pc:docMk/>
            <pc:sldMk cId="0" sldId="256"/>
            <ac:spMk id="85" creationId="{00000000-0000-0000-0000-000000000000}"/>
          </ac:spMkLst>
        </pc:spChg>
      </pc:sldChg>
      <pc:sldChg chg="delSp modSp">
        <pc:chgData name="u202214843 (Palomino Santa Cruz, Erick Joaquin)" userId="S::u202214843@upc.edu.pe::3f4f9d94-d1c7-43ef-b19f-c85be680e669" providerId="AD" clId="Web-{20AC004F-517B-5305-CA7B-97B5DD1C58ED}" dt="2026-05-04T01:33:20.377" v="70"/>
        <pc:sldMkLst>
          <pc:docMk/>
          <pc:sldMk cId="0" sldId="262"/>
        </pc:sldMkLst>
        <pc:spChg chg="mod">
          <ac:chgData name="u202214843 (Palomino Santa Cruz, Erick Joaquin)" userId="S::u202214843@upc.edu.pe::3f4f9d94-d1c7-43ef-b19f-c85be680e669" providerId="AD" clId="Web-{20AC004F-517B-5305-CA7B-97B5DD1C58ED}" dt="2026-05-04T01:27:35.600" v="13" actId="14100"/>
          <ac:spMkLst>
            <pc:docMk/>
            <pc:sldMk cId="0" sldId="262"/>
            <ac:spMk id="152" creationId="{00000000-0000-0000-0000-000000000000}"/>
          </ac:spMkLst>
        </pc:spChg>
        <pc:spChg chg="mod">
          <ac:chgData name="u202214843 (Palomino Santa Cruz, Erick Joaquin)" userId="S::u202214843@upc.edu.pe::3f4f9d94-d1c7-43ef-b19f-c85be680e669" providerId="AD" clId="Web-{20AC004F-517B-5305-CA7B-97B5DD1C58ED}" dt="2026-05-04T01:31:06.374" v="54" actId="1076"/>
          <ac:spMkLst>
            <pc:docMk/>
            <pc:sldMk cId="0" sldId="262"/>
            <ac:spMk id="156" creationId="{00000000-0000-0000-0000-000000000000}"/>
          </ac:spMkLst>
        </pc:spChg>
        <pc:spChg chg="mod">
          <ac:chgData name="u202214843 (Palomino Santa Cruz, Erick Joaquin)" userId="S::u202214843@upc.edu.pe::3f4f9d94-d1c7-43ef-b19f-c85be680e669" providerId="AD" clId="Web-{20AC004F-517B-5305-CA7B-97B5DD1C58ED}" dt="2026-05-04T01:31:43.844" v="57" actId="20577"/>
          <ac:spMkLst>
            <pc:docMk/>
            <pc:sldMk cId="0" sldId="262"/>
            <ac:spMk id="157" creationId="{00000000-0000-0000-0000-000000000000}"/>
          </ac:spMkLst>
        </pc:spChg>
        <pc:spChg chg="mod">
          <ac:chgData name="u202214843 (Palomino Santa Cruz, Erick Joaquin)" userId="S::u202214843@upc.edu.pe::3f4f9d94-d1c7-43ef-b19f-c85be680e669" providerId="AD" clId="Web-{20AC004F-517B-5305-CA7B-97B5DD1C58ED}" dt="2026-05-04T01:32:13.735" v="62" actId="1076"/>
          <ac:spMkLst>
            <pc:docMk/>
            <pc:sldMk cId="0" sldId="262"/>
            <ac:spMk id="158" creationId="{00000000-0000-0000-0000-000000000000}"/>
          </ac:spMkLst>
        </pc:spChg>
        <pc:spChg chg="mod">
          <ac:chgData name="u202214843 (Palomino Santa Cruz, Erick Joaquin)" userId="S::u202214843@upc.edu.pe::3f4f9d94-d1c7-43ef-b19f-c85be680e669" providerId="AD" clId="Web-{20AC004F-517B-5305-CA7B-97B5DD1C58ED}" dt="2026-05-04T01:32:57.064" v="66" actId="14100"/>
          <ac:spMkLst>
            <pc:docMk/>
            <pc:sldMk cId="0" sldId="262"/>
            <ac:spMk id="160" creationId="{00000000-0000-0000-0000-000000000000}"/>
          </ac:spMkLst>
        </pc:spChg>
        <pc:spChg chg="mod">
          <ac:chgData name="u202214843 (Palomino Santa Cruz, Erick Joaquin)" userId="S::u202214843@upc.edu.pe::3f4f9d94-d1c7-43ef-b19f-c85be680e669" providerId="AD" clId="Web-{20AC004F-517B-5305-CA7B-97B5DD1C58ED}" dt="2026-05-04T01:32:39.376" v="64" actId="20577"/>
          <ac:spMkLst>
            <pc:docMk/>
            <pc:sldMk cId="0" sldId="262"/>
            <ac:spMk id="161" creationId="{00000000-0000-0000-0000-000000000000}"/>
          </ac:spMkLst>
        </pc:spChg>
        <pc:spChg chg="mod">
          <ac:chgData name="u202214843 (Palomino Santa Cruz, Erick Joaquin)" userId="S::u202214843@upc.edu.pe::3f4f9d94-d1c7-43ef-b19f-c85be680e669" providerId="AD" clId="Web-{20AC004F-517B-5305-CA7B-97B5DD1C58ED}" dt="2026-05-04T01:33:12.205" v="68" actId="20577"/>
          <ac:spMkLst>
            <pc:docMk/>
            <pc:sldMk cId="0" sldId="262"/>
            <ac:spMk id="162" creationId="{00000000-0000-0000-0000-000000000000}"/>
          </ac:spMkLst>
        </pc:spChg>
        <pc:picChg chg="mod">
          <ac:chgData name="u202214843 (Palomino Santa Cruz, Erick Joaquin)" userId="S::u202214843@upc.edu.pe::3f4f9d94-d1c7-43ef-b19f-c85be680e669" providerId="AD" clId="Web-{20AC004F-517B-5305-CA7B-97B5DD1C58ED}" dt="2026-05-04T01:30:44.436" v="49" actId="1076"/>
          <ac:picMkLst>
            <pc:docMk/>
            <pc:sldMk cId="0" sldId="262"/>
            <ac:picMk id="165" creationId="{00000000-0000-0000-0000-000000000000}"/>
          </ac:picMkLst>
        </pc:picChg>
        <pc:cxnChg chg="mod">
          <ac:chgData name="u202214843 (Palomino Santa Cruz, Erick Joaquin)" userId="S::u202214843@upc.edu.pe::3f4f9d94-d1c7-43ef-b19f-c85be680e669" providerId="AD" clId="Web-{20AC004F-517B-5305-CA7B-97B5DD1C58ED}" dt="2026-05-04T01:31:10.218" v="55" actId="1076"/>
          <ac:cxnSpMkLst>
            <pc:docMk/>
            <pc:sldMk cId="0" sldId="262"/>
            <ac:cxnSpMk id="153" creationId="{00000000-0000-0000-0000-000000000000}"/>
          </ac:cxnSpMkLst>
        </pc:cxnChg>
        <pc:cxnChg chg="mod">
          <ac:chgData name="u202214843 (Palomino Santa Cruz, Erick Joaquin)" userId="S::u202214843@upc.edu.pe::3f4f9d94-d1c7-43ef-b19f-c85be680e669" providerId="AD" clId="Web-{20AC004F-517B-5305-CA7B-97B5DD1C58ED}" dt="2026-05-04T01:32:50.017" v="65" actId="1076"/>
          <ac:cxnSpMkLst>
            <pc:docMk/>
            <pc:sldMk cId="0" sldId="262"/>
            <ac:cxnSpMk id="159" creationId="{00000000-0000-0000-0000-000000000000}"/>
          </ac:cxnSpMkLst>
        </pc:cxnChg>
      </pc:sldChg>
      <pc:sldChg chg="modSp">
        <pc:chgData name="u202214843 (Palomino Santa Cruz, Erick Joaquin)" userId="S::u202214843@upc.edu.pe::3f4f9d94-d1c7-43ef-b19f-c85be680e669" providerId="AD" clId="Web-{20AC004F-517B-5305-CA7B-97B5DD1C58ED}" dt="2026-05-04T01:46:46.211" v="105" actId="14100"/>
        <pc:sldMkLst>
          <pc:docMk/>
          <pc:sldMk cId="0" sldId="263"/>
        </pc:sldMkLst>
        <pc:spChg chg="mod">
          <ac:chgData name="u202214843 (Palomino Santa Cruz, Erick Joaquin)" userId="S::u202214843@upc.edu.pe::3f4f9d94-d1c7-43ef-b19f-c85be680e669" providerId="AD" clId="Web-{20AC004F-517B-5305-CA7B-97B5DD1C58ED}" dt="2026-05-04T01:46:46.211" v="105" actId="14100"/>
          <ac:spMkLst>
            <pc:docMk/>
            <pc:sldMk cId="0" sldId="263"/>
            <ac:spMk id="170" creationId="{00000000-0000-0000-0000-000000000000}"/>
          </ac:spMkLst>
        </pc:spChg>
        <pc:spChg chg="mod">
          <ac:chgData name="u202214843 (Palomino Santa Cruz, Erick Joaquin)" userId="S::u202214843@upc.edu.pe::3f4f9d94-d1c7-43ef-b19f-c85be680e669" providerId="AD" clId="Web-{20AC004F-517B-5305-CA7B-97B5DD1C58ED}" dt="2026-05-04T01:35:43.911" v="83" actId="1076"/>
          <ac:spMkLst>
            <pc:docMk/>
            <pc:sldMk cId="0" sldId="263"/>
            <ac:spMk id="173" creationId="{00000000-0000-0000-0000-000000000000}"/>
          </ac:spMkLst>
        </pc:spChg>
        <pc:spChg chg="mod">
          <ac:chgData name="u202214843 (Palomino Santa Cruz, Erick Joaquin)" userId="S::u202214843@upc.edu.pe::3f4f9d94-d1c7-43ef-b19f-c85be680e669" providerId="AD" clId="Web-{20AC004F-517B-5305-CA7B-97B5DD1C58ED}" dt="2026-05-04T01:44:02" v="90" actId="20577"/>
          <ac:spMkLst>
            <pc:docMk/>
            <pc:sldMk cId="0" sldId="263"/>
            <ac:spMk id="174" creationId="{00000000-0000-0000-0000-000000000000}"/>
          </ac:spMkLst>
        </pc:spChg>
        <pc:spChg chg="mod">
          <ac:chgData name="u202214843 (Palomino Santa Cruz, Erick Joaquin)" userId="S::u202214843@upc.edu.pe::3f4f9d94-d1c7-43ef-b19f-c85be680e669" providerId="AD" clId="Web-{20AC004F-517B-5305-CA7B-97B5DD1C58ED}" dt="2026-05-04T01:33:27.471" v="72" actId="14100"/>
          <ac:spMkLst>
            <pc:docMk/>
            <pc:sldMk cId="0" sldId="263"/>
            <ac:spMk id="175" creationId="{00000000-0000-0000-0000-000000000000}"/>
          </ac:spMkLst>
        </pc:spChg>
        <pc:spChg chg="mod">
          <ac:chgData name="u202214843 (Palomino Santa Cruz, Erick Joaquin)" userId="S::u202214843@upc.edu.pe::3f4f9d94-d1c7-43ef-b19f-c85be680e669" providerId="AD" clId="Web-{20AC004F-517B-5305-CA7B-97B5DD1C58ED}" dt="2026-05-04T01:44:44.174" v="100" actId="1076"/>
          <ac:spMkLst>
            <pc:docMk/>
            <pc:sldMk cId="0" sldId="263"/>
            <ac:spMk id="176" creationId="{00000000-0000-0000-0000-000000000000}"/>
          </ac:spMkLst>
        </pc:spChg>
        <pc:spChg chg="mod">
          <ac:chgData name="u202214843 (Palomino Santa Cruz, Erick Joaquin)" userId="S::u202214843@upc.edu.pe::3f4f9d94-d1c7-43ef-b19f-c85be680e669" providerId="AD" clId="Web-{20AC004F-517B-5305-CA7B-97B5DD1C58ED}" dt="2026-05-04T01:33:30.253" v="73" actId="14100"/>
          <ac:spMkLst>
            <pc:docMk/>
            <pc:sldMk cId="0" sldId="263"/>
            <ac:spMk id="177" creationId="{00000000-0000-0000-0000-000000000000}"/>
          </ac:spMkLst>
        </pc:spChg>
        <pc:spChg chg="mod">
          <ac:chgData name="u202214843 (Palomino Santa Cruz, Erick Joaquin)" userId="S::u202214843@upc.edu.pe::3f4f9d94-d1c7-43ef-b19f-c85be680e669" providerId="AD" clId="Web-{20AC004F-517B-5305-CA7B-97B5DD1C58ED}" dt="2026-05-04T01:44:39.439" v="99" actId="1076"/>
          <ac:spMkLst>
            <pc:docMk/>
            <pc:sldMk cId="0" sldId="263"/>
            <ac:spMk id="178" creationId="{00000000-0000-0000-0000-000000000000}"/>
          </ac:spMkLst>
        </pc:spChg>
        <pc:spChg chg="mod">
          <ac:chgData name="u202214843 (Palomino Santa Cruz, Erick Joaquin)" userId="S::u202214843@upc.edu.pe::3f4f9d94-d1c7-43ef-b19f-c85be680e669" providerId="AD" clId="Web-{20AC004F-517B-5305-CA7B-97B5DD1C58ED}" dt="2026-05-04T01:44:57.894" v="101" actId="1076"/>
          <ac:spMkLst>
            <pc:docMk/>
            <pc:sldMk cId="0" sldId="263"/>
            <ac:spMk id="179" creationId="{00000000-0000-0000-0000-000000000000}"/>
          </ac:spMkLst>
        </pc:spChg>
        <pc:spChg chg="mod">
          <ac:chgData name="u202214843 (Palomino Santa Cruz, Erick Joaquin)" userId="S::u202214843@upc.edu.pe::3f4f9d94-d1c7-43ef-b19f-c85be680e669" providerId="AD" clId="Web-{20AC004F-517B-5305-CA7B-97B5DD1C58ED}" dt="2026-05-04T01:44:27.517" v="98" actId="20577"/>
          <ac:spMkLst>
            <pc:docMk/>
            <pc:sldMk cId="0" sldId="263"/>
            <ac:spMk id="180" creationId="{00000000-0000-0000-0000-000000000000}"/>
          </ac:spMkLst>
        </pc:spChg>
        <pc:cxnChg chg="mod">
          <ac:chgData name="u202214843 (Palomino Santa Cruz, Erick Joaquin)" userId="S::u202214843@upc.edu.pe::3f4f9d94-d1c7-43ef-b19f-c85be680e669" providerId="AD" clId="Web-{20AC004F-517B-5305-CA7B-97B5DD1C58ED}" dt="2026-05-04T01:35:50.474" v="85" actId="1076"/>
          <ac:cxnSpMkLst>
            <pc:docMk/>
            <pc:sldMk cId="0" sldId="263"/>
            <ac:cxnSpMk id="172" creationId="{00000000-0000-0000-0000-000000000000}"/>
          </ac:cxnSpMkLst>
        </pc:cxnChg>
      </pc:sldChg>
      <pc:sldChg chg="addSp delSp modSp">
        <pc:chgData name="u202214843 (Palomino Santa Cruz, Erick Joaquin)" userId="S::u202214843@upc.edu.pe::3f4f9d94-d1c7-43ef-b19f-c85be680e669" providerId="AD" clId="Web-{20AC004F-517B-5305-CA7B-97B5DD1C58ED}" dt="2026-05-04T01:50:40.765" v="144" actId="20577"/>
        <pc:sldMkLst>
          <pc:docMk/>
          <pc:sldMk cId="0" sldId="264"/>
        </pc:sldMkLst>
        <pc:spChg chg="add mod">
          <ac:chgData name="u202214843 (Palomino Santa Cruz, Erick Joaquin)" userId="S::u202214843@upc.edu.pe::3f4f9d94-d1c7-43ef-b19f-c85be680e669" providerId="AD" clId="Web-{20AC004F-517B-5305-CA7B-97B5DD1C58ED}" dt="2026-05-04T01:47:29.509" v="131" actId="20577"/>
          <ac:spMkLst>
            <pc:docMk/>
            <pc:sldMk cId="0" sldId="264"/>
            <ac:spMk id="9" creationId="{6067D944-4A77-4350-2DA2-8D12B5E64F9D}"/>
          </ac:spMkLst>
        </pc:spChg>
        <pc:spChg chg="add mod">
          <ac:chgData name="u202214843 (Palomino Santa Cruz, Erick Joaquin)" userId="S::u202214843@upc.edu.pe::3f4f9d94-d1c7-43ef-b19f-c85be680e669" providerId="AD" clId="Web-{20AC004F-517B-5305-CA7B-97B5DD1C58ED}" dt="2026-05-04T01:47:42.291" v="135" actId="20577"/>
          <ac:spMkLst>
            <pc:docMk/>
            <pc:sldMk cId="0" sldId="264"/>
            <ac:spMk id="11" creationId="{45D7EA87-6965-E8E5-D7AF-D06323DA4F79}"/>
          </ac:spMkLst>
        </pc:spChg>
        <pc:spChg chg="add">
          <ac:chgData name="u202214843 (Palomino Santa Cruz, Erick Joaquin)" userId="S::u202214843@upc.edu.pe::3f4f9d94-d1c7-43ef-b19f-c85be680e669" providerId="AD" clId="Web-{20AC004F-517B-5305-CA7B-97B5DD1C58ED}" dt="2026-05-04T01:47:15.087" v="119"/>
          <ac:spMkLst>
            <pc:docMk/>
            <pc:sldMk cId="0" sldId="264"/>
            <ac:spMk id="13" creationId="{7DA2C0F2-8C6C-FA8E-C686-C7BB45040DD0}"/>
          </ac:spMkLst>
        </pc:spChg>
        <pc:spChg chg="add mod">
          <ac:chgData name="u202214843 (Palomino Santa Cruz, Erick Joaquin)" userId="S::u202214843@upc.edu.pe::3f4f9d94-d1c7-43ef-b19f-c85be680e669" providerId="AD" clId="Web-{20AC004F-517B-5305-CA7B-97B5DD1C58ED}" dt="2026-05-04T01:50:31.967" v="142" actId="20577"/>
          <ac:spMkLst>
            <pc:docMk/>
            <pc:sldMk cId="0" sldId="264"/>
            <ac:spMk id="15" creationId="{A8CB71F7-E305-9ABA-4D4E-36865F5EAF80}"/>
          </ac:spMkLst>
        </pc:spChg>
        <pc:spChg chg="add">
          <ac:chgData name="u202214843 (Palomino Santa Cruz, Erick Joaquin)" userId="S::u202214843@upc.edu.pe::3f4f9d94-d1c7-43ef-b19f-c85be680e669" providerId="AD" clId="Web-{20AC004F-517B-5305-CA7B-97B5DD1C58ED}" dt="2026-05-04T01:47:15.118" v="121"/>
          <ac:spMkLst>
            <pc:docMk/>
            <pc:sldMk cId="0" sldId="264"/>
            <ac:spMk id="17" creationId="{F299C74C-1CB0-E344-B5C4-6BBE24D82E65}"/>
          </ac:spMkLst>
        </pc:spChg>
        <pc:spChg chg="add mod">
          <ac:chgData name="u202214843 (Palomino Santa Cruz, Erick Joaquin)" userId="S::u202214843@upc.edu.pe::3f4f9d94-d1c7-43ef-b19f-c85be680e669" providerId="AD" clId="Web-{20AC004F-517B-5305-CA7B-97B5DD1C58ED}" dt="2026-05-04T01:50:32.874" v="143" actId="20577"/>
          <ac:spMkLst>
            <pc:docMk/>
            <pc:sldMk cId="0" sldId="264"/>
            <ac:spMk id="19" creationId="{9019F136-0D18-B6A3-D400-9EAF1726D309}"/>
          </ac:spMkLst>
        </pc:spChg>
        <pc:cxnChg chg="add mod">
          <ac:chgData name="u202214843 (Palomino Santa Cruz, Erick Joaquin)" userId="S::u202214843@upc.edu.pe::3f4f9d94-d1c7-43ef-b19f-c85be680e669" providerId="AD" clId="Web-{20AC004F-517B-5305-CA7B-97B5DD1C58ED}" dt="2026-05-04T01:47:49.088" v="136" actId="1076"/>
          <ac:cxnSpMkLst>
            <pc:docMk/>
            <pc:sldMk cId="0" sldId="264"/>
            <ac:cxnSpMk id="7" creationId="{B928FAAC-9134-60DF-6D1E-7734851AA0B0}"/>
          </ac:cxnSpMkLst>
        </pc:cxnChg>
      </pc:sldChg>
      <pc:sldChg chg="addSp delSp modSp">
        <pc:chgData name="u202214843 (Palomino Santa Cruz, Erick Joaquin)" userId="S::u202214843@upc.edu.pe::3f4f9d94-d1c7-43ef-b19f-c85be680e669" providerId="AD" clId="Web-{20AC004F-517B-5305-CA7B-97B5DD1C58ED}" dt="2026-05-04T01:54:54.659" v="218" actId="20577"/>
        <pc:sldMkLst>
          <pc:docMk/>
          <pc:sldMk cId="0" sldId="265"/>
        </pc:sldMkLst>
        <pc:spChg chg="add mod">
          <ac:chgData name="u202214843 (Palomino Santa Cruz, Erick Joaquin)" userId="S::u202214843@upc.edu.pe::3f4f9d94-d1c7-43ef-b19f-c85be680e669" providerId="AD" clId="Web-{20AC004F-517B-5305-CA7B-97B5DD1C58ED}" dt="2026-05-04T01:51:36.203" v="191" actId="1076"/>
          <ac:spMkLst>
            <pc:docMk/>
            <pc:sldMk cId="0" sldId="265"/>
            <ac:spMk id="7" creationId="{3E12CFBC-A1EF-B388-2E9F-8E9ACCDA6D5A}"/>
          </ac:spMkLst>
        </pc:spChg>
        <pc:spChg chg="add mod">
          <ac:chgData name="u202214843 (Palomino Santa Cruz, Erick Joaquin)" userId="S::u202214843@upc.edu.pe::3f4f9d94-d1c7-43ef-b19f-c85be680e669" providerId="AD" clId="Web-{20AC004F-517B-5305-CA7B-97B5DD1C58ED}" dt="2026-05-04T01:51:39.172" v="192" actId="1076"/>
          <ac:spMkLst>
            <pc:docMk/>
            <pc:sldMk cId="0" sldId="265"/>
            <ac:spMk id="9" creationId="{5E11B661-9A50-D852-1DAD-E72A6AD076CC}"/>
          </ac:spMkLst>
        </pc:spChg>
        <pc:spChg chg="add mod">
          <ac:chgData name="u202214843 (Palomino Santa Cruz, Erick Joaquin)" userId="S::u202214843@upc.edu.pe::3f4f9d94-d1c7-43ef-b19f-c85be680e669" providerId="AD" clId="Web-{20AC004F-517B-5305-CA7B-97B5DD1C58ED}" dt="2026-05-04T01:53:01.923" v="209" actId="20577"/>
          <ac:spMkLst>
            <pc:docMk/>
            <pc:sldMk cId="0" sldId="265"/>
            <ac:spMk id="13" creationId="{264CA7EC-48C8-B250-96CD-8AFB8C463A40}"/>
          </ac:spMkLst>
        </pc:spChg>
        <pc:spChg chg="add mod">
          <ac:chgData name="u202214843 (Palomino Santa Cruz, Erick Joaquin)" userId="S::u202214843@upc.edu.pe::3f4f9d94-d1c7-43ef-b19f-c85be680e669" providerId="AD" clId="Web-{20AC004F-517B-5305-CA7B-97B5DD1C58ED}" dt="2026-05-04T01:54:33.284" v="212" actId="20577"/>
          <ac:spMkLst>
            <pc:docMk/>
            <pc:sldMk cId="0" sldId="265"/>
            <ac:spMk id="15" creationId="{B0B90B8A-F4C1-972A-FFE6-2B0448267EA6}"/>
          </ac:spMkLst>
        </pc:spChg>
        <pc:spChg chg="add mod">
          <ac:chgData name="u202214843 (Palomino Santa Cruz, Erick Joaquin)" userId="S::u202214843@upc.edu.pe::3f4f9d94-d1c7-43ef-b19f-c85be680e669" providerId="AD" clId="Web-{20AC004F-517B-5305-CA7B-97B5DD1C58ED}" dt="2026-05-04T01:52:22.266" v="198" actId="1076"/>
          <ac:spMkLst>
            <pc:docMk/>
            <pc:sldMk cId="0" sldId="265"/>
            <ac:spMk id="17" creationId="{F2F877AC-26CF-7A03-4135-E852E1F2FF29}"/>
          </ac:spMkLst>
        </pc:spChg>
        <pc:spChg chg="add mod">
          <ac:chgData name="u202214843 (Palomino Santa Cruz, Erick Joaquin)" userId="S::u202214843@upc.edu.pe::3f4f9d94-d1c7-43ef-b19f-c85be680e669" providerId="AD" clId="Web-{20AC004F-517B-5305-CA7B-97B5DD1C58ED}" dt="2026-05-04T01:54:45.893" v="214" actId="20577"/>
          <ac:spMkLst>
            <pc:docMk/>
            <pc:sldMk cId="0" sldId="265"/>
            <ac:spMk id="19" creationId="{C5B3248C-4ECE-4238-06B4-BBEDE30A3F1A}"/>
          </ac:spMkLst>
        </pc:spChg>
        <pc:spChg chg="add mod">
          <ac:chgData name="u202214843 (Palomino Santa Cruz, Erick Joaquin)" userId="S::u202214843@upc.edu.pe::3f4f9d94-d1c7-43ef-b19f-c85be680e669" providerId="AD" clId="Web-{20AC004F-517B-5305-CA7B-97B5DD1C58ED}" dt="2026-05-04T01:52:35.438" v="203" actId="1076"/>
          <ac:spMkLst>
            <pc:docMk/>
            <pc:sldMk cId="0" sldId="265"/>
            <ac:spMk id="21" creationId="{9B5BA33C-D0BF-58F2-E673-946C8787E61F}"/>
          </ac:spMkLst>
        </pc:spChg>
        <pc:spChg chg="add mod">
          <ac:chgData name="u202214843 (Palomino Santa Cruz, Erick Joaquin)" userId="S::u202214843@upc.edu.pe::3f4f9d94-d1c7-43ef-b19f-c85be680e669" providerId="AD" clId="Web-{20AC004F-517B-5305-CA7B-97B5DD1C58ED}" dt="2026-05-04T01:54:52.862" v="217" actId="20577"/>
          <ac:spMkLst>
            <pc:docMk/>
            <pc:sldMk cId="0" sldId="265"/>
            <ac:spMk id="23" creationId="{1A240538-4C3B-A89B-F27B-A66A66D556BB}"/>
          </ac:spMkLst>
        </pc:spChg>
        <pc:spChg chg="add mod">
          <ac:chgData name="u202214843 (Palomino Santa Cruz, Erick Joaquin)" userId="S::u202214843@upc.edu.pe::3f4f9d94-d1c7-43ef-b19f-c85be680e669" providerId="AD" clId="Web-{20AC004F-517B-5305-CA7B-97B5DD1C58ED}" dt="2026-05-04T01:52:49.376" v="206" actId="1076"/>
          <ac:spMkLst>
            <pc:docMk/>
            <pc:sldMk cId="0" sldId="265"/>
            <ac:spMk id="25" creationId="{C739F744-B669-3F99-3397-2EA3BFC09CDC}"/>
          </ac:spMkLst>
        </pc:spChg>
        <pc:spChg chg="add mod">
          <ac:chgData name="u202214843 (Palomino Santa Cruz, Erick Joaquin)" userId="S::u202214843@upc.edu.pe::3f4f9d94-d1c7-43ef-b19f-c85be680e669" providerId="AD" clId="Web-{20AC004F-517B-5305-CA7B-97B5DD1C58ED}" dt="2026-05-04T01:54:54.659" v="218" actId="20577"/>
          <ac:spMkLst>
            <pc:docMk/>
            <pc:sldMk cId="0" sldId="265"/>
            <ac:spMk id="27" creationId="{23271857-3102-3D83-AF28-10890DB3BD9B}"/>
          </ac:spMkLst>
        </pc:spChg>
        <pc:cxnChg chg="add mod">
          <ac:chgData name="u202214843 (Palomino Santa Cruz, Erick Joaquin)" userId="S::u202214843@upc.edu.pe::3f4f9d94-d1c7-43ef-b19f-c85be680e669" providerId="AD" clId="Web-{20AC004F-517B-5305-CA7B-97B5DD1C58ED}" dt="2026-05-04T01:51:07.312" v="171" actId="1076"/>
          <ac:cxnSpMkLst>
            <pc:docMk/>
            <pc:sldMk cId="0" sldId="265"/>
            <ac:cxnSpMk id="11" creationId="{675F88EA-2032-358B-A159-86A673550108}"/>
          </ac:cxnSpMkLst>
        </pc:cxnChg>
      </pc:sldChg>
      <pc:sldChg chg="addSp delSp modSp add del">
        <pc:chgData name="u202214843 (Palomino Santa Cruz, Erick Joaquin)" userId="S::u202214843@upc.edu.pe::3f4f9d94-d1c7-43ef-b19f-c85be680e669" providerId="AD" clId="Web-{20AC004F-517B-5305-CA7B-97B5DD1C58ED}" dt="2026-05-04T01:57:20.145" v="263" actId="20577"/>
        <pc:sldMkLst>
          <pc:docMk/>
          <pc:sldMk cId="0" sldId="266"/>
        </pc:sldMkLst>
        <pc:spChg chg="add mod">
          <ac:chgData name="u202214843 (Palomino Santa Cruz, Erick Joaquin)" userId="S::u202214843@upc.edu.pe::3f4f9d94-d1c7-43ef-b19f-c85be680e669" providerId="AD" clId="Web-{20AC004F-517B-5305-CA7B-97B5DD1C58ED}" dt="2026-05-04T01:55:55.957" v="233"/>
          <ac:spMkLst>
            <pc:docMk/>
            <pc:sldMk cId="0" sldId="266"/>
            <ac:spMk id="7" creationId="{C9D5F594-8B44-8D0E-B3E9-7A77399B1967}"/>
          </ac:spMkLst>
        </pc:spChg>
        <pc:spChg chg="add">
          <ac:chgData name="u202214843 (Palomino Santa Cruz, Erick Joaquin)" userId="S::u202214843@upc.edu.pe::3f4f9d94-d1c7-43ef-b19f-c85be680e669" providerId="AD" clId="Web-{20AC004F-517B-5305-CA7B-97B5DD1C58ED}" dt="2026-05-04T01:55:55.972" v="234"/>
          <ac:spMkLst>
            <pc:docMk/>
            <pc:sldMk cId="0" sldId="266"/>
            <ac:spMk id="9" creationId="{77E05661-67AA-D7A2-FBF8-5B4EBF5A4299}"/>
          </ac:spMkLst>
        </pc:spChg>
        <pc:spChg chg="add mod">
          <ac:chgData name="u202214843 (Palomino Santa Cruz, Erick Joaquin)" userId="S::u202214843@upc.edu.pe::3f4f9d94-d1c7-43ef-b19f-c85be680e669" providerId="AD" clId="Web-{20AC004F-517B-5305-CA7B-97B5DD1C58ED}" dt="2026-05-04T01:56:03.519" v="244" actId="20577"/>
          <ac:spMkLst>
            <pc:docMk/>
            <pc:sldMk cId="0" sldId="266"/>
            <ac:spMk id="13" creationId="{67509810-71C3-3532-5FDB-53C648F17A21}"/>
          </ac:spMkLst>
        </pc:spChg>
        <pc:spChg chg="add mod">
          <ac:chgData name="u202214843 (Palomino Santa Cruz, Erick Joaquin)" userId="S::u202214843@upc.edu.pe::3f4f9d94-d1c7-43ef-b19f-c85be680e669" providerId="AD" clId="Web-{20AC004F-517B-5305-CA7B-97B5DD1C58ED}" dt="2026-05-04T01:56:48.176" v="250" actId="20577"/>
          <ac:spMkLst>
            <pc:docMk/>
            <pc:sldMk cId="0" sldId="266"/>
            <ac:spMk id="15" creationId="{6084F398-8705-8BC6-B5EF-F3C87B66F8F8}"/>
          </ac:spMkLst>
        </pc:spChg>
        <pc:spChg chg="add">
          <ac:chgData name="u202214843 (Palomino Santa Cruz, Erick Joaquin)" userId="S::u202214843@upc.edu.pe::3f4f9d94-d1c7-43ef-b19f-c85be680e669" providerId="AD" clId="Web-{20AC004F-517B-5305-CA7B-97B5DD1C58ED}" dt="2026-05-04T01:55:56.003" v="238"/>
          <ac:spMkLst>
            <pc:docMk/>
            <pc:sldMk cId="0" sldId="266"/>
            <ac:spMk id="17" creationId="{91B4054F-EBE9-7545-5212-AED26B79C0E8}"/>
          </ac:spMkLst>
        </pc:spChg>
        <pc:spChg chg="add del mod">
          <ac:chgData name="u202214843 (Palomino Santa Cruz, Erick Joaquin)" userId="S::u202214843@upc.edu.pe::3f4f9d94-d1c7-43ef-b19f-c85be680e669" providerId="AD" clId="Web-{20AC004F-517B-5305-CA7B-97B5DD1C58ED}" dt="2026-05-04T01:57:09.114" v="260" actId="20577"/>
          <ac:spMkLst>
            <pc:docMk/>
            <pc:sldMk cId="0" sldId="266"/>
            <ac:spMk id="19" creationId="{90B62196-E02B-2EEC-E0EB-670F254A8F46}"/>
          </ac:spMkLst>
        </pc:spChg>
        <pc:spChg chg="add">
          <ac:chgData name="u202214843 (Palomino Santa Cruz, Erick Joaquin)" userId="S::u202214843@upc.edu.pe::3f4f9d94-d1c7-43ef-b19f-c85be680e669" providerId="AD" clId="Web-{20AC004F-517B-5305-CA7B-97B5DD1C58ED}" dt="2026-05-04T01:55:56.019" v="240"/>
          <ac:spMkLst>
            <pc:docMk/>
            <pc:sldMk cId="0" sldId="266"/>
            <ac:spMk id="21" creationId="{819AB928-F77D-5184-C1E9-06EF3FD589A4}"/>
          </ac:spMkLst>
        </pc:spChg>
        <pc:spChg chg="add mod">
          <ac:chgData name="u202214843 (Palomino Santa Cruz, Erick Joaquin)" userId="S::u202214843@upc.edu.pe::3f4f9d94-d1c7-43ef-b19f-c85be680e669" providerId="AD" clId="Web-{20AC004F-517B-5305-CA7B-97B5DD1C58ED}" dt="2026-05-04T01:57:15.739" v="262" actId="20577"/>
          <ac:spMkLst>
            <pc:docMk/>
            <pc:sldMk cId="0" sldId="266"/>
            <ac:spMk id="23" creationId="{439EABA9-1DD5-1CE7-5DA9-39A10C7ED96C}"/>
          </ac:spMkLst>
        </pc:spChg>
        <pc:spChg chg="add">
          <ac:chgData name="u202214843 (Palomino Santa Cruz, Erick Joaquin)" userId="S::u202214843@upc.edu.pe::3f4f9d94-d1c7-43ef-b19f-c85be680e669" providerId="AD" clId="Web-{20AC004F-517B-5305-CA7B-97B5DD1C58ED}" dt="2026-05-04T01:55:56.050" v="242"/>
          <ac:spMkLst>
            <pc:docMk/>
            <pc:sldMk cId="0" sldId="266"/>
            <ac:spMk id="25" creationId="{F98CA406-9D06-5D4F-6C53-32B481F856CF}"/>
          </ac:spMkLst>
        </pc:spChg>
        <pc:spChg chg="add mod">
          <ac:chgData name="u202214843 (Palomino Santa Cruz, Erick Joaquin)" userId="S::u202214843@upc.edu.pe::3f4f9d94-d1c7-43ef-b19f-c85be680e669" providerId="AD" clId="Web-{20AC004F-517B-5305-CA7B-97B5DD1C58ED}" dt="2026-05-04T01:57:20.145" v="263" actId="20577"/>
          <ac:spMkLst>
            <pc:docMk/>
            <pc:sldMk cId="0" sldId="266"/>
            <ac:spMk id="27" creationId="{5AF67EC0-113A-B06B-2C62-771D204E52BE}"/>
          </ac:spMkLst>
        </pc:spChg>
        <pc:cxnChg chg="add">
          <ac:chgData name="u202214843 (Palomino Santa Cruz, Erick Joaquin)" userId="S::u202214843@upc.edu.pe::3f4f9d94-d1c7-43ef-b19f-c85be680e669" providerId="AD" clId="Web-{20AC004F-517B-5305-CA7B-97B5DD1C58ED}" dt="2026-05-04T01:55:55.972" v="235"/>
          <ac:cxnSpMkLst>
            <pc:docMk/>
            <pc:sldMk cId="0" sldId="266"/>
            <ac:cxnSpMk id="11" creationId="{CB77A623-F2AB-EF10-16CF-92BAA42CC4D9}"/>
          </ac:cxnSpMkLst>
        </pc:cxnChg>
      </pc:sldChg>
      <pc:sldChg chg="modSp">
        <pc:chgData name="u202214843 (Palomino Santa Cruz, Erick Joaquin)" userId="S::u202214843@upc.edu.pe::3f4f9d94-d1c7-43ef-b19f-c85be680e669" providerId="AD" clId="Web-{20AC004F-517B-5305-CA7B-97B5DD1C58ED}" dt="2026-05-04T01:26:03.360" v="12" actId="20577"/>
        <pc:sldMkLst>
          <pc:docMk/>
          <pc:sldMk cId="0" sldId="279"/>
        </pc:sldMkLst>
        <pc:spChg chg="mod">
          <ac:chgData name="u202214843 (Palomino Santa Cruz, Erick Joaquin)" userId="S::u202214843@upc.edu.pe::3f4f9d94-d1c7-43ef-b19f-c85be680e669" providerId="AD" clId="Web-{20AC004F-517B-5305-CA7B-97B5DD1C58ED}" dt="2026-05-04T01:26:03.360" v="12" actId="20577"/>
          <ac:spMkLst>
            <pc:docMk/>
            <pc:sldMk cId="0" sldId="279"/>
            <ac:spMk id="606" creationId="{00000000-0000-0000-0000-000000000000}"/>
          </ac:spMkLst>
        </pc:spChg>
      </pc:sldChg>
    </pc:docChg>
  </pc:docChgLst>
  <pc:docChgLst>
    <pc:chgData name="u202214843 (Palomino Santa Cruz, Erick Joaquin)" userId="S::u202214843@upc.edu.pe::3f4f9d94-d1c7-43ef-b19f-c85be680e669" providerId="AD" clId="Web-{EA26F296-12DF-CEB0-2AA7-649A5288E3CF}"/>
    <pc:docChg chg="modSld">
      <pc:chgData name="u202214843 (Palomino Santa Cruz, Erick Joaquin)" userId="S::u202214843@upc.edu.pe::3f4f9d94-d1c7-43ef-b19f-c85be680e669" providerId="AD" clId="Web-{EA26F296-12DF-CEB0-2AA7-649A5288E3CF}" dt="2026-05-14T23:19:45.623" v="51" actId="1076"/>
      <pc:docMkLst>
        <pc:docMk/>
      </pc:docMkLst>
      <pc:sldChg chg="addSp delSp modSp">
        <pc:chgData name="u202214843 (Palomino Santa Cruz, Erick Joaquin)" userId="S::u202214843@upc.edu.pe::3f4f9d94-d1c7-43ef-b19f-c85be680e669" providerId="AD" clId="Web-{EA26F296-12DF-CEB0-2AA7-649A5288E3CF}" dt="2026-05-14T23:19:45.623" v="51" actId="1076"/>
        <pc:sldMkLst>
          <pc:docMk/>
          <pc:sldMk cId="2066102768" sldId="288"/>
        </pc:sldMkLst>
        <pc:picChg chg="add mod">
          <ac:chgData name="u202214843 (Palomino Santa Cruz, Erick Joaquin)" userId="S::u202214843@upc.edu.pe::3f4f9d94-d1c7-43ef-b19f-c85be680e669" providerId="AD" clId="Web-{EA26F296-12DF-CEB0-2AA7-649A5288E3CF}" dt="2026-05-14T23:19:45.623" v="51" actId="1076"/>
          <ac:picMkLst>
            <pc:docMk/>
            <pc:sldMk cId="2066102768" sldId="288"/>
            <ac:picMk id="2" creationId="{2628D567-5C89-13C8-D6ED-10FC98C61A76}"/>
          </ac:picMkLst>
        </pc:picChg>
      </pc:sldChg>
      <pc:sldChg chg="addSp delSp modSp">
        <pc:chgData name="u202214843 (Palomino Santa Cruz, Erick Joaquin)" userId="S::u202214843@upc.edu.pe::3f4f9d94-d1c7-43ef-b19f-c85be680e669" providerId="AD" clId="Web-{EA26F296-12DF-CEB0-2AA7-649A5288E3CF}" dt="2026-05-14T22:33:48.100" v="37"/>
        <pc:sldMkLst>
          <pc:docMk/>
          <pc:sldMk cId="3308643345" sldId="289"/>
        </pc:sldMkLst>
      </pc:sldChg>
    </pc:docChg>
  </pc:docChgLst>
  <pc:docChgLst>
    <pc:chgData name="u202214843 (Palomino Santa Cruz, Erick Joaquin)" userId="S::u202214843@upc.edu.pe::3f4f9d94-d1c7-43ef-b19f-c85be680e669" providerId="AD" clId="Web-{71E3C8CC-D7B2-972E-33E4-1A3DA984E6A5}"/>
    <pc:docChg chg="modSld">
      <pc:chgData name="u202214843 (Palomino Santa Cruz, Erick Joaquin)" userId="S::u202214843@upc.edu.pe::3f4f9d94-d1c7-43ef-b19f-c85be680e669" providerId="AD" clId="Web-{71E3C8CC-D7B2-972E-33E4-1A3DA984E6A5}" dt="2026-05-12T13:12:34.214" v="227"/>
      <pc:docMkLst>
        <pc:docMk/>
      </pc:docMkLst>
      <pc:sldChg chg="addSp delSp modSp">
        <pc:chgData name="u202214843 (Palomino Santa Cruz, Erick Joaquin)" userId="S::u202214843@upc.edu.pe::3f4f9d94-d1c7-43ef-b19f-c85be680e669" providerId="AD" clId="Web-{71E3C8CC-D7B2-972E-33E4-1A3DA984E6A5}" dt="2026-05-12T13:12:34.214" v="227"/>
        <pc:sldMkLst>
          <pc:docMk/>
          <pc:sldMk cId="2233432855" sldId="303"/>
        </pc:sldMkLst>
      </pc:sldChg>
      <pc:sldChg chg="modSp">
        <pc:chgData name="u202214843 (Palomino Santa Cruz, Erick Joaquin)" userId="S::u202214843@upc.edu.pe::3f4f9d94-d1c7-43ef-b19f-c85be680e669" providerId="AD" clId="Web-{71E3C8CC-D7B2-972E-33E4-1A3DA984E6A5}" dt="2026-05-08T23:38:19.512" v="207" actId="20577"/>
        <pc:sldMkLst>
          <pc:docMk/>
          <pc:sldMk cId="3101161776" sldId="304"/>
        </pc:sldMkLst>
        <pc:spChg chg="mod">
          <ac:chgData name="u202214843 (Palomino Santa Cruz, Erick Joaquin)" userId="S::u202214843@upc.edu.pe::3f4f9d94-d1c7-43ef-b19f-c85be680e669" providerId="AD" clId="Web-{71E3C8CC-D7B2-972E-33E4-1A3DA984E6A5}" dt="2026-05-08T23:36:52.713" v="203" actId="14100"/>
          <ac:spMkLst>
            <pc:docMk/>
            <pc:sldMk cId="3101161776" sldId="304"/>
            <ac:spMk id="3" creationId="{E9EB0FB0-F64D-FA7E-C616-E8414801B251}"/>
          </ac:spMkLst>
        </pc:spChg>
        <pc:spChg chg="mod">
          <ac:chgData name="u202214843 (Palomino Santa Cruz, Erick Joaquin)" userId="S::u202214843@upc.edu.pe::3f4f9d94-d1c7-43ef-b19f-c85be680e669" providerId="AD" clId="Web-{71E3C8CC-D7B2-972E-33E4-1A3DA984E6A5}" dt="2026-05-08T23:38:19.512" v="207" actId="20577"/>
          <ac:spMkLst>
            <pc:docMk/>
            <pc:sldMk cId="3101161776" sldId="304"/>
            <ac:spMk id="7" creationId="{A189FBA0-62A3-58F2-CC19-E9A215CAB3E8}"/>
          </ac:spMkLst>
        </pc:spChg>
        <pc:spChg chg="mod">
          <ac:chgData name="u202214843 (Palomino Santa Cruz, Erick Joaquin)" userId="S::u202214843@upc.edu.pe::3f4f9d94-d1c7-43ef-b19f-c85be680e669" providerId="AD" clId="Web-{71E3C8CC-D7B2-972E-33E4-1A3DA984E6A5}" dt="2026-05-08T23:19:46.408" v="52" actId="20577"/>
          <ac:spMkLst>
            <pc:docMk/>
            <pc:sldMk cId="3101161776" sldId="304"/>
            <ac:spMk id="9" creationId="{99114A67-167B-9F89-07A8-209229EAE5C7}"/>
          </ac:spMkLst>
        </pc:spChg>
        <pc:spChg chg="mod">
          <ac:chgData name="u202214843 (Palomino Santa Cruz, Erick Joaquin)" userId="S::u202214843@upc.edu.pe::3f4f9d94-d1c7-43ef-b19f-c85be680e669" providerId="AD" clId="Web-{71E3C8CC-D7B2-972E-33E4-1A3DA984E6A5}" dt="2026-05-08T23:19:29.252" v="25" actId="20577"/>
          <ac:spMkLst>
            <pc:docMk/>
            <pc:sldMk cId="3101161776" sldId="304"/>
            <ac:spMk id="11" creationId="{5215DC4F-9828-8694-D2E8-3F8505293E1F}"/>
          </ac:spMkLst>
        </pc:spChg>
        <pc:spChg chg="mod">
          <ac:chgData name="u202214843 (Palomino Santa Cruz, Erick Joaquin)" userId="S::u202214843@upc.edu.pe::3f4f9d94-d1c7-43ef-b19f-c85be680e669" providerId="AD" clId="Web-{71E3C8CC-D7B2-972E-33E4-1A3DA984E6A5}" dt="2026-05-08T23:20:22.831" v="79" actId="20577"/>
          <ac:spMkLst>
            <pc:docMk/>
            <pc:sldMk cId="3101161776" sldId="304"/>
            <ac:spMk id="13" creationId="{7C90CC07-E6A1-02E1-4869-40B1B7B42760}"/>
          </ac:spMkLst>
        </pc:spChg>
      </pc:sldChg>
      <pc:sldChg chg="modSp">
        <pc:chgData name="u202214843 (Palomino Santa Cruz, Erick Joaquin)" userId="S::u202214843@upc.edu.pe::3f4f9d94-d1c7-43ef-b19f-c85be680e669" providerId="AD" clId="Web-{71E3C8CC-D7B2-972E-33E4-1A3DA984E6A5}" dt="2026-05-08T23:38:54.184" v="215" actId="1076"/>
        <pc:sldMkLst>
          <pc:docMk/>
          <pc:sldMk cId="1328506594" sldId="306"/>
        </pc:sldMkLst>
        <pc:spChg chg="mod">
          <ac:chgData name="u202214843 (Palomino Santa Cruz, Erick Joaquin)" userId="S::u202214843@upc.edu.pe::3f4f9d94-d1c7-43ef-b19f-c85be680e669" providerId="AD" clId="Web-{71E3C8CC-D7B2-972E-33E4-1A3DA984E6A5}" dt="2026-05-08T23:38:50.138" v="214" actId="20577"/>
          <ac:spMkLst>
            <pc:docMk/>
            <pc:sldMk cId="1328506594" sldId="306"/>
            <ac:spMk id="7" creationId="{91E94FCA-0206-E984-AD7F-45E67D7F213A}"/>
          </ac:spMkLst>
        </pc:spChg>
        <pc:spChg chg="mod">
          <ac:chgData name="u202214843 (Palomino Santa Cruz, Erick Joaquin)" userId="S::u202214843@upc.edu.pe::3f4f9d94-d1c7-43ef-b19f-c85be680e669" providerId="AD" clId="Web-{71E3C8CC-D7B2-972E-33E4-1A3DA984E6A5}" dt="2026-05-08T23:26:43.399" v="182" actId="20577"/>
          <ac:spMkLst>
            <pc:docMk/>
            <pc:sldMk cId="1328506594" sldId="306"/>
            <ac:spMk id="9" creationId="{A95C458B-D79C-D301-9350-C928189389FF}"/>
          </ac:spMkLst>
        </pc:spChg>
        <pc:spChg chg="mod">
          <ac:chgData name="u202214843 (Palomino Santa Cruz, Erick Joaquin)" userId="S::u202214843@upc.edu.pe::3f4f9d94-d1c7-43ef-b19f-c85be680e669" providerId="AD" clId="Web-{71E3C8CC-D7B2-972E-33E4-1A3DA984E6A5}" dt="2026-05-08T23:24:18.226" v="137" actId="20577"/>
          <ac:spMkLst>
            <pc:docMk/>
            <pc:sldMk cId="1328506594" sldId="306"/>
            <ac:spMk id="11" creationId="{6B19BF67-CFB2-7CBF-2D5D-05AB26A26578}"/>
          </ac:spMkLst>
        </pc:spChg>
        <pc:spChg chg="mod">
          <ac:chgData name="u202214843 (Palomino Santa Cruz, Erick Joaquin)" userId="S::u202214843@upc.edu.pe::3f4f9d94-d1c7-43ef-b19f-c85be680e669" providerId="AD" clId="Web-{71E3C8CC-D7B2-972E-33E4-1A3DA984E6A5}" dt="2026-05-08T23:27:13.165" v="200" actId="20577"/>
          <ac:spMkLst>
            <pc:docMk/>
            <pc:sldMk cId="1328506594" sldId="306"/>
            <ac:spMk id="13" creationId="{5F692803-E241-8B50-344C-2FDBD20579B7}"/>
          </ac:spMkLst>
        </pc:spChg>
        <pc:picChg chg="mod">
          <ac:chgData name="u202214843 (Palomino Santa Cruz, Erick Joaquin)" userId="S::u202214843@upc.edu.pe::3f4f9d94-d1c7-43ef-b19f-c85be680e669" providerId="AD" clId="Web-{71E3C8CC-D7B2-972E-33E4-1A3DA984E6A5}" dt="2026-05-08T23:38:54.184" v="215" actId="1076"/>
          <ac:picMkLst>
            <pc:docMk/>
            <pc:sldMk cId="1328506594" sldId="306"/>
            <ac:picMk id="5" creationId="{8A7C9022-E880-8B35-9F61-F4CDDC6D7EBC}"/>
          </ac:picMkLst>
        </pc:picChg>
      </pc:sldChg>
      <pc:sldChg chg="modSp">
        <pc:chgData name="u202214843 (Palomino Santa Cruz, Erick Joaquin)" userId="S::u202214843@upc.edu.pe::3f4f9d94-d1c7-43ef-b19f-c85be680e669" providerId="AD" clId="Web-{71E3C8CC-D7B2-972E-33E4-1A3DA984E6A5}" dt="2026-05-08T23:30:08.461" v="202" actId="20577"/>
        <pc:sldMkLst>
          <pc:docMk/>
          <pc:sldMk cId="3085410001" sldId="308"/>
        </pc:sldMkLst>
        <pc:spChg chg="mod">
          <ac:chgData name="u202214843 (Palomino Santa Cruz, Erick Joaquin)" userId="S::u202214843@upc.edu.pe::3f4f9d94-d1c7-43ef-b19f-c85be680e669" providerId="AD" clId="Web-{71E3C8CC-D7B2-972E-33E4-1A3DA984E6A5}" dt="2026-05-08T23:30:08.461" v="202" actId="20577"/>
          <ac:spMkLst>
            <pc:docMk/>
            <pc:sldMk cId="3085410001" sldId="308"/>
            <ac:spMk id="7" creationId="{63776479-D839-F32F-022B-170A652E828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F8056-B858-51A8-6DCC-36BB6828EB6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7C86BFB-1AE5-F04F-D491-5B3F5FBAE4A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6A7D715E-858C-230A-A1A3-2384705F212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F2E22A9-A270-4F3E-E82A-A3E75222B67C}"/>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63B7D68-5166-3897-B6C6-C5B290261D1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a:extLst>
              <a:ext uri="{FF2B5EF4-FFF2-40B4-BE49-F238E27FC236}">
                <a16:creationId xmlns:a16="http://schemas.microsoft.com/office/drawing/2014/main" id="{523310DC-D71A-9943-15BC-572780E5E30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08A45E5-4B29-AE63-1F37-E029912822D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225918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5B54F-CFFB-91A2-6216-2C6FCBD5326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1EF5481-8D10-8EB7-0FBD-B4589AA8C36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FE22853-A67B-09E6-0523-8F983902CC6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786566D-C01B-E288-B5BB-946468783528}"/>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EC997DA-155E-18D1-7230-D81DFF1626A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a:extLst>
              <a:ext uri="{FF2B5EF4-FFF2-40B4-BE49-F238E27FC236}">
                <a16:creationId xmlns:a16="http://schemas.microsoft.com/office/drawing/2014/main" id="{677CFCA2-2A26-44FB-9F91-4B399E75A0D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B164FC14-F439-1E4E-8A87-5099C7E334B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5551024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F4BCA-D5E3-8646-6CFF-587ABF70432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EAFD3B8-8FD7-77E1-055B-E24CAC3F5C8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1AF2D06-E7D0-797A-5F4A-FD6B02D1E48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5B7A353-2132-D88D-3D77-59D04D5F4AA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D8E832C-8655-1144-242D-59F5F0AFAA40}"/>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a:extLst>
              <a:ext uri="{FF2B5EF4-FFF2-40B4-BE49-F238E27FC236}">
                <a16:creationId xmlns:a16="http://schemas.microsoft.com/office/drawing/2014/main" id="{312C236E-4A13-F778-85E4-F248100A8A7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FA8EE68-8033-2945-7E75-7B81AF765B2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0763313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6CDDD-5079-DF8A-48F8-B54B7436864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6797C8-E8A9-C153-808C-A6709309F68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EC2A6C4-40C8-DEE3-797B-A12E1DE95B0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A60BE77-2EAD-D090-4858-BF0E642C83C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416B81B-CBE3-012C-3243-99C5A7DDC8F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a:extLst>
              <a:ext uri="{FF2B5EF4-FFF2-40B4-BE49-F238E27FC236}">
                <a16:creationId xmlns:a16="http://schemas.microsoft.com/office/drawing/2014/main" id="{C648A148-6CF6-AFD3-BCAB-30F4E8DB8FD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B4B8EE8-929B-A7F3-B2F4-E5056910E39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5126591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C7EE6-45F8-5CD3-E9B1-43E422608C7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0CAE3E3-C8E0-99D1-CE83-8F027CDB9E6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1EBAE35-BF4C-85D6-E519-D17C0B40C7E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5C1C5D6-65D0-2874-E7E0-B26EEF765FD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B4DBFAC-32CA-F708-A417-3AA67F58F15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a:extLst>
              <a:ext uri="{FF2B5EF4-FFF2-40B4-BE49-F238E27FC236}">
                <a16:creationId xmlns:a16="http://schemas.microsoft.com/office/drawing/2014/main" id="{3DA2A782-6C54-4733-ECAA-8DA2466A9E5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F144255-01D8-5E3F-C3A1-3253765479E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81653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56B44-D600-C760-5B54-95132C5DAA8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80A00A5-A9A3-639D-78D0-39123C3CBBA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0BC75ECF-B62C-CA88-B3B0-ADF98C81C9C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696C2AD-DCCB-45CB-CBCA-F59D98477B4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3A506D7-498F-48D4-C2A0-12F311C48B3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a:extLst>
              <a:ext uri="{FF2B5EF4-FFF2-40B4-BE49-F238E27FC236}">
                <a16:creationId xmlns:a16="http://schemas.microsoft.com/office/drawing/2014/main" id="{0B1EEC94-5530-0A80-B95F-44684671E01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91255F9-7D01-CF4A-CA51-0C07984DDA7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977355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C4A96-D480-2E68-A80B-00F9831314E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CF94B5-CC85-1945-5D69-A2DB2B56E81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CFF175F-114B-DE0B-C611-B905F06A0D0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A202569-EDDE-0F85-2FCA-F783190F2D4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FEF4077-AC90-9E0A-33B5-C20BB00A226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a:extLst>
              <a:ext uri="{FF2B5EF4-FFF2-40B4-BE49-F238E27FC236}">
                <a16:creationId xmlns:a16="http://schemas.microsoft.com/office/drawing/2014/main" id="{79F21191-D9F2-EF61-C811-1FEF7649957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7F224B3-77E2-E65B-2224-46D1DD16147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5283218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77531-8ECD-9B18-5CA8-551B0CCD4A5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B1DDAA0-6949-5A09-5F1E-F33496CBA45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641A532-6A95-D4B9-6123-67E2911A45D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C4CCBF0-AB68-982A-CB4E-8CAF7989D13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A013E64-5ED3-D63F-B559-600F91C9AA0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a:extLst>
              <a:ext uri="{FF2B5EF4-FFF2-40B4-BE49-F238E27FC236}">
                <a16:creationId xmlns:a16="http://schemas.microsoft.com/office/drawing/2014/main" id="{9B98B0F1-8D8A-47F8-E8DD-62EEABD8B30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813134C-26C0-4CC5-71D5-31DBC9DF267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75089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0442F-074C-7D92-DE6F-5352B9F7F7B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6AA898C-0448-8D0B-9C55-821C369E29C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4D34682-6B9C-B6C4-7B8A-0A25423524F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FF4CFE9-24F3-EA72-AEFB-FE4F88203E7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54F2BDF-EA1F-6FE9-6B13-7C7F50A1560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a:extLst>
              <a:ext uri="{FF2B5EF4-FFF2-40B4-BE49-F238E27FC236}">
                <a16:creationId xmlns:a16="http://schemas.microsoft.com/office/drawing/2014/main" id="{17A5BB01-7744-411C-4A14-2E03093C827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A26B577-3C59-4E48-E75F-220F243A30F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2832615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1BC54-8ABF-826C-CBA2-A8BF8928C2B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CE36F6C-4BE3-9005-3610-F7C96839D43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FB03F0E-3042-2FBC-A61C-870FC699447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C23D858-B672-F9AF-CC9A-C61A953BABF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D7838E9-BE6B-F1B3-588C-34119E0E3F40}"/>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a:extLst>
              <a:ext uri="{FF2B5EF4-FFF2-40B4-BE49-F238E27FC236}">
                <a16:creationId xmlns:a16="http://schemas.microsoft.com/office/drawing/2014/main" id="{CF2E34FB-3515-E72B-B0B0-3FE8FBA86BB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FC28A70-FC19-BF2E-2DA9-AF8EC63C3B7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423073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25014-2182-FE0F-8F85-0A5E98F914A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7014F28-8CD2-71AC-E8C8-A0FBBFB7B81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E59EC21-3452-1900-049A-03927BB68A9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6B92430-C7B8-85E4-2B47-E0E85DC3614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DA3E287-E5DE-1DE3-5CFF-046B2D02827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a:extLst>
              <a:ext uri="{FF2B5EF4-FFF2-40B4-BE49-F238E27FC236}">
                <a16:creationId xmlns:a16="http://schemas.microsoft.com/office/drawing/2014/main" id="{DF86003F-4A92-B8C3-919F-9D6541B098D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D33721C-7A55-3CAB-5D65-EDF726FBA65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975761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A843C-CC53-AD24-E6B1-78E3EB817AB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D8CA9CA-0F8F-4B9B-F7D4-1C3B9782AAB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04FF23F1-FA4B-608D-D3A3-2FC56913BFD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6BD0CF1-D87B-E273-3AE2-85A2C968B72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C865B8B-61D2-2E5C-D274-2A2BF19E06DC}"/>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a:extLst>
              <a:ext uri="{FF2B5EF4-FFF2-40B4-BE49-F238E27FC236}">
                <a16:creationId xmlns:a16="http://schemas.microsoft.com/office/drawing/2014/main" id="{36AEC4BD-A3E9-7544-CC7B-FD4494FC199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BD80D9C-F30A-3352-ECC8-BCBE9659C8A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7803287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27F90B0C-5118-6C11-C9DE-8096BFE942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8B9AB878-550D-A6AC-86EE-A96A6D177B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C474ED0A-8833-00F0-FFF6-6ACD4D69AB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27471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B8090689-7A47-585D-63E2-5E8AF0542DC1}"/>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A36239A4-8C5B-5E65-5C1B-4502BAF3B5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99ED2DD4-F374-5C87-F633-76747835FF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47083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999C0E8A-F11A-3F34-1004-EA280E172426}"/>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590A9E8D-9698-E127-7BB8-5493433F3F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4BBA79E6-C910-7A9F-7C09-89278E49DD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94044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682F4900-D0DD-57FB-9074-52D1CF953F79}"/>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677E2F29-FC4F-3D20-37B1-6C790EB4D4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72556B5F-2838-9D65-DA43-0A6C4C11BF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78547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80F66A22-C8AF-011D-151B-7E1E7C28B043}"/>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F0FCE6FD-06EE-52DA-C964-E2EF60AD9F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D7EE8473-A6D8-7EA8-8188-94B0BBE1E8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20695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9C482825-D57D-F561-4DE4-83EB6E0C1BB8}"/>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933A41D9-E565-AD72-E586-77F1C4487F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BBAF3254-6403-D015-9532-B1C0439771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87577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E6745539-346F-6919-A12F-6A77C3F29E41}"/>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3BCE4B5E-46DC-6160-0E2E-0D1A59F9E0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B0E5FCD2-041F-47C0-75E2-9FB164499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09658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BC8A8194-3097-6A4F-7B50-7F26E85857F7}"/>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F0B19E25-076F-F988-A932-A62C67C8B9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9A143BDE-98D5-0CAF-D5C2-E4B6FEBC5F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13484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FD9AAA0B-BC75-A269-CDDA-170BDC8AED7C}"/>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5A01C18C-3767-51C4-E6D6-1C9B0F325F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2EAD0BA1-196D-01E0-F7CB-6A16DE3464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79119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D53DD0FC-A147-BD7A-2ED5-D01553F1239A}"/>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64FDE933-07C8-612F-E058-F2B2ABD5CC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8900F76C-7155-5FCF-06A3-32497D5685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0875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9" name="Google Shape;279;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1" name="Google Shape;381;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6" name="Google Shape;436;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9" name="Google Shape;459;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2" name="Google Shape;482;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8" name="Google Shape;508;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2" name="Google Shape;532;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9" name="Google Shape;53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6" name="Google Shape;546;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5" name="Google Shape;595;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4" name="Google Shape;604;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6" name="Google Shape;636;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a:extLst>
            <a:ext uri="{FF2B5EF4-FFF2-40B4-BE49-F238E27FC236}">
              <a16:creationId xmlns:a16="http://schemas.microsoft.com/office/drawing/2014/main" id="{FC612E0F-1360-2C88-0850-65A627C12906}"/>
            </a:ext>
          </a:extLst>
        </p:cNvPr>
        <p:cNvGrpSpPr/>
        <p:nvPr/>
      </p:nvGrpSpPr>
      <p:grpSpPr>
        <a:xfrm>
          <a:off x="0" y="0"/>
          <a:ext cx="0" cy="0"/>
          <a:chOff x="0" y="0"/>
          <a:chExt cx="0" cy="0"/>
        </a:xfrm>
      </p:grpSpPr>
      <p:sp>
        <p:nvSpPr>
          <p:cNvPr id="635" name="Google Shape;635;p25:notes">
            <a:extLst>
              <a:ext uri="{FF2B5EF4-FFF2-40B4-BE49-F238E27FC236}">
                <a16:creationId xmlns:a16="http://schemas.microsoft.com/office/drawing/2014/main" id="{5A42D3A2-163D-A5DD-5CA1-1CE26F9D05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6" name="Google Shape;636;p25:notes">
            <a:extLst>
              <a:ext uri="{FF2B5EF4-FFF2-40B4-BE49-F238E27FC236}">
                <a16:creationId xmlns:a16="http://schemas.microsoft.com/office/drawing/2014/main" id="{380C2755-59A3-D6C0-9AE1-D41726768F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59018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5"/>
            <a:ext cx="6172200" cy="4873625"/>
          </a:xfrm>
          <a:prstGeom prst="rect">
            <a:avLst/>
          </a:prstGeom>
          <a:noFill/>
          <a:ln>
            <a:noFill/>
          </a:ln>
        </p:spPr>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PE"/>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5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5" name="Google Shape;85;p13"/>
          <p:cNvSpPr txBox="1">
            <a:spLocks noGrp="1"/>
          </p:cNvSpPr>
          <p:nvPr>
            <p:ph type="ctrTitle"/>
          </p:nvPr>
        </p:nvSpPr>
        <p:spPr>
          <a:xfrm>
            <a:off x="1524000" y="1698674"/>
            <a:ext cx="9144000" cy="3131923"/>
          </a:xfrm>
          <a:prstGeom prst="rect">
            <a:avLst/>
          </a:prstGeom>
          <a:noFill/>
          <a:ln>
            <a:noFill/>
          </a:ln>
        </p:spPr>
        <p:txBody>
          <a:bodyPr spcFirstLastPara="1" wrap="square" lIns="91425" tIns="45700" rIns="91425" bIns="45700" anchor="b" anchorCtr="0">
            <a:noAutofit/>
          </a:bodyPr>
          <a:lstStyle/>
          <a:p>
            <a:pPr algn="l"/>
            <a:r>
              <a:rPr lang="en-US" sz="3600" b="1" dirty="0">
                <a:latin typeface="Poppins Light"/>
                <a:cs typeface="Poppins Light"/>
                <a:sym typeface="Arial"/>
              </a:rPr>
              <a:t>Plataforma de </a:t>
            </a:r>
            <a:r>
              <a:rPr lang="en-US" sz="3600" b="1" dirty="0" err="1">
                <a:latin typeface="Poppins Light"/>
                <a:cs typeface="Poppins Light"/>
                <a:sym typeface="Arial"/>
              </a:rPr>
              <a:t>microaprendizaje</a:t>
            </a:r>
            <a:r>
              <a:rPr lang="en-US" sz="3600" b="1" dirty="0">
                <a:latin typeface="Poppins Light"/>
                <a:cs typeface="Poppins Light"/>
                <a:sym typeface="Arial"/>
              </a:rPr>
              <a:t> </a:t>
            </a:r>
            <a:r>
              <a:rPr lang="en-US" sz="3600" b="1" dirty="0" err="1">
                <a:latin typeface="Poppins Light"/>
                <a:cs typeface="Poppins Light"/>
                <a:sym typeface="Arial"/>
              </a:rPr>
              <a:t>basada</a:t>
            </a:r>
            <a:r>
              <a:rPr lang="en-US" sz="3600" b="1" dirty="0">
                <a:latin typeface="Poppins Light"/>
                <a:cs typeface="Poppins Light"/>
                <a:sym typeface="Arial"/>
              </a:rPr>
              <a:t> </a:t>
            </a:r>
            <a:r>
              <a:rPr lang="en-US" sz="3600" b="1" dirty="0" err="1">
                <a:latin typeface="Poppins Light"/>
                <a:cs typeface="Poppins Light"/>
                <a:sym typeface="Arial"/>
              </a:rPr>
              <a:t>en</a:t>
            </a:r>
            <a:r>
              <a:rPr lang="en-US" sz="3600" b="1" dirty="0">
                <a:latin typeface="Poppins Light"/>
                <a:cs typeface="Poppins Light"/>
                <a:sym typeface="Arial"/>
              </a:rPr>
              <a:t> </a:t>
            </a:r>
            <a:r>
              <a:rPr lang="en-US" sz="3600" b="1" dirty="0" err="1">
                <a:latin typeface="Poppins Light"/>
                <a:cs typeface="Poppins Light"/>
                <a:sym typeface="Arial"/>
              </a:rPr>
              <a:t>inteligencia</a:t>
            </a:r>
            <a:r>
              <a:rPr lang="en-US" sz="3600" b="1" dirty="0">
                <a:latin typeface="Poppins Light"/>
                <a:cs typeface="Poppins Light"/>
                <a:sym typeface="Arial"/>
              </a:rPr>
              <a:t> artificial para la </a:t>
            </a:r>
            <a:r>
              <a:rPr lang="en-US" sz="3600" b="1" dirty="0" err="1">
                <a:latin typeface="Poppins Light"/>
                <a:cs typeface="Poppins Light"/>
                <a:sym typeface="Arial"/>
              </a:rPr>
              <a:t>generación</a:t>
            </a:r>
            <a:r>
              <a:rPr lang="en-US" sz="3600" b="1" dirty="0">
                <a:latin typeface="Poppins Light"/>
                <a:cs typeface="Poppins Light"/>
                <a:sym typeface="Arial"/>
              </a:rPr>
              <a:t> de </a:t>
            </a:r>
            <a:r>
              <a:rPr lang="en-US" sz="3600" b="1" dirty="0" err="1">
                <a:latin typeface="Poppins Light"/>
                <a:cs typeface="Poppins Light"/>
                <a:sym typeface="Arial"/>
              </a:rPr>
              <a:t>contenido</a:t>
            </a:r>
            <a:r>
              <a:rPr lang="en-US" sz="3600" b="1" dirty="0">
                <a:latin typeface="Poppins Light"/>
                <a:cs typeface="Poppins Light"/>
                <a:sym typeface="Arial"/>
              </a:rPr>
              <a:t> </a:t>
            </a:r>
            <a:r>
              <a:rPr lang="en-US" sz="3600" b="1" dirty="0" err="1">
                <a:latin typeface="Poppins Light"/>
                <a:cs typeface="Poppins Light"/>
                <a:sym typeface="Arial"/>
              </a:rPr>
              <a:t>educativo</a:t>
            </a:r>
            <a:r>
              <a:rPr lang="en-US" sz="3600" b="1" dirty="0">
                <a:latin typeface="Poppins Light"/>
                <a:cs typeface="Poppins Light"/>
                <a:sym typeface="Arial"/>
              </a:rPr>
              <a:t> </a:t>
            </a:r>
            <a:r>
              <a:rPr lang="en-US" sz="3600" b="1" dirty="0" err="1">
                <a:latin typeface="Poppins Light"/>
                <a:cs typeface="Poppins Light"/>
                <a:sym typeface="Arial"/>
              </a:rPr>
              <a:t>personalizado</a:t>
            </a:r>
            <a:r>
              <a:rPr lang="en-US" sz="3600" b="1" dirty="0">
                <a:latin typeface="Poppins Light"/>
                <a:cs typeface="Poppins Light"/>
                <a:sym typeface="Arial"/>
              </a:rPr>
              <a:t> y </a:t>
            </a:r>
            <a:r>
              <a:rPr lang="en-US" sz="3600" b="1" dirty="0" err="1">
                <a:latin typeface="Poppins Light"/>
                <a:cs typeface="Poppins Light"/>
                <a:sym typeface="Arial"/>
              </a:rPr>
              <a:t>evaluaciones</a:t>
            </a:r>
            <a:r>
              <a:rPr lang="en-US" sz="3600" b="1" dirty="0">
                <a:latin typeface="Poppins Light"/>
                <a:cs typeface="Poppins Light"/>
                <a:sym typeface="Arial"/>
              </a:rPr>
              <a:t> </a:t>
            </a:r>
            <a:r>
              <a:rPr lang="en-US" sz="3600" b="1" dirty="0" err="1">
                <a:latin typeface="Poppins Light"/>
                <a:cs typeface="Poppins Light"/>
                <a:sym typeface="Arial"/>
              </a:rPr>
              <a:t>adaptativas</a:t>
            </a:r>
            <a:r>
              <a:rPr lang="en-US" sz="3600" b="1" dirty="0">
                <a:latin typeface="Poppins Light"/>
                <a:cs typeface="Poppins Light"/>
                <a:sym typeface="Arial"/>
              </a:rPr>
              <a:t> </a:t>
            </a:r>
            <a:r>
              <a:rPr lang="en-US" sz="3600" b="1" dirty="0" err="1">
                <a:latin typeface="Poppins Light"/>
                <a:cs typeface="Poppins Light"/>
                <a:sym typeface="Arial"/>
              </a:rPr>
              <a:t>orientadas</a:t>
            </a:r>
            <a:r>
              <a:rPr lang="en-US" sz="3600" b="1" dirty="0">
                <a:latin typeface="Poppins Light"/>
                <a:cs typeface="Poppins Light"/>
                <a:sym typeface="Arial"/>
              </a:rPr>
              <a:t> al </a:t>
            </a:r>
            <a:r>
              <a:rPr lang="en-US" sz="3600" b="1" dirty="0" err="1">
                <a:latin typeface="Poppins Light"/>
                <a:cs typeface="Poppins Light"/>
                <a:sym typeface="Arial"/>
              </a:rPr>
              <a:t>seguimiento</a:t>
            </a:r>
            <a:r>
              <a:rPr lang="en-US" sz="3600" b="1" dirty="0">
                <a:latin typeface="Poppins Light"/>
                <a:cs typeface="Poppins Light"/>
                <a:sym typeface="Arial"/>
              </a:rPr>
              <a:t> </a:t>
            </a:r>
            <a:r>
              <a:rPr lang="en-US" sz="3600" b="1" dirty="0" err="1">
                <a:latin typeface="Poppins Light"/>
                <a:cs typeface="Poppins Light"/>
                <a:sym typeface="Arial"/>
              </a:rPr>
              <a:t>progresivo</a:t>
            </a:r>
            <a:r>
              <a:rPr lang="en-US" sz="3600" b="1" dirty="0">
                <a:latin typeface="Poppins Light"/>
                <a:cs typeface="Poppins Light"/>
                <a:sym typeface="Arial"/>
              </a:rPr>
              <a:t> del </a:t>
            </a:r>
            <a:r>
              <a:rPr lang="en-US" sz="3600" b="1" dirty="0" err="1">
                <a:latin typeface="Poppins Light"/>
                <a:cs typeface="Poppins Light"/>
                <a:sym typeface="Arial"/>
              </a:rPr>
              <a:t>estudiante</a:t>
            </a:r>
            <a:r>
              <a:rPr lang="en-US" sz="3600" b="1" dirty="0">
                <a:latin typeface="Poppins Light"/>
                <a:cs typeface="Poppins Light"/>
                <a:sym typeface="Arial"/>
              </a:rPr>
              <a:t> a </a:t>
            </a:r>
            <a:r>
              <a:rPr lang="en-US" sz="3600" b="1" dirty="0" err="1">
                <a:latin typeface="Poppins Light"/>
                <a:cs typeface="Poppins Light"/>
                <a:sym typeface="Arial"/>
              </a:rPr>
              <a:t>partir</a:t>
            </a:r>
            <a:r>
              <a:rPr lang="en-US" sz="3600" b="1" dirty="0">
                <a:latin typeface="Poppins Light"/>
                <a:cs typeface="Poppins Light"/>
                <a:sym typeface="Arial"/>
              </a:rPr>
              <a:t> de </a:t>
            </a:r>
            <a:r>
              <a:rPr lang="en-US" sz="3600" b="1" dirty="0" err="1">
                <a:latin typeface="Poppins Light"/>
                <a:cs typeface="Poppins Light"/>
                <a:sym typeface="Arial"/>
              </a:rPr>
              <a:t>clases</a:t>
            </a:r>
            <a:r>
              <a:rPr lang="en-US" sz="3600" b="1" dirty="0">
                <a:latin typeface="Poppins Light"/>
                <a:cs typeface="Poppins Light"/>
                <a:sym typeface="Arial"/>
              </a:rPr>
              <a:t> </a:t>
            </a:r>
            <a:r>
              <a:rPr lang="en-US" sz="3600" b="1" dirty="0" err="1">
                <a:latin typeface="Poppins Light"/>
                <a:cs typeface="Poppins Light"/>
                <a:sym typeface="Arial"/>
              </a:rPr>
              <a:t>universitarias</a:t>
            </a:r>
            <a:r>
              <a:rPr lang="en-US" sz="3600" b="1" dirty="0">
                <a:latin typeface="Poppins Light"/>
                <a:cs typeface="Poppins Light"/>
                <a:sym typeface="Arial"/>
              </a:rPr>
              <a:t> </a:t>
            </a:r>
            <a:r>
              <a:rPr lang="en-US" sz="3600" b="1" dirty="0" err="1">
                <a:latin typeface="Poppins Light"/>
                <a:cs typeface="Poppins Light"/>
                <a:sym typeface="Arial"/>
              </a:rPr>
              <a:t>grabadas</a:t>
            </a:r>
            <a:r>
              <a:rPr lang="en-US" sz="3600" b="1" dirty="0">
                <a:latin typeface="Poppins Light"/>
                <a:cs typeface="Poppins Light"/>
                <a:sym typeface="Arial"/>
              </a:rPr>
              <a:t> </a:t>
            </a:r>
            <a:r>
              <a:rPr lang="en-US" sz="3600" b="1" dirty="0" err="1">
                <a:latin typeface="Poppins Light"/>
                <a:cs typeface="Poppins Light"/>
                <a:sym typeface="Arial"/>
              </a:rPr>
              <a:t>en</a:t>
            </a:r>
            <a:r>
              <a:rPr lang="en-US" sz="3600" b="1" dirty="0">
                <a:latin typeface="Poppins Light"/>
                <a:cs typeface="Poppins Light"/>
                <a:sym typeface="Arial"/>
              </a:rPr>
              <a:t> Perú</a:t>
            </a:r>
            <a:endParaRPr lang="es-PE" sz="3600" dirty="0">
              <a:latin typeface="Poppins Light"/>
              <a:cs typeface="Poppins Light"/>
            </a:endParaRPr>
          </a:p>
        </p:txBody>
      </p:sp>
      <p:sp>
        <p:nvSpPr>
          <p:cNvPr id="86" name="Google Shape;86;p13"/>
          <p:cNvSpPr txBox="1">
            <a:spLocks noGrp="1"/>
          </p:cNvSpPr>
          <p:nvPr>
            <p:ph type="subTitle" idx="1"/>
          </p:nvPr>
        </p:nvSpPr>
        <p:spPr>
          <a:xfrm>
            <a:off x="1524000" y="4960386"/>
            <a:ext cx="9144000" cy="132642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78789"/>
              </a:buClr>
              <a:buSzPts val="2400"/>
              <a:buNone/>
            </a:pPr>
            <a:r>
              <a:rPr lang="es-PE">
                <a:solidFill>
                  <a:srgbClr val="878789"/>
                </a:solidFill>
                <a:latin typeface="Arial"/>
                <a:ea typeface="Arial"/>
                <a:cs typeface="Arial"/>
                <a:sym typeface="Arial"/>
              </a:rPr>
              <a:t>AUTORES:</a:t>
            </a:r>
            <a:endParaRPr/>
          </a:p>
          <a:p>
            <a:pPr algn="l"/>
            <a:r>
              <a:rPr lang="es-PE" sz="1800">
                <a:sym typeface="Arial"/>
              </a:rPr>
              <a:t>Erick Joaquín Palomino Santa Cruz </a:t>
            </a:r>
            <a:endParaRPr lang="es-PE">
              <a:sym typeface="Arial"/>
            </a:endParaRPr>
          </a:p>
          <a:p>
            <a:pPr marL="0" indent="0" algn="l">
              <a:lnSpc>
                <a:spcPct val="100000"/>
              </a:lnSpc>
            </a:pPr>
            <a:r>
              <a:rPr lang="es-PE" sz="1800">
                <a:sym typeface="Arial"/>
              </a:rPr>
              <a:t>Adrián Enrique Jesús Palma Obispo</a:t>
            </a:r>
            <a:endParaRPr lang="en-US"/>
          </a:p>
          <a:p>
            <a:pPr marL="0" indent="0" algn="l"/>
            <a:endParaRPr lang="es-ES">
              <a:solidFill>
                <a:srgbClr val="878789"/>
              </a:solidFill>
              <a:latin typeface="Arial"/>
              <a:cs typeface="Arial"/>
            </a:endParaRPr>
          </a:p>
        </p:txBody>
      </p:sp>
      <p:pic>
        <p:nvPicPr>
          <p:cNvPr id="88" name="Google Shape;88;p13"/>
          <p:cNvPicPr preferRelativeResize="0"/>
          <p:nvPr/>
        </p:nvPicPr>
        <p:blipFill rotWithShape="1">
          <a:blip r:embed="rId3">
            <a:alphaModFix/>
          </a:blip>
          <a:srcRect/>
          <a:stretch/>
        </p:blipFill>
        <p:spPr>
          <a:xfrm>
            <a:off x="10430113" y="176497"/>
            <a:ext cx="1299274" cy="1299274"/>
          </a:xfrm>
          <a:prstGeom prst="rect">
            <a:avLst/>
          </a:prstGeom>
          <a:noFill/>
          <a:ln>
            <a:noFill/>
          </a:ln>
        </p:spPr>
      </p:pic>
      <p:pic>
        <p:nvPicPr>
          <p:cNvPr id="2" name="Imagen 1" descr="Logotipo, nombre de la empresa&#10;&#10;El contenido generado por IA puede ser incorrecto.">
            <a:extLst>
              <a:ext uri="{FF2B5EF4-FFF2-40B4-BE49-F238E27FC236}">
                <a16:creationId xmlns:a16="http://schemas.microsoft.com/office/drawing/2014/main" id="{868FC289-3A59-9DBB-59B5-48071F0050E3}"/>
              </a:ext>
            </a:extLst>
          </p:cNvPr>
          <p:cNvPicPr>
            <a:picLocks noChangeAspect="1"/>
          </p:cNvPicPr>
          <p:nvPr/>
        </p:nvPicPr>
        <p:blipFill>
          <a:blip r:embed="rId4"/>
          <a:stretch>
            <a:fillRect/>
          </a:stretch>
        </p:blipFill>
        <p:spPr>
          <a:xfrm>
            <a:off x="2959" y="-3447"/>
            <a:ext cx="1697700" cy="12634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Shape 93"/>
        <p:cNvGrpSpPr/>
        <p:nvPr/>
      </p:nvGrpSpPr>
      <p:grpSpPr>
        <a:xfrm>
          <a:off x="0" y="0"/>
          <a:ext cx="0" cy="0"/>
          <a:chOff x="0" y="0"/>
          <a:chExt cx="0" cy="0"/>
        </a:xfrm>
      </p:grpSpPr>
      <p:sp>
        <p:nvSpPr>
          <p:cNvPr id="94" name="Google Shape;94;p14"/>
          <p:cNvSpPr txBox="1">
            <a:spLocks noGrp="1"/>
          </p:cNvSpPr>
          <p:nvPr>
            <p:ph type="title"/>
          </p:nvPr>
        </p:nvSpPr>
        <p:spPr>
          <a:xfrm>
            <a:off x="838200" y="69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50BCE2"/>
              </a:buClr>
              <a:buSzPts val="4000"/>
              <a:buFont typeface="Arial"/>
              <a:buNone/>
            </a:pPr>
            <a:r>
              <a:rPr lang="es-PE" sz="4000" b="1">
                <a:solidFill>
                  <a:srgbClr val="50BCE2"/>
                </a:solidFill>
                <a:latin typeface="Arial"/>
                <a:ea typeface="Arial"/>
                <a:cs typeface="Arial"/>
                <a:sym typeface="Arial"/>
              </a:rPr>
              <a:t>AGENDA</a:t>
            </a:r>
            <a:endParaRPr/>
          </a:p>
        </p:txBody>
      </p:sp>
      <p:sp>
        <p:nvSpPr>
          <p:cNvPr id="95" name="Google Shape;95;p14"/>
          <p:cNvSpPr/>
          <p:nvPr/>
        </p:nvSpPr>
        <p:spPr>
          <a:xfrm>
            <a:off x="1891026"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0BCE2"/>
              </a:solidFill>
              <a:latin typeface="Calibri"/>
              <a:ea typeface="Calibri"/>
              <a:cs typeface="Calibri"/>
              <a:sym typeface="Calibri"/>
            </a:endParaRPr>
          </a:p>
        </p:txBody>
      </p:sp>
      <p:sp>
        <p:nvSpPr>
          <p:cNvPr id="96" name="Google Shape;96;p14"/>
          <p:cNvSpPr/>
          <p:nvPr/>
        </p:nvSpPr>
        <p:spPr>
          <a:xfrm>
            <a:off x="440635" y="1248948"/>
            <a:ext cx="9816180" cy="5988967"/>
          </a:xfrm>
          <a:prstGeom prst="rect">
            <a:avLst/>
          </a:prstGeom>
          <a:noFill/>
          <a:ln>
            <a:noFill/>
          </a:ln>
        </p:spPr>
        <p:txBody>
          <a:bodyPr spcFirstLastPara="1" wrap="square" lIns="91425" tIns="45700" rIns="91425" bIns="45700" anchor="t" anchorCtr="0">
            <a:noAutofit/>
          </a:bodyPr>
          <a:lstStyle/>
          <a:p>
            <a:pPr algn="just">
              <a:buSzPts val="1600"/>
            </a:pPr>
            <a:endParaRPr lang="es-PE" sz="1600">
              <a:solidFill>
                <a:srgbClr val="878789"/>
              </a:solidFill>
              <a:latin typeface="Calibri"/>
              <a:ea typeface="Calibri"/>
              <a:cs typeface="Calibri"/>
            </a:endParaRPr>
          </a:p>
          <a:p>
            <a:pPr marL="342900" indent="-241300" algn="just">
              <a:buSzPts val="1600"/>
            </a:pPr>
            <a:endParaRPr lang="es-PE" sz="1800">
              <a:solidFill>
                <a:srgbClr val="878789"/>
              </a:solidFill>
              <a:latin typeface="Calibri"/>
              <a:ea typeface="Calibri"/>
              <a:cs typeface="Calibri"/>
            </a:endParaRPr>
          </a:p>
          <a:p>
            <a:pPr marL="342900" indent="-342900" algn="just">
              <a:buClr>
                <a:srgbClr val="50BCE2"/>
              </a:buClr>
              <a:buSzPts val="1600"/>
              <a:buChar char="•"/>
            </a:pPr>
            <a:r>
              <a:rPr lang="es-PE" sz="2000">
                <a:solidFill>
                  <a:srgbClr val="878789"/>
                </a:solidFill>
                <a:latin typeface="Calibri"/>
                <a:ea typeface="Calibri"/>
                <a:cs typeface="Calibri"/>
              </a:rPr>
              <a:t>Problemática</a:t>
            </a:r>
            <a:endParaRPr lang="en-US" sz="2000">
              <a:latin typeface="Calibri"/>
              <a:cs typeface="Calibri"/>
            </a:endParaRPr>
          </a:p>
          <a:p>
            <a:pPr marL="342900" indent="-342900" algn="just">
              <a:buClr>
                <a:srgbClr val="50BCE2"/>
              </a:buClr>
              <a:buSzPts val="1600"/>
              <a:buChar char="•"/>
            </a:pPr>
            <a:r>
              <a:rPr lang="es-PE" sz="2000">
                <a:solidFill>
                  <a:srgbClr val="878789"/>
                </a:solidFill>
                <a:latin typeface="Calibri"/>
                <a:ea typeface="Calibri"/>
                <a:cs typeface="Calibri"/>
              </a:rPr>
              <a:t>Objetivo general</a:t>
            </a:r>
            <a:endParaRPr lang="es-PE">
              <a:ea typeface="Calibri"/>
            </a:endParaRPr>
          </a:p>
          <a:p>
            <a:pPr marL="342900" indent="-342900" algn="just">
              <a:buClr>
                <a:srgbClr val="50BCE2"/>
              </a:buClr>
              <a:buSzPts val="1600"/>
              <a:buChar char="•"/>
            </a:pPr>
            <a:r>
              <a:rPr lang="es-PE" sz="2000">
                <a:solidFill>
                  <a:srgbClr val="878789"/>
                </a:solidFill>
                <a:latin typeface="Calibri"/>
                <a:ea typeface="Calibri"/>
                <a:cs typeface="Calibri"/>
              </a:rPr>
              <a:t>Objetivos específicos</a:t>
            </a:r>
            <a:endParaRPr lang="es-PE" sz="2000">
              <a:latin typeface="Calibri"/>
              <a:cs typeface="Calibri"/>
            </a:endParaRPr>
          </a:p>
          <a:p>
            <a:pPr marL="342900" indent="-342900" algn="just">
              <a:buClr>
                <a:srgbClr val="50BCE2"/>
              </a:buClr>
              <a:buSzPts val="1600"/>
              <a:buChar char="•"/>
            </a:pPr>
            <a:r>
              <a:rPr lang="es-PE" sz="2000">
                <a:solidFill>
                  <a:srgbClr val="878789"/>
                </a:solidFill>
                <a:latin typeface="Calibri"/>
                <a:ea typeface="Calibri"/>
                <a:cs typeface="Calibri"/>
              </a:rPr>
              <a:t>Indicadores</a:t>
            </a:r>
            <a:endParaRPr lang="es-PE" sz="2000">
              <a:latin typeface="Calibri"/>
              <a:cs typeface="Calibri"/>
            </a:endParaRPr>
          </a:p>
          <a:p>
            <a:pPr marL="342900" indent="-342900" algn="just">
              <a:buClr>
                <a:srgbClr val="50BCE2"/>
              </a:buClr>
              <a:buSzPts val="1600"/>
              <a:buChar char="•"/>
            </a:pPr>
            <a:r>
              <a:rPr lang="es-PE" sz="2000">
                <a:solidFill>
                  <a:srgbClr val="878789"/>
                </a:solidFill>
                <a:latin typeface="Calibri"/>
                <a:ea typeface="Calibri"/>
                <a:cs typeface="Calibri"/>
              </a:rPr>
              <a:t>Plan de trabajo</a:t>
            </a:r>
          </a:p>
          <a:p>
            <a:pPr marL="342900" indent="-342900" algn="just">
              <a:buClr>
                <a:srgbClr val="50BCE2"/>
              </a:buClr>
              <a:buSzPts val="1600"/>
              <a:buChar char="•"/>
            </a:pPr>
            <a:r>
              <a:rPr lang="es-PE" sz="2000">
                <a:solidFill>
                  <a:srgbClr val="878789"/>
                </a:solidFill>
                <a:latin typeface="Calibri"/>
                <a:ea typeface="Calibri"/>
                <a:cs typeface="Calibri"/>
              </a:rPr>
              <a:t>Vídeo</a:t>
            </a:r>
            <a:endParaRPr lang="es-PE">
              <a:ea typeface="Calibri"/>
            </a:endParaRPr>
          </a:p>
          <a:p>
            <a:pPr marL="342900" indent="-342900" algn="just">
              <a:buClr>
                <a:srgbClr val="50BCE2"/>
              </a:buClr>
              <a:buSzPts val="1600"/>
              <a:buChar char="•"/>
            </a:pPr>
            <a:r>
              <a:rPr lang="es-PE" sz="2000">
                <a:solidFill>
                  <a:srgbClr val="878789"/>
                </a:solidFill>
                <a:latin typeface="Calibri"/>
                <a:ea typeface="Calibri"/>
                <a:cs typeface="Calibri"/>
              </a:rPr>
              <a:t>Formato de tabla</a:t>
            </a:r>
            <a:endParaRPr lang="es-PE">
              <a:ea typeface="Calibri"/>
            </a:endParaRPr>
          </a:p>
          <a:p>
            <a:pPr marL="342900" indent="-342900" algn="just">
              <a:buClr>
                <a:srgbClr val="50BCE2"/>
              </a:buClr>
              <a:buSzPts val="1600"/>
              <a:buChar char="•"/>
            </a:pPr>
            <a:r>
              <a:rPr lang="es-PE" sz="2000">
                <a:solidFill>
                  <a:srgbClr val="878789"/>
                </a:solidFill>
                <a:latin typeface="Calibri"/>
                <a:ea typeface="Calibri"/>
                <a:cs typeface="Calibri"/>
              </a:rPr>
              <a:t>Diagrama de hitos</a:t>
            </a:r>
            <a:endParaRPr lang="es-PE">
              <a:ea typeface="Calibri"/>
            </a:endParaRPr>
          </a:p>
          <a:p>
            <a:pPr marL="342900" indent="-342900" algn="just">
              <a:buClr>
                <a:srgbClr val="50BCE2"/>
              </a:buClr>
              <a:buSzPts val="1600"/>
              <a:buChar char="•"/>
            </a:pPr>
            <a:r>
              <a:rPr lang="es-PE" sz="2000">
                <a:solidFill>
                  <a:srgbClr val="878789"/>
                </a:solidFill>
                <a:latin typeface="Calibri"/>
                <a:ea typeface="Calibri"/>
                <a:cs typeface="Calibri"/>
              </a:rPr>
              <a:t>Formato de escaneo</a:t>
            </a:r>
            <a:endParaRPr lang="es-PE">
              <a:ea typeface="Calibri"/>
            </a:endParaRPr>
          </a:p>
          <a:p>
            <a:pPr marL="342900" indent="-342900" algn="just">
              <a:buClr>
                <a:srgbClr val="50BCE2"/>
              </a:buClr>
              <a:buSzPts val="1600"/>
              <a:buChar char="•"/>
            </a:pPr>
            <a:r>
              <a:rPr lang="es-PE" sz="2000">
                <a:solidFill>
                  <a:srgbClr val="878789"/>
                </a:solidFill>
                <a:latin typeface="Calibri"/>
                <a:ea typeface="Calibri"/>
                <a:cs typeface="Calibri"/>
              </a:rPr>
              <a:t>Organigrama</a:t>
            </a:r>
            <a:endParaRPr lang="es-PE">
              <a:ea typeface="Calibri"/>
            </a:endParaRPr>
          </a:p>
          <a:p>
            <a:pPr marL="342900" indent="-342900" algn="just">
              <a:buClr>
                <a:srgbClr val="50BCE2"/>
              </a:buClr>
              <a:buSzPts val="1600"/>
              <a:buChar char="•"/>
            </a:pPr>
            <a:r>
              <a:rPr lang="es-PE" sz="2000">
                <a:solidFill>
                  <a:srgbClr val="878789"/>
                </a:solidFill>
                <a:latin typeface="Calibri"/>
                <a:ea typeface="Calibri"/>
                <a:cs typeface="Calibri"/>
              </a:rPr>
              <a:t>Conclusiones</a:t>
            </a:r>
            <a:endParaRPr lang="es-PE" sz="2000">
              <a:latin typeface="Calibri"/>
              <a:ea typeface="Calibri"/>
              <a:cs typeface="Calibri"/>
            </a:endParaRPr>
          </a:p>
          <a:p>
            <a:pPr marL="342900" indent="-342900" algn="just">
              <a:buClr>
                <a:srgbClr val="50BCE2"/>
              </a:buClr>
              <a:buSzPts val="1600"/>
              <a:buChar char="•"/>
            </a:pPr>
            <a:endParaRPr lang="es-PE" sz="1600">
              <a:solidFill>
                <a:srgbClr val="878789"/>
              </a:solidFill>
              <a:latin typeface="Calibri"/>
              <a:ea typeface="Calibri"/>
              <a:cs typeface="Calibri"/>
            </a:endParaRPr>
          </a:p>
          <a:p>
            <a:pPr algn="just">
              <a:buSzPts val="1600"/>
            </a:pPr>
            <a:endParaRPr lang="es-PE" sz="1600">
              <a:solidFill>
                <a:srgbClr val="878789"/>
              </a:solidFill>
              <a:latin typeface="Calibri"/>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5"/>
          <p:cNvSpPr txBox="1"/>
          <p:nvPr/>
        </p:nvSpPr>
        <p:spPr>
          <a:xfrm>
            <a:off x="1859" y="-80924"/>
            <a:ext cx="10342418"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50BCE2"/>
              </a:buClr>
              <a:buSzPts val="4000"/>
              <a:buFont typeface="Arial"/>
              <a:buNone/>
            </a:pPr>
            <a:r>
              <a:rPr lang="es-PE" sz="4000" b="1" i="0" u="none" strike="noStrike" cap="none">
                <a:solidFill>
                  <a:srgbClr val="50BCE2"/>
                </a:solidFill>
                <a:latin typeface="Arial"/>
                <a:ea typeface="Arial"/>
                <a:cs typeface="Arial"/>
                <a:sym typeface="Arial"/>
              </a:rPr>
              <a:t>PROBLEMÁTICA</a:t>
            </a:r>
            <a:endParaRPr/>
          </a:p>
        </p:txBody>
      </p:sp>
      <p:sp>
        <p:nvSpPr>
          <p:cNvPr id="102" name="Google Shape;102;p15"/>
          <p:cNvSpPr/>
          <p:nvPr/>
        </p:nvSpPr>
        <p:spPr>
          <a:xfrm>
            <a:off x="3019103"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03" name="Google Shape;103;p15"/>
          <p:cNvPicPr preferRelativeResize="0"/>
          <p:nvPr/>
        </p:nvPicPr>
        <p:blipFill rotWithShape="1">
          <a:blip r:embed="rId3">
            <a:alphaModFix/>
          </a:blip>
          <a:srcRect/>
          <a:stretch/>
        </p:blipFill>
        <p:spPr>
          <a:xfrm>
            <a:off x="5211365" y="431013"/>
            <a:ext cx="1769269" cy="1769269"/>
          </a:xfrm>
          <a:prstGeom prst="rect">
            <a:avLst/>
          </a:prstGeom>
          <a:noFill/>
          <a:ln>
            <a:noFill/>
          </a:ln>
        </p:spPr>
      </p:pic>
      <p:sp>
        <p:nvSpPr>
          <p:cNvPr id="104" name="Google Shape;104;p15"/>
          <p:cNvSpPr txBox="1">
            <a:spLocks noGrp="1"/>
          </p:cNvSpPr>
          <p:nvPr>
            <p:ph type="body" idx="1"/>
          </p:nvPr>
        </p:nvSpPr>
        <p:spPr>
          <a:xfrm>
            <a:off x="675058" y="4413201"/>
            <a:ext cx="10515600" cy="1769268"/>
          </a:xfrm>
          <a:prstGeom prst="rect">
            <a:avLst/>
          </a:prstGeom>
          <a:noFill/>
          <a:ln>
            <a:noFill/>
          </a:ln>
        </p:spPr>
        <p:txBody>
          <a:bodyPr spcFirstLastPara="1" wrap="square" lIns="91425" tIns="45700" rIns="91425" bIns="45700" anchor="t" anchorCtr="0">
            <a:noAutofit/>
          </a:bodyPr>
          <a:lstStyle/>
          <a:p>
            <a:pPr algn="just">
              <a:buNone/>
            </a:pPr>
            <a:r>
              <a:rPr lang="es-PE" sz="2400"/>
              <a:t> El problema de investigación radica en la baja retención y el bajo rendimiento académico, asociados a clases extensas y a la ausencia de herramientas que generen contenido personalizado y evaluaciones adaptativas.</a:t>
            </a:r>
          </a:p>
        </p:txBody>
      </p:sp>
      <p:sp>
        <p:nvSpPr>
          <p:cNvPr id="2" name="TextBox 1">
            <a:extLst>
              <a:ext uri="{FF2B5EF4-FFF2-40B4-BE49-F238E27FC236}">
                <a16:creationId xmlns:a16="http://schemas.microsoft.com/office/drawing/2014/main" id="{FC05CF40-7CBF-DE3A-912C-71450D3E4F00}"/>
              </a:ext>
            </a:extLst>
          </p:cNvPr>
          <p:cNvSpPr txBox="1"/>
          <p:nvPr/>
        </p:nvSpPr>
        <p:spPr>
          <a:xfrm>
            <a:off x="2025042" y="2357286"/>
            <a:ext cx="8141917" cy="18774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i="0" dirty="0">
                <a:solidFill>
                  <a:schemeClr val="accent1"/>
                </a:solidFill>
                <a:latin typeface="Segoe UI"/>
                <a:ea typeface="Segoe UI"/>
                <a:cs typeface="Segoe UI"/>
              </a:rPr>
              <a:t>¿</a:t>
            </a:r>
            <a:r>
              <a:rPr lang="en-US" sz="2000" b="1" i="0" dirty="0" err="1">
                <a:solidFill>
                  <a:schemeClr val="accent1"/>
                </a:solidFill>
                <a:latin typeface="Segoe UI"/>
                <a:ea typeface="Segoe UI"/>
                <a:cs typeface="Segoe UI"/>
              </a:rPr>
              <a:t>Cómo</a:t>
            </a:r>
            <a:r>
              <a:rPr lang="en-US" sz="2000" b="1" i="0" dirty="0">
                <a:solidFill>
                  <a:schemeClr val="accent1"/>
                </a:solidFill>
                <a:latin typeface="Segoe UI"/>
                <a:ea typeface="Segoe UI"/>
                <a:cs typeface="Segoe UI"/>
              </a:rPr>
              <a:t> </a:t>
            </a:r>
            <a:r>
              <a:rPr lang="en-US" sz="2000" b="1" i="0" dirty="0" err="1">
                <a:solidFill>
                  <a:schemeClr val="accent1"/>
                </a:solidFill>
                <a:latin typeface="Segoe UI"/>
                <a:ea typeface="Segoe UI"/>
                <a:cs typeface="Segoe UI"/>
              </a:rPr>
              <a:t>una</a:t>
            </a:r>
            <a:r>
              <a:rPr lang="en-US" sz="2000" b="1" i="0" dirty="0">
                <a:solidFill>
                  <a:schemeClr val="accent1"/>
                </a:solidFill>
                <a:latin typeface="Segoe UI"/>
                <a:ea typeface="Segoe UI"/>
                <a:cs typeface="Segoe UI"/>
              </a:rPr>
              <a:t> </a:t>
            </a:r>
            <a:r>
              <a:rPr lang="en-US" sz="2000" b="1" i="0" dirty="0" err="1">
                <a:solidFill>
                  <a:schemeClr val="accent1"/>
                </a:solidFill>
                <a:latin typeface="Segoe UI"/>
                <a:ea typeface="Segoe UI"/>
                <a:cs typeface="Segoe UI"/>
              </a:rPr>
              <a:t>plataforma</a:t>
            </a:r>
            <a:r>
              <a:rPr lang="en-US" sz="2000" b="1" i="0" dirty="0">
                <a:solidFill>
                  <a:schemeClr val="accent1"/>
                </a:solidFill>
                <a:latin typeface="Segoe UI"/>
                <a:ea typeface="Segoe UI"/>
                <a:cs typeface="Segoe UI"/>
              </a:rPr>
              <a:t> de </a:t>
            </a:r>
            <a:r>
              <a:rPr lang="en-US" sz="2000" b="1" i="0" dirty="0" err="1">
                <a:solidFill>
                  <a:schemeClr val="accent1"/>
                </a:solidFill>
                <a:latin typeface="Segoe UI"/>
                <a:ea typeface="Segoe UI"/>
                <a:cs typeface="Segoe UI"/>
              </a:rPr>
              <a:t>microaprendizaje</a:t>
            </a:r>
            <a:r>
              <a:rPr lang="en-US" sz="2000" b="1" i="0" dirty="0">
                <a:solidFill>
                  <a:schemeClr val="accent1"/>
                </a:solidFill>
                <a:latin typeface="Segoe UI"/>
                <a:ea typeface="Segoe UI"/>
                <a:cs typeface="Segoe UI"/>
              </a:rPr>
              <a:t> </a:t>
            </a:r>
            <a:r>
              <a:rPr lang="en-US" sz="2000" b="1" i="0" dirty="0" err="1">
                <a:solidFill>
                  <a:schemeClr val="accent1"/>
                </a:solidFill>
                <a:latin typeface="Segoe UI"/>
                <a:ea typeface="Segoe UI"/>
                <a:cs typeface="Segoe UI"/>
              </a:rPr>
              <a:t>basada</a:t>
            </a:r>
            <a:r>
              <a:rPr lang="en-US" sz="2000" b="1" i="0" dirty="0">
                <a:solidFill>
                  <a:schemeClr val="accent1"/>
                </a:solidFill>
                <a:latin typeface="Segoe UI"/>
                <a:ea typeface="Segoe UI"/>
                <a:cs typeface="Segoe UI"/>
              </a:rPr>
              <a:t> </a:t>
            </a:r>
            <a:r>
              <a:rPr lang="en-US" sz="2000" b="1" i="0" dirty="0" err="1">
                <a:solidFill>
                  <a:schemeClr val="accent1"/>
                </a:solidFill>
                <a:latin typeface="Segoe UI"/>
                <a:ea typeface="Segoe UI"/>
                <a:cs typeface="Segoe UI"/>
              </a:rPr>
              <a:t>en</a:t>
            </a:r>
            <a:r>
              <a:rPr lang="en-US" sz="2000" b="1" i="0" dirty="0">
                <a:solidFill>
                  <a:schemeClr val="accent1"/>
                </a:solidFill>
                <a:latin typeface="Segoe UI"/>
                <a:ea typeface="Segoe UI"/>
                <a:cs typeface="Segoe UI"/>
              </a:rPr>
              <a:t> </a:t>
            </a:r>
            <a:r>
              <a:rPr lang="en-US" sz="2000" b="1" i="0" dirty="0" err="1">
                <a:solidFill>
                  <a:schemeClr val="accent1"/>
                </a:solidFill>
                <a:latin typeface="Segoe UI"/>
                <a:ea typeface="Segoe UI"/>
                <a:cs typeface="Segoe UI"/>
              </a:rPr>
              <a:t>inteligencia</a:t>
            </a:r>
            <a:r>
              <a:rPr lang="en-US" sz="2000" b="1" i="0" dirty="0">
                <a:solidFill>
                  <a:schemeClr val="accent1"/>
                </a:solidFill>
                <a:latin typeface="Segoe UI"/>
                <a:ea typeface="Segoe UI"/>
                <a:cs typeface="Segoe UI"/>
              </a:rPr>
              <a:t> artificial, </a:t>
            </a:r>
            <a:r>
              <a:rPr lang="en-US" sz="2000" b="1" i="0" dirty="0" err="1">
                <a:solidFill>
                  <a:schemeClr val="accent1"/>
                </a:solidFill>
                <a:latin typeface="Segoe UI"/>
                <a:ea typeface="Segoe UI"/>
                <a:cs typeface="Segoe UI"/>
              </a:rPr>
              <a:t>capaz</a:t>
            </a:r>
            <a:r>
              <a:rPr lang="en-US" sz="2000" b="1" i="0" dirty="0">
                <a:solidFill>
                  <a:schemeClr val="accent1"/>
                </a:solidFill>
                <a:latin typeface="Segoe UI"/>
                <a:ea typeface="Segoe UI"/>
                <a:cs typeface="Segoe UI"/>
              </a:rPr>
              <a:t> de </a:t>
            </a:r>
            <a:r>
              <a:rPr lang="en-US" sz="2000" b="1" i="0" dirty="0" err="1">
                <a:solidFill>
                  <a:schemeClr val="accent1"/>
                </a:solidFill>
                <a:latin typeface="Segoe UI"/>
                <a:ea typeface="Segoe UI"/>
                <a:cs typeface="Segoe UI"/>
              </a:rPr>
              <a:t>transformar</a:t>
            </a:r>
            <a:r>
              <a:rPr lang="en-US" sz="2000" b="1" i="0" dirty="0">
                <a:solidFill>
                  <a:schemeClr val="accent1"/>
                </a:solidFill>
                <a:latin typeface="Segoe UI"/>
                <a:ea typeface="Segoe UI"/>
                <a:cs typeface="Segoe UI"/>
              </a:rPr>
              <a:t> </a:t>
            </a:r>
            <a:r>
              <a:rPr lang="en-US" sz="2000" b="1" i="0" dirty="0" err="1">
                <a:solidFill>
                  <a:schemeClr val="accent1"/>
                </a:solidFill>
                <a:latin typeface="Segoe UI"/>
                <a:ea typeface="Segoe UI"/>
                <a:cs typeface="Segoe UI"/>
              </a:rPr>
              <a:t>clases</a:t>
            </a:r>
            <a:r>
              <a:rPr lang="en-US" sz="2000" b="1" i="0" dirty="0">
                <a:solidFill>
                  <a:schemeClr val="accent1"/>
                </a:solidFill>
                <a:latin typeface="Segoe UI"/>
                <a:ea typeface="Segoe UI"/>
                <a:cs typeface="Segoe UI"/>
              </a:rPr>
              <a:t> </a:t>
            </a:r>
            <a:r>
              <a:rPr lang="en-US" sz="2000" b="1" i="0" dirty="0" err="1">
                <a:solidFill>
                  <a:schemeClr val="accent1"/>
                </a:solidFill>
                <a:latin typeface="Segoe UI"/>
                <a:ea typeface="Segoe UI"/>
                <a:cs typeface="Segoe UI"/>
              </a:rPr>
              <a:t>universitarias</a:t>
            </a:r>
            <a:r>
              <a:rPr lang="en-US" sz="2000" b="1" i="0" dirty="0">
                <a:solidFill>
                  <a:schemeClr val="accent1"/>
                </a:solidFill>
                <a:latin typeface="Segoe UI"/>
                <a:ea typeface="Segoe UI"/>
                <a:cs typeface="Segoe UI"/>
              </a:rPr>
              <a:t> </a:t>
            </a:r>
            <a:r>
              <a:rPr lang="en-US" sz="2000" b="1" i="0" dirty="0" err="1">
                <a:solidFill>
                  <a:schemeClr val="accent1"/>
                </a:solidFill>
                <a:latin typeface="Segoe UI"/>
                <a:ea typeface="Segoe UI"/>
                <a:cs typeface="Segoe UI"/>
              </a:rPr>
              <a:t>grabadas</a:t>
            </a:r>
            <a:r>
              <a:rPr lang="en-US" sz="2000" b="1" i="0" dirty="0">
                <a:solidFill>
                  <a:schemeClr val="accent1"/>
                </a:solidFill>
                <a:latin typeface="Segoe UI"/>
                <a:ea typeface="Segoe UI"/>
                <a:cs typeface="Segoe UI"/>
              </a:rPr>
              <a:t> </a:t>
            </a:r>
            <a:r>
              <a:rPr lang="en-US" sz="2000" b="1" i="0" dirty="0" err="1">
                <a:solidFill>
                  <a:schemeClr val="accent1"/>
                </a:solidFill>
                <a:latin typeface="Segoe UI"/>
                <a:ea typeface="Segoe UI"/>
                <a:cs typeface="Segoe UI"/>
              </a:rPr>
              <a:t>en</a:t>
            </a:r>
            <a:r>
              <a:rPr lang="en-US" sz="2000" b="1" i="0" dirty="0">
                <a:solidFill>
                  <a:schemeClr val="accent1"/>
                </a:solidFill>
                <a:latin typeface="Segoe UI"/>
                <a:ea typeface="Segoe UI"/>
                <a:cs typeface="Segoe UI"/>
              </a:rPr>
              <a:t> </a:t>
            </a:r>
            <a:r>
              <a:rPr lang="en-US" sz="2000" b="1" i="0" dirty="0" err="1">
                <a:solidFill>
                  <a:schemeClr val="accent1"/>
                </a:solidFill>
                <a:latin typeface="Segoe UI"/>
                <a:ea typeface="Segoe UI"/>
                <a:cs typeface="Segoe UI"/>
              </a:rPr>
              <a:t>contenido</a:t>
            </a:r>
            <a:r>
              <a:rPr lang="en-US" sz="2000" b="1" i="0" dirty="0">
                <a:solidFill>
                  <a:schemeClr val="accent1"/>
                </a:solidFill>
                <a:latin typeface="Segoe UI"/>
                <a:ea typeface="Segoe UI"/>
                <a:cs typeface="Segoe UI"/>
              </a:rPr>
              <a:t> </a:t>
            </a:r>
            <a:r>
              <a:rPr lang="en-US" sz="2000" b="1" i="0" dirty="0" err="1">
                <a:solidFill>
                  <a:schemeClr val="accent1"/>
                </a:solidFill>
                <a:latin typeface="Segoe UI"/>
                <a:ea typeface="Segoe UI"/>
                <a:cs typeface="Segoe UI"/>
              </a:rPr>
              <a:t>educativo</a:t>
            </a:r>
            <a:r>
              <a:rPr lang="en-US" sz="2000" b="1" i="0" dirty="0">
                <a:solidFill>
                  <a:schemeClr val="accent1"/>
                </a:solidFill>
                <a:latin typeface="Segoe UI"/>
                <a:ea typeface="Segoe UI"/>
                <a:cs typeface="Segoe UI"/>
              </a:rPr>
              <a:t> </a:t>
            </a:r>
            <a:r>
              <a:rPr lang="en-US" sz="2000" b="1" i="0" dirty="0" err="1">
                <a:solidFill>
                  <a:schemeClr val="accent1"/>
                </a:solidFill>
                <a:latin typeface="Segoe UI"/>
                <a:ea typeface="Segoe UI"/>
                <a:cs typeface="Segoe UI"/>
              </a:rPr>
              <a:t>personalizado</a:t>
            </a:r>
            <a:r>
              <a:rPr lang="en-US" sz="2000" b="1" i="0" dirty="0">
                <a:solidFill>
                  <a:schemeClr val="accent1"/>
                </a:solidFill>
                <a:latin typeface="Segoe UI"/>
                <a:ea typeface="Segoe UI"/>
                <a:cs typeface="Segoe UI"/>
              </a:rPr>
              <a:t> y </a:t>
            </a:r>
            <a:r>
              <a:rPr lang="en-US" sz="2000" b="1" i="0" dirty="0" err="1">
                <a:solidFill>
                  <a:schemeClr val="accent1"/>
                </a:solidFill>
                <a:latin typeface="Segoe UI"/>
                <a:ea typeface="Segoe UI"/>
                <a:cs typeface="Segoe UI"/>
              </a:rPr>
              <a:t>evaluaciones</a:t>
            </a:r>
            <a:r>
              <a:rPr lang="en-US" sz="2000" b="1" i="0" dirty="0">
                <a:solidFill>
                  <a:schemeClr val="accent1"/>
                </a:solidFill>
                <a:latin typeface="Segoe UI"/>
                <a:ea typeface="Segoe UI"/>
                <a:cs typeface="Segoe UI"/>
              </a:rPr>
              <a:t> </a:t>
            </a:r>
            <a:r>
              <a:rPr lang="en-US" sz="2000" b="1" i="0" dirty="0" err="1">
                <a:solidFill>
                  <a:schemeClr val="accent1"/>
                </a:solidFill>
                <a:latin typeface="Segoe UI"/>
                <a:ea typeface="Segoe UI"/>
                <a:cs typeface="Segoe UI"/>
              </a:rPr>
              <a:t>adaptativas</a:t>
            </a:r>
            <a:r>
              <a:rPr lang="en-US" sz="2000" b="1" i="0" dirty="0">
                <a:solidFill>
                  <a:schemeClr val="accent1"/>
                </a:solidFill>
                <a:latin typeface="Segoe UI"/>
                <a:ea typeface="Segoe UI"/>
                <a:cs typeface="Segoe UI"/>
              </a:rPr>
              <a:t>, </a:t>
            </a:r>
            <a:r>
              <a:rPr lang="en-US" sz="2000" b="1" i="0" dirty="0" err="1">
                <a:solidFill>
                  <a:schemeClr val="accent1"/>
                </a:solidFill>
                <a:latin typeface="Segoe UI"/>
                <a:ea typeface="Segoe UI"/>
                <a:cs typeface="Segoe UI"/>
              </a:rPr>
              <a:t>puede</a:t>
            </a:r>
            <a:r>
              <a:rPr lang="en-US" sz="2000" b="1" i="0" dirty="0">
                <a:solidFill>
                  <a:schemeClr val="accent1"/>
                </a:solidFill>
                <a:latin typeface="Segoe UI"/>
                <a:ea typeface="Segoe UI"/>
                <a:cs typeface="Segoe UI"/>
              </a:rPr>
              <a:t> </a:t>
            </a:r>
            <a:r>
              <a:rPr lang="en-US" sz="2000" b="1" i="0" dirty="0" err="1">
                <a:solidFill>
                  <a:schemeClr val="accent1"/>
                </a:solidFill>
                <a:latin typeface="Segoe UI"/>
                <a:ea typeface="Segoe UI"/>
                <a:cs typeface="Segoe UI"/>
              </a:rPr>
              <a:t>mejorar</a:t>
            </a:r>
            <a:r>
              <a:rPr lang="en-US" sz="2000" b="1" i="0" dirty="0">
                <a:solidFill>
                  <a:schemeClr val="accent1"/>
                </a:solidFill>
                <a:latin typeface="Segoe UI"/>
                <a:ea typeface="Segoe UI"/>
                <a:cs typeface="Segoe UI"/>
              </a:rPr>
              <a:t> la </a:t>
            </a:r>
            <a:r>
              <a:rPr lang="en-US" sz="2000" b="1" i="0" dirty="0" err="1">
                <a:solidFill>
                  <a:schemeClr val="accent1"/>
                </a:solidFill>
                <a:latin typeface="Segoe UI"/>
                <a:ea typeface="Segoe UI"/>
                <a:cs typeface="Segoe UI"/>
              </a:rPr>
              <a:t>retención</a:t>
            </a:r>
            <a:r>
              <a:rPr lang="en-US" sz="2000" b="1" i="0" dirty="0">
                <a:solidFill>
                  <a:schemeClr val="accent1"/>
                </a:solidFill>
                <a:latin typeface="Segoe UI"/>
                <a:ea typeface="Segoe UI"/>
                <a:cs typeface="Segoe UI"/>
              </a:rPr>
              <a:t> del </a:t>
            </a:r>
            <a:r>
              <a:rPr lang="en-US" sz="2000" b="1" i="0" dirty="0" err="1">
                <a:solidFill>
                  <a:schemeClr val="accent1"/>
                </a:solidFill>
                <a:latin typeface="Segoe UI"/>
                <a:ea typeface="Segoe UI"/>
                <a:cs typeface="Segoe UI"/>
              </a:rPr>
              <a:t>conocimiento</a:t>
            </a:r>
            <a:r>
              <a:rPr lang="en-US" sz="2000" b="1" i="0" dirty="0">
                <a:solidFill>
                  <a:schemeClr val="accent1"/>
                </a:solidFill>
                <a:latin typeface="Segoe UI"/>
                <a:ea typeface="Segoe UI"/>
                <a:cs typeface="Segoe UI"/>
              </a:rPr>
              <a:t> y </a:t>
            </a:r>
            <a:r>
              <a:rPr lang="en-US" sz="2000" b="1" i="0" dirty="0" err="1">
                <a:solidFill>
                  <a:schemeClr val="accent1"/>
                </a:solidFill>
                <a:latin typeface="Segoe UI"/>
                <a:ea typeface="Segoe UI"/>
                <a:cs typeface="Segoe UI"/>
              </a:rPr>
              <a:t>el</a:t>
            </a:r>
            <a:r>
              <a:rPr lang="en-US" sz="2000" b="1" i="0" dirty="0">
                <a:solidFill>
                  <a:schemeClr val="accent1"/>
                </a:solidFill>
                <a:latin typeface="Segoe UI"/>
                <a:ea typeface="Segoe UI"/>
                <a:cs typeface="Segoe UI"/>
              </a:rPr>
              <a:t> </a:t>
            </a:r>
            <a:r>
              <a:rPr lang="en-US" sz="2000" b="1" i="0" dirty="0" err="1">
                <a:solidFill>
                  <a:schemeClr val="accent1"/>
                </a:solidFill>
                <a:latin typeface="Segoe UI"/>
                <a:ea typeface="Segoe UI"/>
                <a:cs typeface="Segoe UI"/>
              </a:rPr>
              <a:t>rendimiento</a:t>
            </a:r>
            <a:r>
              <a:rPr lang="en-US" sz="2000" b="1" i="0" dirty="0">
                <a:solidFill>
                  <a:schemeClr val="accent1"/>
                </a:solidFill>
                <a:latin typeface="Segoe UI"/>
                <a:ea typeface="Segoe UI"/>
                <a:cs typeface="Segoe UI"/>
              </a:rPr>
              <a:t> </a:t>
            </a:r>
            <a:r>
              <a:rPr lang="en-US" sz="2000" b="1" i="0" dirty="0" err="1">
                <a:solidFill>
                  <a:schemeClr val="accent1"/>
                </a:solidFill>
                <a:latin typeface="Segoe UI"/>
                <a:ea typeface="Segoe UI"/>
                <a:cs typeface="Segoe UI"/>
              </a:rPr>
              <a:t>académico</a:t>
            </a:r>
            <a:r>
              <a:rPr lang="en-US" sz="2000" b="1" i="0" dirty="0">
                <a:solidFill>
                  <a:schemeClr val="accent1"/>
                </a:solidFill>
                <a:latin typeface="Segoe UI"/>
                <a:ea typeface="Segoe UI"/>
                <a:cs typeface="Segoe UI"/>
              </a:rPr>
              <a:t> de </a:t>
            </a:r>
            <a:r>
              <a:rPr lang="en-US" sz="2000" b="1" i="0" dirty="0" err="1">
                <a:solidFill>
                  <a:schemeClr val="accent1"/>
                </a:solidFill>
                <a:latin typeface="Segoe UI"/>
                <a:ea typeface="Segoe UI"/>
                <a:cs typeface="Segoe UI"/>
              </a:rPr>
              <a:t>los</a:t>
            </a:r>
            <a:r>
              <a:rPr lang="en-US" sz="2000" b="1" i="0" dirty="0">
                <a:solidFill>
                  <a:schemeClr val="accent1"/>
                </a:solidFill>
                <a:latin typeface="Segoe UI"/>
                <a:ea typeface="Segoe UI"/>
                <a:cs typeface="Segoe UI"/>
              </a:rPr>
              <a:t> </a:t>
            </a:r>
            <a:r>
              <a:rPr lang="en-US" sz="2000" b="1" i="0" dirty="0" err="1">
                <a:solidFill>
                  <a:schemeClr val="accent1"/>
                </a:solidFill>
                <a:latin typeface="Segoe UI"/>
                <a:ea typeface="Segoe UI"/>
                <a:cs typeface="Segoe UI"/>
              </a:rPr>
              <a:t>estudiantes</a:t>
            </a:r>
            <a:r>
              <a:rPr lang="en-US" sz="2000" b="1" i="0" dirty="0">
                <a:solidFill>
                  <a:schemeClr val="accent1"/>
                </a:solidFill>
                <a:latin typeface="Segoe UI"/>
                <a:ea typeface="Segoe UI"/>
                <a:cs typeface="Segoe UI"/>
              </a:rPr>
              <a:t>?</a:t>
            </a:r>
            <a:endParaRPr lang="en-US" sz="2000" b="1">
              <a:solidFill>
                <a:schemeClr val="accent1"/>
              </a:solidFill>
            </a:endParaRPr>
          </a:p>
          <a:p>
            <a:pPr algn="ctr"/>
            <a:endParaRPr lang="en-US" sz="1600" b="1">
              <a:solidFill>
                <a:schemeClr val="accen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p:nvPr/>
        </p:nvSpPr>
        <p:spPr>
          <a:xfrm>
            <a:off x="838200" y="365125"/>
            <a:ext cx="10342418"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50BCE2"/>
              </a:buClr>
              <a:buSzPts val="4000"/>
              <a:buFont typeface="Arial"/>
              <a:buNone/>
            </a:pPr>
            <a:r>
              <a:rPr lang="es-PE" sz="4000" b="1" i="0" u="none" strike="noStrike" cap="none">
                <a:solidFill>
                  <a:srgbClr val="50BCE2"/>
                </a:solidFill>
                <a:latin typeface="Arial"/>
                <a:ea typeface="Arial"/>
                <a:cs typeface="Arial"/>
                <a:sym typeface="Arial"/>
              </a:rPr>
              <a:t>PROBLEMÁTICA</a:t>
            </a:r>
            <a:endParaRPr/>
          </a:p>
        </p:txBody>
      </p:sp>
      <p:sp>
        <p:nvSpPr>
          <p:cNvPr id="110" name="Google Shape;110;p16"/>
          <p:cNvSpPr/>
          <p:nvPr/>
        </p:nvSpPr>
        <p:spPr>
          <a:xfrm>
            <a:off x="3019103"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2" name="Google Shape;112;p16"/>
          <p:cNvSpPr/>
          <p:nvPr/>
        </p:nvSpPr>
        <p:spPr>
          <a:xfrm>
            <a:off x="170394" y="2248566"/>
            <a:ext cx="2835204" cy="2973406"/>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3" name="Google Shape;113;p16"/>
          <p:cNvSpPr/>
          <p:nvPr/>
        </p:nvSpPr>
        <p:spPr>
          <a:xfrm>
            <a:off x="170394" y="2244392"/>
            <a:ext cx="2835204" cy="94574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4" name="Google Shape;114;p16"/>
          <p:cNvSpPr txBox="1"/>
          <p:nvPr/>
        </p:nvSpPr>
        <p:spPr>
          <a:xfrm>
            <a:off x="503001" y="2426532"/>
            <a:ext cx="2190080" cy="461624"/>
          </a:xfrm>
          <a:prstGeom prst="rect">
            <a:avLst/>
          </a:prstGeom>
          <a:noFill/>
          <a:ln>
            <a:noFill/>
          </a:ln>
        </p:spPr>
        <p:txBody>
          <a:bodyPr spcFirstLastPara="1" wrap="square" lIns="91425" tIns="45700" rIns="91425" bIns="45700" anchor="t" anchorCtr="0">
            <a:spAutoFit/>
          </a:bodyPr>
          <a:lstStyle/>
          <a:p>
            <a:r>
              <a:rPr lang="es-PE" sz="2400">
                <a:solidFill>
                  <a:schemeClr val="lt1"/>
                </a:solidFill>
                <a:latin typeface="Calibri"/>
                <a:ea typeface="Calibri"/>
                <a:cs typeface="Calibri"/>
              </a:rPr>
              <a:t>Acceso limitado </a:t>
            </a:r>
          </a:p>
        </p:txBody>
      </p:sp>
      <p:sp>
        <p:nvSpPr>
          <p:cNvPr id="115" name="Google Shape;115;p16"/>
          <p:cNvSpPr txBox="1"/>
          <p:nvPr/>
        </p:nvSpPr>
        <p:spPr>
          <a:xfrm>
            <a:off x="264697" y="3252494"/>
            <a:ext cx="2649563" cy="2062063"/>
          </a:xfrm>
          <a:prstGeom prst="rect">
            <a:avLst/>
          </a:prstGeom>
          <a:noFill/>
          <a:ln>
            <a:noFill/>
          </a:ln>
        </p:spPr>
        <p:txBody>
          <a:bodyPr spcFirstLastPara="1" wrap="square" lIns="91425" tIns="45700" rIns="91425" bIns="45700" anchor="t" anchorCtr="0">
            <a:spAutoFit/>
          </a:bodyPr>
          <a:lstStyle/>
          <a:p>
            <a:pPr algn="just"/>
            <a:r>
              <a:rPr lang="es-PE" sz="1600">
                <a:solidFill>
                  <a:schemeClr val="dk1"/>
                </a:solidFill>
                <a:latin typeface="Calibri"/>
                <a:ea typeface="Calibri"/>
                <a:cs typeface="Calibri"/>
              </a:rPr>
              <a:t>Los videos educativos suelen presentar largas duraciones, lo que dificulta que estudiantes localicen rápidamente información específica o repasen conceptos puntuales de manera eficiente.</a:t>
            </a:r>
          </a:p>
        </p:txBody>
      </p:sp>
      <p:sp>
        <p:nvSpPr>
          <p:cNvPr id="116" name="Google Shape;116;p16"/>
          <p:cNvSpPr/>
          <p:nvPr/>
        </p:nvSpPr>
        <p:spPr>
          <a:xfrm>
            <a:off x="3129427" y="3193041"/>
            <a:ext cx="2856080" cy="2033954"/>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 name="Google Shape;117;p16"/>
          <p:cNvSpPr/>
          <p:nvPr/>
        </p:nvSpPr>
        <p:spPr>
          <a:xfrm>
            <a:off x="3129427" y="2259854"/>
            <a:ext cx="2845642" cy="924869"/>
          </a:xfrm>
          <a:prstGeom prst="rect">
            <a:avLst/>
          </a:prstGeom>
          <a:solidFill>
            <a:srgbClr val="0099C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878789"/>
              </a:solidFill>
              <a:latin typeface="Calibri"/>
              <a:ea typeface="Calibri"/>
              <a:cs typeface="Calibri"/>
              <a:sym typeface="Calibri"/>
            </a:endParaRPr>
          </a:p>
        </p:txBody>
      </p:sp>
      <p:sp>
        <p:nvSpPr>
          <p:cNvPr id="118" name="Google Shape;118;p16"/>
          <p:cNvSpPr txBox="1"/>
          <p:nvPr/>
        </p:nvSpPr>
        <p:spPr>
          <a:xfrm>
            <a:off x="3141471" y="2299639"/>
            <a:ext cx="2586132" cy="830956"/>
          </a:xfrm>
          <a:prstGeom prst="rect">
            <a:avLst/>
          </a:prstGeom>
          <a:noFill/>
          <a:ln>
            <a:noFill/>
          </a:ln>
        </p:spPr>
        <p:txBody>
          <a:bodyPr spcFirstLastPara="1" wrap="square" lIns="91425" tIns="45700" rIns="91425" bIns="45700" anchor="t" anchorCtr="0">
            <a:spAutoFit/>
          </a:bodyPr>
          <a:lstStyle/>
          <a:p>
            <a:pPr algn="ctr"/>
            <a:r>
              <a:rPr lang="es-PE" sz="2400">
                <a:solidFill>
                  <a:schemeClr val="lt1"/>
                </a:solidFill>
                <a:latin typeface="Calibri"/>
                <a:ea typeface="Calibri"/>
                <a:cs typeface="Calibri"/>
              </a:rPr>
              <a:t>Procesamiento manual</a:t>
            </a:r>
            <a:endParaRPr lang="en-US" sz="2400">
              <a:solidFill>
                <a:schemeClr val="lt1"/>
              </a:solidFill>
              <a:latin typeface="Calibri"/>
              <a:ea typeface="Calibri"/>
              <a:cs typeface="Calibri"/>
            </a:endParaRPr>
          </a:p>
        </p:txBody>
      </p:sp>
      <p:sp>
        <p:nvSpPr>
          <p:cNvPr id="119" name="Google Shape;119;p16"/>
          <p:cNvSpPr txBox="1"/>
          <p:nvPr/>
        </p:nvSpPr>
        <p:spPr>
          <a:xfrm>
            <a:off x="3158072" y="3256307"/>
            <a:ext cx="2822630" cy="1815841"/>
          </a:xfrm>
          <a:prstGeom prst="rect">
            <a:avLst/>
          </a:prstGeom>
          <a:noFill/>
          <a:ln>
            <a:noFill/>
          </a:ln>
        </p:spPr>
        <p:txBody>
          <a:bodyPr spcFirstLastPara="1" wrap="square" lIns="91425" tIns="45700" rIns="91425" bIns="45700" anchor="t" anchorCtr="0">
            <a:spAutoFit/>
          </a:bodyPr>
          <a:lstStyle/>
          <a:p>
            <a:pPr algn="just"/>
            <a:r>
              <a:rPr lang="en-US" sz="1600">
                <a:latin typeface="Calibri"/>
                <a:ea typeface="Calibri"/>
                <a:cs typeface="Calibri"/>
              </a:rPr>
              <a:t>La </a:t>
            </a:r>
            <a:r>
              <a:rPr lang="en-US" sz="1600" err="1">
                <a:latin typeface="Calibri"/>
                <a:ea typeface="Calibri"/>
                <a:cs typeface="Calibri"/>
              </a:rPr>
              <a:t>extracción</a:t>
            </a:r>
            <a:r>
              <a:rPr lang="en-US" sz="1600">
                <a:latin typeface="Calibri"/>
                <a:ea typeface="Calibri"/>
                <a:cs typeface="Calibri"/>
              </a:rPr>
              <a:t> de ideas, </a:t>
            </a:r>
            <a:r>
              <a:rPr lang="en-US" sz="1600" err="1">
                <a:latin typeface="Calibri"/>
                <a:ea typeface="Calibri"/>
                <a:cs typeface="Calibri"/>
              </a:rPr>
              <a:t>generación</a:t>
            </a:r>
            <a:r>
              <a:rPr lang="en-US" sz="1600">
                <a:latin typeface="Calibri"/>
                <a:ea typeface="Calibri"/>
                <a:cs typeface="Calibri"/>
              </a:rPr>
              <a:t> de </a:t>
            </a:r>
            <a:r>
              <a:rPr lang="en-US" sz="1600" err="1">
                <a:latin typeface="Calibri"/>
                <a:ea typeface="Calibri"/>
                <a:cs typeface="Calibri"/>
              </a:rPr>
              <a:t>resúmenes</a:t>
            </a:r>
            <a:r>
              <a:rPr lang="en-US" sz="1600">
                <a:latin typeface="Calibri"/>
                <a:ea typeface="Calibri"/>
                <a:cs typeface="Calibri"/>
              </a:rPr>
              <a:t> y </a:t>
            </a:r>
            <a:r>
              <a:rPr lang="en-US" sz="1600" err="1">
                <a:latin typeface="Calibri"/>
                <a:ea typeface="Calibri"/>
                <a:cs typeface="Calibri"/>
              </a:rPr>
              <a:t>organización</a:t>
            </a:r>
            <a:r>
              <a:rPr lang="en-US" sz="1600">
                <a:latin typeface="Calibri"/>
                <a:ea typeface="Calibri"/>
                <a:cs typeface="Calibri"/>
              </a:rPr>
              <a:t> del </a:t>
            </a:r>
            <a:r>
              <a:rPr lang="en-US" sz="1600" err="1">
                <a:latin typeface="Calibri"/>
                <a:ea typeface="Calibri"/>
                <a:cs typeface="Calibri"/>
              </a:rPr>
              <a:t>contenido</a:t>
            </a:r>
            <a:r>
              <a:rPr lang="en-US" sz="1600">
                <a:latin typeface="Calibri"/>
                <a:ea typeface="Calibri"/>
                <a:cs typeface="Calibri"/>
              </a:rPr>
              <a:t> se </a:t>
            </a:r>
            <a:r>
              <a:rPr lang="en-US" sz="1600" err="1">
                <a:latin typeface="Calibri"/>
                <a:ea typeface="Calibri"/>
                <a:cs typeface="Calibri"/>
              </a:rPr>
              <a:t>realiza</a:t>
            </a:r>
            <a:r>
              <a:rPr lang="en-US" sz="1600">
                <a:latin typeface="Calibri"/>
                <a:ea typeface="Calibri"/>
                <a:cs typeface="Calibri"/>
              </a:rPr>
              <a:t> de forma manual, lo </a:t>
            </a:r>
            <a:r>
              <a:rPr lang="en-US" sz="1600" err="1">
                <a:latin typeface="Calibri"/>
                <a:ea typeface="Calibri"/>
                <a:cs typeface="Calibri"/>
              </a:rPr>
              <a:t>que</a:t>
            </a:r>
            <a:r>
              <a:rPr lang="en-US" sz="1600">
                <a:latin typeface="Calibri"/>
                <a:ea typeface="Calibri"/>
                <a:cs typeface="Calibri"/>
              </a:rPr>
              <a:t> </a:t>
            </a:r>
            <a:r>
              <a:rPr lang="en-US" sz="1600" err="1">
                <a:latin typeface="Calibri"/>
                <a:ea typeface="Calibri"/>
                <a:cs typeface="Calibri"/>
              </a:rPr>
              <a:t>incrementa</a:t>
            </a:r>
            <a:r>
              <a:rPr lang="en-US" sz="1600">
                <a:latin typeface="Calibri"/>
                <a:ea typeface="Calibri"/>
                <a:cs typeface="Calibri"/>
              </a:rPr>
              <a:t> </a:t>
            </a:r>
            <a:r>
              <a:rPr lang="en-US" sz="1600" err="1">
                <a:latin typeface="Calibri"/>
                <a:ea typeface="Calibri"/>
                <a:cs typeface="Calibri"/>
              </a:rPr>
              <a:t>el</a:t>
            </a:r>
            <a:r>
              <a:rPr lang="en-US" sz="1600">
                <a:latin typeface="Calibri"/>
                <a:ea typeface="Calibri"/>
                <a:cs typeface="Calibri"/>
              </a:rPr>
              <a:t> </a:t>
            </a:r>
            <a:r>
              <a:rPr lang="en-US" sz="1600" err="1">
                <a:latin typeface="Calibri"/>
                <a:ea typeface="Calibri"/>
                <a:cs typeface="Calibri"/>
              </a:rPr>
              <a:t>tiempo</a:t>
            </a:r>
            <a:r>
              <a:rPr lang="en-US" sz="1600">
                <a:latin typeface="Calibri"/>
                <a:ea typeface="Calibri"/>
                <a:cs typeface="Calibri"/>
              </a:rPr>
              <a:t> y </a:t>
            </a:r>
            <a:r>
              <a:rPr lang="en-US" sz="1600" err="1">
                <a:latin typeface="Calibri"/>
                <a:ea typeface="Calibri"/>
                <a:cs typeface="Calibri"/>
              </a:rPr>
              <a:t>esfuerzo</a:t>
            </a:r>
            <a:r>
              <a:rPr lang="en-US" sz="1600">
                <a:latin typeface="Calibri"/>
                <a:ea typeface="Calibri"/>
                <a:cs typeface="Calibri"/>
              </a:rPr>
              <a:t> de </a:t>
            </a:r>
            <a:r>
              <a:rPr lang="en-US" sz="1600" err="1">
                <a:latin typeface="Calibri"/>
                <a:ea typeface="Calibri"/>
                <a:cs typeface="Calibri"/>
              </a:rPr>
              <a:t>estudiantes</a:t>
            </a:r>
            <a:r>
              <a:rPr lang="en-US" sz="1600">
                <a:latin typeface="Calibri"/>
                <a:ea typeface="Calibri"/>
                <a:cs typeface="Calibri"/>
              </a:rPr>
              <a:t> y </a:t>
            </a:r>
            <a:r>
              <a:rPr lang="en-US" sz="1600" err="1">
                <a:latin typeface="Calibri"/>
                <a:ea typeface="Calibri"/>
                <a:cs typeface="Calibri"/>
              </a:rPr>
              <a:t>docentes</a:t>
            </a:r>
            <a:r>
              <a:rPr lang="en-US" sz="1600">
                <a:latin typeface="Calibri"/>
                <a:ea typeface="Calibri"/>
                <a:cs typeface="Calibri"/>
              </a:rPr>
              <a:t>.</a:t>
            </a:r>
          </a:p>
        </p:txBody>
      </p:sp>
      <p:sp>
        <p:nvSpPr>
          <p:cNvPr id="120" name="Google Shape;120;p16"/>
          <p:cNvSpPr/>
          <p:nvPr/>
        </p:nvSpPr>
        <p:spPr>
          <a:xfrm>
            <a:off x="6156504" y="3177579"/>
            <a:ext cx="2835203" cy="2033954"/>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1" name="Google Shape;121;p16"/>
          <p:cNvSpPr/>
          <p:nvPr/>
        </p:nvSpPr>
        <p:spPr>
          <a:xfrm>
            <a:off x="6156503" y="2254829"/>
            <a:ext cx="2835204" cy="924868"/>
          </a:xfrm>
          <a:prstGeom prst="rect">
            <a:avLst/>
          </a:prstGeom>
          <a:solidFill>
            <a:srgbClr val="0986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2" name="Google Shape;122;p16"/>
          <p:cNvSpPr txBox="1"/>
          <p:nvPr/>
        </p:nvSpPr>
        <p:spPr>
          <a:xfrm>
            <a:off x="6478673" y="2289623"/>
            <a:ext cx="2190080" cy="830956"/>
          </a:xfrm>
          <a:prstGeom prst="rect">
            <a:avLst/>
          </a:prstGeom>
          <a:noFill/>
          <a:ln>
            <a:noFill/>
          </a:ln>
        </p:spPr>
        <p:txBody>
          <a:bodyPr spcFirstLastPara="1" wrap="square" lIns="91425" tIns="45700" rIns="91425" bIns="45700" anchor="t" anchorCtr="0">
            <a:spAutoFit/>
          </a:bodyPr>
          <a:lstStyle/>
          <a:p>
            <a:pPr algn="ctr"/>
            <a:r>
              <a:rPr lang="es-PE" sz="2400">
                <a:solidFill>
                  <a:schemeClr val="lt1"/>
                </a:solidFill>
                <a:latin typeface="Calibri"/>
                <a:ea typeface="Calibri"/>
                <a:cs typeface="Calibri"/>
              </a:rPr>
              <a:t>Baja interactividad</a:t>
            </a:r>
            <a:endParaRPr lang="en-US" sz="2400">
              <a:solidFill>
                <a:schemeClr val="lt1"/>
              </a:solidFill>
              <a:latin typeface="Calibri"/>
              <a:ea typeface="Calibri"/>
              <a:cs typeface="Calibri"/>
            </a:endParaRPr>
          </a:p>
        </p:txBody>
      </p:sp>
      <p:sp>
        <p:nvSpPr>
          <p:cNvPr id="123" name="Google Shape;123;p16"/>
          <p:cNvSpPr txBox="1"/>
          <p:nvPr/>
        </p:nvSpPr>
        <p:spPr>
          <a:xfrm>
            <a:off x="6156861" y="3253705"/>
            <a:ext cx="2827017" cy="1323399"/>
          </a:xfrm>
          <a:prstGeom prst="rect">
            <a:avLst/>
          </a:prstGeom>
          <a:noFill/>
          <a:ln>
            <a:noFill/>
          </a:ln>
        </p:spPr>
        <p:txBody>
          <a:bodyPr spcFirstLastPara="1" wrap="square" lIns="91425" tIns="45700" rIns="91425" bIns="45700" anchor="t" anchorCtr="0">
            <a:spAutoFit/>
          </a:bodyPr>
          <a:lstStyle/>
          <a:p>
            <a:pPr algn="just"/>
            <a:r>
              <a:rPr lang="es-PE" sz="1600">
                <a:solidFill>
                  <a:schemeClr val="dk1"/>
                </a:solidFill>
                <a:latin typeface="Calibri"/>
                <a:ea typeface="Calibri"/>
                <a:cs typeface="Calibri"/>
              </a:rPr>
              <a:t>Las clases grabadas promueven un aprendizaje pasivo, limitando la interacción, la retroalimentación inmediata y el refuerzo del conocimiento.</a:t>
            </a:r>
            <a:endParaRPr lang="en-US" sz="1600">
              <a:solidFill>
                <a:schemeClr val="dk1"/>
              </a:solidFill>
              <a:latin typeface="Calibri"/>
              <a:ea typeface="Calibri"/>
              <a:cs typeface="Calibri"/>
            </a:endParaRPr>
          </a:p>
        </p:txBody>
      </p:sp>
      <p:sp>
        <p:nvSpPr>
          <p:cNvPr id="124" name="Google Shape;124;p16"/>
          <p:cNvSpPr/>
          <p:nvPr/>
        </p:nvSpPr>
        <p:spPr>
          <a:xfrm>
            <a:off x="9173143" y="3125388"/>
            <a:ext cx="2835204" cy="2054830"/>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5" name="Google Shape;125;p16"/>
          <p:cNvSpPr/>
          <p:nvPr/>
        </p:nvSpPr>
        <p:spPr>
          <a:xfrm>
            <a:off x="9173143" y="2275706"/>
            <a:ext cx="2835204" cy="914430"/>
          </a:xfrm>
          <a:prstGeom prst="rect">
            <a:avLst/>
          </a:prstGeom>
          <a:solidFill>
            <a:srgbClr val="0E749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 name="Google Shape;126;p16"/>
          <p:cNvSpPr txBox="1"/>
          <p:nvPr/>
        </p:nvSpPr>
        <p:spPr>
          <a:xfrm>
            <a:off x="9443120" y="2303238"/>
            <a:ext cx="2289471" cy="830956"/>
          </a:xfrm>
          <a:prstGeom prst="rect">
            <a:avLst/>
          </a:prstGeom>
          <a:noFill/>
          <a:ln>
            <a:noFill/>
          </a:ln>
        </p:spPr>
        <p:txBody>
          <a:bodyPr spcFirstLastPara="1" wrap="square" lIns="91425" tIns="45700" rIns="91425" bIns="45700" anchor="t" anchorCtr="0">
            <a:spAutoFit/>
          </a:bodyPr>
          <a:lstStyle/>
          <a:p>
            <a:pPr algn="ctr"/>
            <a:r>
              <a:rPr lang="es-PE" sz="2400">
                <a:solidFill>
                  <a:schemeClr val="lt1"/>
                </a:solidFill>
                <a:latin typeface="Calibri"/>
                <a:ea typeface="Calibri"/>
                <a:cs typeface="Calibri"/>
              </a:rPr>
              <a:t>Falta de personalización</a:t>
            </a:r>
            <a:endParaRPr lang="en-US" sz="2400">
              <a:solidFill>
                <a:schemeClr val="lt1"/>
              </a:solidFill>
              <a:latin typeface="Calibri"/>
              <a:ea typeface="Calibri"/>
              <a:cs typeface="Calibri"/>
            </a:endParaRPr>
          </a:p>
        </p:txBody>
      </p:sp>
      <p:sp>
        <p:nvSpPr>
          <p:cNvPr id="127" name="Google Shape;127;p16"/>
          <p:cNvSpPr txBox="1"/>
          <p:nvPr/>
        </p:nvSpPr>
        <p:spPr>
          <a:xfrm>
            <a:off x="9170473" y="3251889"/>
            <a:ext cx="2758789" cy="1323399"/>
          </a:xfrm>
          <a:prstGeom prst="rect">
            <a:avLst/>
          </a:prstGeom>
          <a:noFill/>
          <a:ln>
            <a:noFill/>
          </a:ln>
        </p:spPr>
        <p:txBody>
          <a:bodyPr spcFirstLastPara="1" wrap="square" lIns="91425" tIns="45700" rIns="91425" bIns="45700" anchor="t" anchorCtr="0">
            <a:spAutoFit/>
          </a:bodyPr>
          <a:lstStyle/>
          <a:p>
            <a:pPr algn="just"/>
            <a:r>
              <a:rPr lang="es-PE" sz="1600">
                <a:solidFill>
                  <a:schemeClr val="dk1"/>
                </a:solidFill>
                <a:latin typeface="Calibri"/>
                <a:ea typeface="Calibri"/>
                <a:cs typeface="Calibri"/>
              </a:rPr>
              <a:t>La falta de automatización impide transformar videos en recursos adaptativos como </a:t>
            </a:r>
            <a:r>
              <a:rPr lang="es-PE" sz="1600" err="1">
                <a:solidFill>
                  <a:schemeClr val="dk1"/>
                </a:solidFill>
                <a:latin typeface="Calibri"/>
                <a:ea typeface="Calibri"/>
                <a:cs typeface="Calibri"/>
              </a:rPr>
              <a:t>quizzes</a:t>
            </a:r>
            <a:r>
              <a:rPr lang="es-PE" sz="1600">
                <a:solidFill>
                  <a:schemeClr val="dk1"/>
                </a:solidFill>
                <a:latin typeface="Calibri"/>
                <a:ea typeface="Calibri"/>
                <a:cs typeface="Calibri"/>
              </a:rPr>
              <a:t>, </a:t>
            </a:r>
            <a:r>
              <a:rPr lang="es-PE" sz="1600" err="1">
                <a:solidFill>
                  <a:schemeClr val="dk1"/>
                </a:solidFill>
                <a:latin typeface="Calibri"/>
                <a:ea typeface="Calibri"/>
                <a:cs typeface="Calibri"/>
              </a:rPr>
              <a:t>flashcards</a:t>
            </a:r>
            <a:r>
              <a:rPr lang="es-PE" sz="1600">
                <a:solidFill>
                  <a:schemeClr val="dk1"/>
                </a:solidFill>
                <a:latin typeface="Calibri"/>
                <a:ea typeface="Calibri"/>
                <a:cs typeface="Calibri"/>
              </a:rPr>
              <a:t> o </a:t>
            </a:r>
            <a:r>
              <a:rPr lang="es-PE" sz="1600" err="1">
                <a:solidFill>
                  <a:schemeClr val="dk1"/>
                </a:solidFill>
                <a:latin typeface="Calibri"/>
                <a:ea typeface="Calibri"/>
                <a:cs typeface="Calibri"/>
              </a:rPr>
              <a:t>microlecciones</a:t>
            </a:r>
            <a:r>
              <a:rPr lang="es-PE" sz="1600">
                <a:solidFill>
                  <a:schemeClr val="dk1"/>
                </a:solidFill>
                <a:latin typeface="Calibri"/>
                <a:ea typeface="Calibri"/>
                <a:cs typeface="Calibri"/>
              </a:rPr>
              <a:t> personalizadas.</a:t>
            </a:r>
            <a:endParaRPr lang="en-US" sz="1600">
              <a:solidFill>
                <a:schemeClr val="dk1"/>
              </a:solidFill>
              <a:latin typeface="Calibri"/>
              <a:cs typeface="Calibri"/>
            </a:endParaRPr>
          </a:p>
        </p:txBody>
      </p:sp>
      <p:sp>
        <p:nvSpPr>
          <p:cNvPr id="2" name="TextBox 1">
            <a:extLst>
              <a:ext uri="{FF2B5EF4-FFF2-40B4-BE49-F238E27FC236}">
                <a16:creationId xmlns:a16="http://schemas.microsoft.com/office/drawing/2014/main" id="{E1F3E543-CD7F-7DDF-C34B-D3EEF11A1C09}"/>
              </a:ext>
            </a:extLst>
          </p:cNvPr>
          <p:cNvSpPr txBox="1"/>
          <p:nvPr/>
        </p:nvSpPr>
        <p:spPr>
          <a:xfrm>
            <a:off x="114822" y="6007274"/>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0" i="0">
                <a:latin typeface="Segoe UI"/>
                <a:ea typeface="Segoe UI"/>
                <a:cs typeface="Segoe UI"/>
              </a:rPr>
              <a:t>Becker, J., Wahle, J. P., Gipp, B., &amp; Ruas, T. (2024). </a:t>
            </a:r>
            <a:r>
              <a:rPr lang="en-US" b="0" i="1">
                <a:latin typeface="Segoe UI"/>
                <a:ea typeface="Segoe UI"/>
                <a:cs typeface="Segoe UI"/>
              </a:rPr>
              <a:t>Text generation: A systematic literature review of tasks, evaluation, and challenges</a:t>
            </a:r>
            <a:r>
              <a:rPr lang="en-US" b="0" i="0">
                <a:latin typeface="Segoe UI"/>
                <a:ea typeface="Segoe UI"/>
                <a:cs typeface="Segoe UI"/>
              </a:rPr>
              <a:t>.</a:t>
            </a:r>
          </a:p>
          <a:p>
            <a:pPr algn="ctr"/>
            <a:endParaRPr lang="en-US"/>
          </a:p>
        </p:txBody>
      </p:sp>
      <p:sp>
        <p:nvSpPr>
          <p:cNvPr id="3" name="TextBox 2">
            <a:extLst>
              <a:ext uri="{FF2B5EF4-FFF2-40B4-BE49-F238E27FC236}">
                <a16:creationId xmlns:a16="http://schemas.microsoft.com/office/drawing/2014/main" id="{B124AC14-065D-E977-1D80-D1EA84A62FB1}"/>
              </a:ext>
            </a:extLst>
          </p:cNvPr>
          <p:cNvSpPr txBox="1"/>
          <p:nvPr/>
        </p:nvSpPr>
        <p:spPr>
          <a:xfrm>
            <a:off x="6398712" y="5996836"/>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0" i="0">
                <a:latin typeface="Segoe UI"/>
                <a:ea typeface="Segoe UI"/>
                <a:cs typeface="Segoe UI"/>
              </a:rPr>
              <a:t>Ngo, T. T.-N., Chen, H. H.-J., &amp; Lai, K. K.-W. (2023). </a:t>
            </a:r>
            <a:r>
              <a:rPr lang="en-US" b="0" i="1">
                <a:latin typeface="Segoe UI"/>
                <a:ea typeface="Segoe UI"/>
                <a:cs typeface="Segoe UI"/>
              </a:rPr>
              <a:t>The effectiveness of automatic speech recognition in ESL/EFL pronunciation: A meta-analysis</a:t>
            </a:r>
            <a:r>
              <a:rPr lang="en-US" b="0" i="0">
                <a:latin typeface="Segoe UI"/>
                <a:ea typeface="Segoe UI"/>
                <a:cs typeface="Segoe UI"/>
              </a:rPr>
              <a:t>.</a:t>
            </a:r>
          </a:p>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D48A2-B656-111A-3BE9-EE231F408D0F}"/>
              </a:ext>
            </a:extLst>
          </p:cNvPr>
          <p:cNvSpPr>
            <a:spLocks noGrp="1"/>
          </p:cNvSpPr>
          <p:nvPr>
            <p:ph type="title"/>
          </p:nvPr>
        </p:nvSpPr>
        <p:spPr/>
        <p:txBody>
          <a:bodyPr/>
          <a:lstStyle/>
          <a:p>
            <a:r>
              <a:rPr lang="en-US">
                <a:solidFill>
                  <a:srgbClr val="00B0F0"/>
                </a:solidFill>
              </a:rPr>
              <a:t>ODS 4:Educación de Calidad</a:t>
            </a:r>
          </a:p>
        </p:txBody>
      </p:sp>
      <p:pic>
        <p:nvPicPr>
          <p:cNvPr id="4" name="Picture 3" descr="4. Educación de calidad | Agenda 2030 en América Latina y el Caribe">
            <a:extLst>
              <a:ext uri="{FF2B5EF4-FFF2-40B4-BE49-F238E27FC236}">
                <a16:creationId xmlns:a16="http://schemas.microsoft.com/office/drawing/2014/main" id="{706F5775-555D-A1E3-1439-6E8FF043E8B7}"/>
              </a:ext>
            </a:extLst>
          </p:cNvPr>
          <p:cNvPicPr>
            <a:picLocks noChangeAspect="1"/>
          </p:cNvPicPr>
          <p:nvPr/>
        </p:nvPicPr>
        <p:blipFill>
          <a:blip r:embed="rId2"/>
          <a:stretch>
            <a:fillRect/>
          </a:stretch>
        </p:blipFill>
        <p:spPr>
          <a:xfrm>
            <a:off x="9125363" y="1552336"/>
            <a:ext cx="2438095" cy="2438095"/>
          </a:xfrm>
          <a:prstGeom prst="rect">
            <a:avLst/>
          </a:prstGeom>
        </p:spPr>
      </p:pic>
      <p:sp>
        <p:nvSpPr>
          <p:cNvPr id="3" name="TextBox 2">
            <a:extLst>
              <a:ext uri="{FF2B5EF4-FFF2-40B4-BE49-F238E27FC236}">
                <a16:creationId xmlns:a16="http://schemas.microsoft.com/office/drawing/2014/main" id="{0151E54A-77CB-3C22-18B3-AA72165F82D0}"/>
              </a:ext>
            </a:extLst>
          </p:cNvPr>
          <p:cNvSpPr txBox="1"/>
          <p:nvPr/>
        </p:nvSpPr>
        <p:spPr>
          <a:xfrm>
            <a:off x="835069" y="2969713"/>
            <a:ext cx="6096000"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err="1">
                <a:latin typeface="Segoe UI"/>
                <a:ea typeface="Segoe UI"/>
                <a:cs typeface="Segoe UI"/>
              </a:rPr>
              <a:t>Alineación</a:t>
            </a:r>
            <a:r>
              <a:rPr lang="en-US" sz="2000">
                <a:latin typeface="Segoe UI"/>
                <a:ea typeface="Segoe UI"/>
                <a:cs typeface="Segoe UI"/>
              </a:rPr>
              <a:t> con </a:t>
            </a:r>
            <a:r>
              <a:rPr lang="en-US" sz="2000" err="1">
                <a:latin typeface="Segoe UI"/>
                <a:ea typeface="Segoe UI"/>
                <a:cs typeface="Segoe UI"/>
              </a:rPr>
              <a:t>el</a:t>
            </a:r>
            <a:r>
              <a:rPr lang="en-US" sz="2000">
                <a:latin typeface="Segoe UI"/>
                <a:ea typeface="Segoe UI"/>
                <a:cs typeface="Segoe UI"/>
              </a:rPr>
              <a:t> ODS 4</a:t>
            </a:r>
            <a:br>
              <a:rPr lang="en-US" sz="2000">
                <a:latin typeface="Segoe UI"/>
                <a:ea typeface="Segoe UI"/>
                <a:cs typeface="Segoe UI"/>
              </a:rPr>
            </a:br>
            <a:endParaRPr lang="en-US" sz="2000">
              <a:latin typeface="Segoe UI"/>
              <a:ea typeface="Segoe UI"/>
              <a:cs typeface="Segoe UI"/>
            </a:endParaRPr>
          </a:p>
          <a:p>
            <a:pPr>
              <a:buFont typeface=""/>
              <a:buChar char="•"/>
            </a:pPr>
            <a:r>
              <a:rPr lang="en-US" sz="1800">
                <a:latin typeface="Segoe UI"/>
                <a:ea typeface="Segoe UI"/>
                <a:cs typeface="Segoe UI"/>
              </a:rPr>
              <a:t>  </a:t>
            </a:r>
            <a:r>
              <a:rPr lang="en-US" sz="1800" b="0" i="0">
                <a:latin typeface="Segoe UI"/>
                <a:ea typeface="Segoe UI"/>
                <a:cs typeface="Segoe UI"/>
              </a:rPr>
              <a:t>Mejora la </a:t>
            </a:r>
            <a:r>
              <a:rPr lang="en-US" sz="1800" b="1" i="0" err="1">
                <a:latin typeface="Segoe UI"/>
                <a:ea typeface="Segoe UI"/>
                <a:cs typeface="Segoe UI"/>
              </a:rPr>
              <a:t>retención</a:t>
            </a:r>
            <a:r>
              <a:rPr lang="en-US" sz="1800" b="1" i="0">
                <a:latin typeface="Segoe UI"/>
                <a:ea typeface="Segoe UI"/>
                <a:cs typeface="Segoe UI"/>
              </a:rPr>
              <a:t> del </a:t>
            </a:r>
            <a:r>
              <a:rPr lang="en-US" sz="1800" b="1" i="0" err="1">
                <a:latin typeface="Segoe UI"/>
                <a:ea typeface="Segoe UI"/>
                <a:cs typeface="Segoe UI"/>
              </a:rPr>
              <a:t>aprendizaje</a:t>
            </a:r>
            <a:endParaRPr lang="en-US" sz="1800" b="1" i="0">
              <a:latin typeface="Segoe UI"/>
              <a:ea typeface="Segoe UI"/>
              <a:cs typeface="Segoe UI"/>
            </a:endParaRPr>
          </a:p>
          <a:p>
            <a:pPr>
              <a:buFont typeface=""/>
              <a:buChar char="•"/>
            </a:pPr>
            <a:r>
              <a:rPr lang="en-US" sz="1800">
                <a:latin typeface="Segoe UI"/>
                <a:ea typeface="Segoe UI"/>
                <a:cs typeface="Segoe UI"/>
              </a:rPr>
              <a:t>  </a:t>
            </a:r>
            <a:r>
              <a:rPr lang="en-US" sz="1800" b="0" i="0" err="1">
                <a:latin typeface="Segoe UI"/>
                <a:ea typeface="Segoe UI"/>
                <a:cs typeface="Segoe UI"/>
              </a:rPr>
              <a:t>Promueve</a:t>
            </a:r>
            <a:r>
              <a:rPr lang="en-US" sz="1800" b="0" i="0">
                <a:latin typeface="Segoe UI"/>
                <a:ea typeface="Segoe UI"/>
                <a:cs typeface="Segoe UI"/>
              </a:rPr>
              <a:t> </a:t>
            </a:r>
            <a:r>
              <a:rPr lang="en-US" sz="1800" b="1" i="0" err="1">
                <a:latin typeface="Segoe UI"/>
                <a:ea typeface="Segoe UI"/>
                <a:cs typeface="Segoe UI"/>
              </a:rPr>
              <a:t>educación</a:t>
            </a:r>
            <a:r>
              <a:rPr lang="en-US" sz="1800" b="1" i="0">
                <a:latin typeface="Segoe UI"/>
                <a:ea typeface="Segoe UI"/>
                <a:cs typeface="Segoe UI"/>
              </a:rPr>
              <a:t> </a:t>
            </a:r>
            <a:r>
              <a:rPr lang="en-US" sz="1800" b="1" i="0" err="1">
                <a:latin typeface="Segoe UI"/>
                <a:ea typeface="Segoe UI"/>
                <a:cs typeface="Segoe UI"/>
              </a:rPr>
              <a:t>personalizada</a:t>
            </a:r>
            <a:r>
              <a:rPr lang="en-US" sz="1800" b="1" i="0">
                <a:latin typeface="Segoe UI"/>
                <a:ea typeface="Segoe UI"/>
                <a:cs typeface="Segoe UI"/>
              </a:rPr>
              <a:t> con IA</a:t>
            </a:r>
          </a:p>
          <a:p>
            <a:pPr>
              <a:buFont typeface=""/>
              <a:buChar char="•"/>
            </a:pPr>
            <a:r>
              <a:rPr lang="en-US" sz="1800">
                <a:latin typeface="Segoe UI"/>
                <a:ea typeface="Segoe UI"/>
                <a:cs typeface="Segoe UI"/>
              </a:rPr>
              <a:t>  </a:t>
            </a:r>
            <a:r>
              <a:rPr lang="en-US" sz="1800" b="0" i="0" err="1">
                <a:latin typeface="Segoe UI"/>
                <a:ea typeface="Segoe UI"/>
                <a:cs typeface="Segoe UI"/>
              </a:rPr>
              <a:t>Facilita</a:t>
            </a:r>
            <a:r>
              <a:rPr lang="en-US" sz="1800" b="0" i="0">
                <a:latin typeface="Segoe UI"/>
                <a:ea typeface="Segoe UI"/>
                <a:cs typeface="Segoe UI"/>
              </a:rPr>
              <a:t> </a:t>
            </a:r>
            <a:r>
              <a:rPr lang="en-US" sz="1800" b="0" i="0" err="1">
                <a:latin typeface="Segoe UI"/>
                <a:ea typeface="Segoe UI"/>
                <a:cs typeface="Segoe UI"/>
              </a:rPr>
              <a:t>el</a:t>
            </a:r>
            <a:r>
              <a:rPr lang="en-US" sz="1800" b="0" i="0">
                <a:latin typeface="Segoe UI"/>
                <a:ea typeface="Segoe UI"/>
                <a:cs typeface="Segoe UI"/>
              </a:rPr>
              <a:t> </a:t>
            </a:r>
            <a:r>
              <a:rPr lang="en-US" sz="1800" b="1" i="0" err="1">
                <a:latin typeface="Segoe UI"/>
                <a:ea typeface="Segoe UI"/>
                <a:cs typeface="Segoe UI"/>
              </a:rPr>
              <a:t>acceso</a:t>
            </a:r>
            <a:r>
              <a:rPr lang="en-US" sz="1800" b="1" i="0">
                <a:latin typeface="Segoe UI"/>
                <a:ea typeface="Segoe UI"/>
                <a:cs typeface="Segoe UI"/>
              </a:rPr>
              <a:t> a </a:t>
            </a:r>
            <a:r>
              <a:rPr lang="en-US" sz="1800" b="1" i="0" err="1">
                <a:latin typeface="Segoe UI"/>
                <a:ea typeface="Segoe UI"/>
                <a:cs typeface="Segoe UI"/>
              </a:rPr>
              <a:t>contenidos</a:t>
            </a:r>
            <a:r>
              <a:rPr lang="en-US" sz="1800" b="1" i="0">
                <a:latin typeface="Segoe UI"/>
                <a:ea typeface="Segoe UI"/>
                <a:cs typeface="Segoe UI"/>
              </a:rPr>
              <a:t> </a:t>
            </a:r>
            <a:r>
              <a:rPr lang="en-US" sz="1800" b="1" i="0" err="1">
                <a:latin typeface="Segoe UI"/>
                <a:ea typeface="Segoe UI"/>
                <a:cs typeface="Segoe UI"/>
              </a:rPr>
              <a:t>adaptativos</a:t>
            </a:r>
            <a:endParaRPr lang="en-US" sz="1800" b="1" i="0">
              <a:latin typeface="Segoe UI"/>
              <a:ea typeface="Segoe UI"/>
              <a:cs typeface="Segoe UI"/>
            </a:endParaRPr>
          </a:p>
          <a:p>
            <a:pPr>
              <a:buFont typeface=""/>
              <a:buChar char="•"/>
            </a:pPr>
            <a:r>
              <a:rPr lang="en-US" sz="1800">
                <a:latin typeface="Segoe UI"/>
                <a:ea typeface="Segoe UI"/>
                <a:cs typeface="Segoe UI"/>
              </a:rPr>
              <a:t>  </a:t>
            </a:r>
            <a:r>
              <a:rPr lang="en-US" sz="1800" b="0" i="0">
                <a:latin typeface="Segoe UI"/>
                <a:ea typeface="Segoe UI"/>
                <a:cs typeface="Segoe UI"/>
              </a:rPr>
              <a:t>Reduce </a:t>
            </a:r>
            <a:r>
              <a:rPr lang="en-US" sz="1800" b="0" i="0" err="1">
                <a:latin typeface="Segoe UI"/>
                <a:ea typeface="Segoe UI"/>
                <a:cs typeface="Segoe UI"/>
              </a:rPr>
              <a:t>el</a:t>
            </a:r>
            <a:r>
              <a:rPr lang="en-US" sz="1800" b="0" i="0">
                <a:latin typeface="Segoe UI"/>
                <a:ea typeface="Segoe UI"/>
                <a:cs typeface="Segoe UI"/>
              </a:rPr>
              <a:t> </a:t>
            </a:r>
            <a:r>
              <a:rPr lang="en-US" sz="1800" b="1" i="0" err="1">
                <a:latin typeface="Segoe UI"/>
                <a:ea typeface="Segoe UI"/>
                <a:cs typeface="Segoe UI"/>
              </a:rPr>
              <a:t>aprendizaje</a:t>
            </a:r>
            <a:r>
              <a:rPr lang="en-US" sz="1800" b="1" i="0">
                <a:latin typeface="Segoe UI"/>
                <a:ea typeface="Segoe UI"/>
                <a:cs typeface="Segoe UI"/>
              </a:rPr>
              <a:t> </a:t>
            </a:r>
            <a:r>
              <a:rPr lang="en-US" sz="1800" b="1" i="0" err="1">
                <a:latin typeface="Segoe UI"/>
                <a:ea typeface="Segoe UI"/>
                <a:cs typeface="Segoe UI"/>
              </a:rPr>
              <a:t>pasivo</a:t>
            </a:r>
            <a:r>
              <a:rPr lang="en-US" sz="1800" b="1" i="0">
                <a:latin typeface="Segoe UI"/>
                <a:ea typeface="Segoe UI"/>
                <a:cs typeface="Segoe UI"/>
              </a:rPr>
              <a:t> </a:t>
            </a:r>
            <a:r>
              <a:rPr lang="en-US" sz="1800" b="1" i="0" err="1">
                <a:latin typeface="Segoe UI"/>
                <a:ea typeface="Segoe UI"/>
                <a:cs typeface="Segoe UI"/>
              </a:rPr>
              <a:t>en</a:t>
            </a:r>
            <a:r>
              <a:rPr lang="en-US" sz="1800" b="1" i="0">
                <a:latin typeface="Segoe UI"/>
                <a:ea typeface="Segoe UI"/>
                <a:cs typeface="Segoe UI"/>
              </a:rPr>
              <a:t> </a:t>
            </a:r>
            <a:r>
              <a:rPr lang="en-US" sz="1800" b="1" i="0" err="1">
                <a:latin typeface="Segoe UI"/>
                <a:ea typeface="Segoe UI"/>
                <a:cs typeface="Segoe UI"/>
              </a:rPr>
              <a:t>clases</a:t>
            </a:r>
            <a:r>
              <a:rPr lang="en-US" sz="1800" b="1" i="0">
                <a:latin typeface="Segoe UI"/>
                <a:ea typeface="Segoe UI"/>
                <a:cs typeface="Segoe UI"/>
              </a:rPr>
              <a:t> </a:t>
            </a:r>
            <a:r>
              <a:rPr lang="en-US" sz="1800" b="1" i="0" err="1">
                <a:latin typeface="Segoe UI"/>
                <a:ea typeface="Segoe UI"/>
                <a:cs typeface="Segoe UI"/>
              </a:rPr>
              <a:t>grabadas</a:t>
            </a:r>
            <a:endParaRPr lang="en-US" sz="1800" b="1" i="0">
              <a:latin typeface="Segoe UI"/>
              <a:ea typeface="Segoe UI"/>
              <a:cs typeface="Segoe UI"/>
            </a:endParaRPr>
          </a:p>
          <a:p>
            <a:endParaRPr lang="en-US" b="0" i="0">
              <a:latin typeface="Segoe UI"/>
              <a:ea typeface="Segoe UI"/>
              <a:cs typeface="Segoe UI"/>
            </a:endParaRPr>
          </a:p>
          <a:p>
            <a:pPr algn="ctr"/>
            <a:endParaRPr lang="en-US"/>
          </a:p>
        </p:txBody>
      </p:sp>
      <p:sp>
        <p:nvSpPr>
          <p:cNvPr id="5" name="TextBox 4">
            <a:extLst>
              <a:ext uri="{FF2B5EF4-FFF2-40B4-BE49-F238E27FC236}">
                <a16:creationId xmlns:a16="http://schemas.microsoft.com/office/drawing/2014/main" id="{AABA9B00-76D0-1F2F-6321-74DD4405A6C3}"/>
              </a:ext>
            </a:extLst>
          </p:cNvPr>
          <p:cNvSpPr txBox="1"/>
          <p:nvPr/>
        </p:nvSpPr>
        <p:spPr>
          <a:xfrm>
            <a:off x="3048000" y="6163849"/>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0" i="0">
                <a:latin typeface="Segoe UI"/>
                <a:ea typeface="Segoe UI"/>
                <a:cs typeface="Segoe UI"/>
              </a:rPr>
              <a:t>“IA </a:t>
            </a:r>
            <a:r>
              <a:rPr lang="en-US" b="0" i="0" err="1">
                <a:latin typeface="Segoe UI"/>
                <a:ea typeface="Segoe UI"/>
                <a:cs typeface="Segoe UI"/>
              </a:rPr>
              <a:t>aplicada</a:t>
            </a:r>
            <a:r>
              <a:rPr lang="en-US" b="0" i="0">
                <a:latin typeface="Segoe UI"/>
                <a:ea typeface="Segoe UI"/>
                <a:cs typeface="Segoe UI"/>
              </a:rPr>
              <a:t> para </a:t>
            </a:r>
            <a:r>
              <a:rPr lang="en-US" b="0" i="0" err="1">
                <a:latin typeface="Segoe UI"/>
                <a:ea typeface="Segoe UI"/>
                <a:cs typeface="Segoe UI"/>
              </a:rPr>
              <a:t>aprender</a:t>
            </a:r>
            <a:r>
              <a:rPr lang="en-US" b="0" i="0">
                <a:latin typeface="Segoe UI"/>
                <a:ea typeface="Segoe UI"/>
                <a:cs typeface="Segoe UI"/>
              </a:rPr>
              <a:t> </a:t>
            </a:r>
            <a:r>
              <a:rPr lang="en-US" b="0" i="0" err="1">
                <a:latin typeface="Segoe UI"/>
                <a:ea typeface="Segoe UI"/>
                <a:cs typeface="Segoe UI"/>
              </a:rPr>
              <a:t>mejor</a:t>
            </a:r>
            <a:r>
              <a:rPr lang="en-US" b="0" i="0">
                <a:latin typeface="Segoe UI"/>
                <a:ea typeface="Segoe UI"/>
                <a:cs typeface="Segoe UI"/>
              </a:rPr>
              <a:t>, no </a:t>
            </a:r>
            <a:r>
              <a:rPr lang="en-US" b="0" i="0" err="1">
                <a:latin typeface="Segoe UI"/>
                <a:ea typeface="Segoe UI"/>
                <a:cs typeface="Segoe UI"/>
              </a:rPr>
              <a:t>más</a:t>
            </a:r>
            <a:r>
              <a:rPr lang="en-US" b="0" i="0">
                <a:latin typeface="Segoe UI"/>
                <a:ea typeface="Segoe UI"/>
                <a:cs typeface="Segoe UI"/>
              </a:rPr>
              <a:t>.”</a:t>
            </a:r>
            <a:endParaRPr lang="en-US"/>
          </a:p>
          <a:p>
            <a:pPr algn="ctr"/>
            <a:endParaRPr lang="en-US"/>
          </a:p>
        </p:txBody>
      </p:sp>
      <p:sp>
        <p:nvSpPr>
          <p:cNvPr id="6" name="TextBox 5">
            <a:extLst>
              <a:ext uri="{FF2B5EF4-FFF2-40B4-BE49-F238E27FC236}">
                <a16:creationId xmlns:a16="http://schemas.microsoft.com/office/drawing/2014/main" id="{173D2EC2-F1E5-95F1-1B01-321535883036}"/>
              </a:ext>
            </a:extLst>
          </p:cNvPr>
          <p:cNvSpPr txBox="1"/>
          <p:nvPr/>
        </p:nvSpPr>
        <p:spPr>
          <a:xfrm>
            <a:off x="835068" y="1550096"/>
            <a:ext cx="8559451"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0" i="0" err="1">
                <a:latin typeface="Segoe UI"/>
                <a:ea typeface="Segoe UI"/>
                <a:cs typeface="Segoe UI"/>
              </a:rPr>
              <a:t>Promueve</a:t>
            </a:r>
            <a:r>
              <a:rPr lang="en-US" sz="1800" b="0" i="0">
                <a:latin typeface="Segoe UI"/>
                <a:ea typeface="Segoe UI"/>
                <a:cs typeface="Segoe UI"/>
              </a:rPr>
              <a:t> </a:t>
            </a:r>
            <a:r>
              <a:rPr lang="en-US" sz="1800" b="0" i="0" err="1">
                <a:latin typeface="Segoe UI"/>
                <a:ea typeface="Segoe UI"/>
                <a:cs typeface="Segoe UI"/>
              </a:rPr>
              <a:t>una</a:t>
            </a:r>
            <a:r>
              <a:rPr lang="en-US" sz="1800" b="0" i="0">
                <a:latin typeface="Segoe UI"/>
                <a:ea typeface="Segoe UI"/>
                <a:cs typeface="Segoe UI"/>
              </a:rPr>
              <a:t> </a:t>
            </a:r>
            <a:r>
              <a:rPr lang="en-US" sz="1800" b="0" i="0" err="1">
                <a:latin typeface="Segoe UI"/>
                <a:ea typeface="Segoe UI"/>
                <a:cs typeface="Segoe UI"/>
              </a:rPr>
              <a:t>educación</a:t>
            </a:r>
            <a:r>
              <a:rPr lang="en-US" sz="1800" b="0" i="0">
                <a:latin typeface="Segoe UI"/>
                <a:ea typeface="Segoe UI"/>
                <a:cs typeface="Segoe UI"/>
              </a:rPr>
              <a:t> de </a:t>
            </a:r>
            <a:r>
              <a:rPr lang="en-US" sz="1800" b="0" i="0" err="1">
                <a:latin typeface="Segoe UI"/>
                <a:ea typeface="Segoe UI"/>
                <a:cs typeface="Segoe UI"/>
              </a:rPr>
              <a:t>calidad</a:t>
            </a:r>
            <a:r>
              <a:rPr lang="en-US" sz="1800" b="0" i="0">
                <a:latin typeface="Segoe UI"/>
                <a:ea typeface="Segoe UI"/>
                <a:cs typeface="Segoe UI"/>
              </a:rPr>
              <a:t> </a:t>
            </a:r>
            <a:r>
              <a:rPr lang="en-US" sz="1800" b="0" i="0" err="1">
                <a:latin typeface="Segoe UI"/>
                <a:ea typeface="Segoe UI"/>
                <a:cs typeface="Segoe UI"/>
              </a:rPr>
              <a:t>mediante</a:t>
            </a:r>
            <a:r>
              <a:rPr lang="en-US" sz="1800" b="0" i="0">
                <a:latin typeface="Segoe UI"/>
                <a:ea typeface="Segoe UI"/>
                <a:cs typeface="Segoe UI"/>
              </a:rPr>
              <a:t> </a:t>
            </a:r>
            <a:r>
              <a:rPr lang="en-US" sz="1800" b="0" i="0" err="1">
                <a:latin typeface="Segoe UI"/>
                <a:ea typeface="Segoe UI"/>
                <a:cs typeface="Segoe UI"/>
              </a:rPr>
              <a:t>acceso</a:t>
            </a:r>
            <a:r>
              <a:rPr lang="en-US" sz="1800" b="0" i="0">
                <a:latin typeface="Segoe UI"/>
                <a:ea typeface="Segoe UI"/>
                <a:cs typeface="Segoe UI"/>
              </a:rPr>
              <a:t> </a:t>
            </a:r>
            <a:r>
              <a:rPr lang="en-US" sz="1800" b="0" i="0" err="1">
                <a:latin typeface="Segoe UI"/>
                <a:ea typeface="Segoe UI"/>
                <a:cs typeface="Segoe UI"/>
              </a:rPr>
              <a:t>equitativo</a:t>
            </a:r>
            <a:r>
              <a:rPr lang="en-US" sz="1800" b="0" i="0">
                <a:latin typeface="Segoe UI"/>
                <a:ea typeface="Segoe UI"/>
                <a:cs typeface="Segoe UI"/>
              </a:rPr>
              <a:t> y </a:t>
            </a:r>
            <a:r>
              <a:rPr lang="en-US" sz="1800" b="0" i="0" err="1">
                <a:latin typeface="Segoe UI"/>
                <a:ea typeface="Segoe UI"/>
                <a:cs typeface="Segoe UI"/>
              </a:rPr>
              <a:t>aprendizaje</a:t>
            </a:r>
            <a:r>
              <a:rPr lang="en-US" sz="1800" b="0" i="0">
                <a:latin typeface="Segoe UI"/>
                <a:ea typeface="Segoe UI"/>
                <a:cs typeface="Segoe UI"/>
              </a:rPr>
              <a:t> </a:t>
            </a:r>
            <a:r>
              <a:rPr lang="en-US" sz="1800" b="0" i="0" err="1">
                <a:latin typeface="Segoe UI"/>
                <a:ea typeface="Segoe UI"/>
                <a:cs typeface="Segoe UI"/>
              </a:rPr>
              <a:t>efectivo</a:t>
            </a:r>
            <a:r>
              <a:rPr lang="en-US" sz="1800" b="0" i="0">
                <a:latin typeface="Segoe UI"/>
                <a:ea typeface="Segoe UI"/>
                <a:cs typeface="Segoe UI"/>
              </a:rPr>
              <a:t> </a:t>
            </a:r>
            <a:r>
              <a:rPr lang="en-US" sz="1800" b="0" i="0" err="1">
                <a:latin typeface="Segoe UI"/>
                <a:ea typeface="Segoe UI"/>
                <a:cs typeface="Segoe UI"/>
              </a:rPr>
              <a:t>apoyado</a:t>
            </a:r>
            <a:r>
              <a:rPr lang="en-US" sz="1800" b="0" i="0">
                <a:latin typeface="Segoe UI"/>
                <a:ea typeface="Segoe UI"/>
                <a:cs typeface="Segoe UI"/>
              </a:rPr>
              <a:t> </a:t>
            </a:r>
            <a:r>
              <a:rPr lang="en-US" sz="1800" b="0" i="0" err="1">
                <a:latin typeface="Segoe UI"/>
                <a:ea typeface="Segoe UI"/>
                <a:cs typeface="Segoe UI"/>
              </a:rPr>
              <a:t>en</a:t>
            </a:r>
            <a:r>
              <a:rPr lang="en-US" sz="1800" b="0" i="0">
                <a:latin typeface="Segoe UI"/>
                <a:ea typeface="Segoe UI"/>
                <a:cs typeface="Segoe UI"/>
              </a:rPr>
              <a:t> </a:t>
            </a:r>
            <a:r>
              <a:rPr lang="en-US" sz="1800" b="0" i="0" err="1">
                <a:latin typeface="Segoe UI"/>
                <a:ea typeface="Segoe UI"/>
                <a:cs typeface="Segoe UI"/>
              </a:rPr>
              <a:t>tecnología</a:t>
            </a:r>
            <a:r>
              <a:rPr lang="en-US" sz="1800">
                <a:latin typeface="Segoe UI"/>
                <a:ea typeface="Segoe UI"/>
                <a:cs typeface="Segoe UI"/>
              </a:rPr>
              <a:t>.</a:t>
            </a:r>
            <a:endParaRPr lang="en-US" sz="1800" b="0" i="0">
              <a:latin typeface="Segoe UI"/>
              <a:ea typeface="Segoe UI"/>
              <a:cs typeface="Segoe UI"/>
            </a:endParaRPr>
          </a:p>
          <a:p>
            <a:pPr algn="ctr"/>
            <a:endParaRPr lang="en-US"/>
          </a:p>
        </p:txBody>
      </p:sp>
    </p:spTree>
    <p:extLst>
      <p:ext uri="{BB962C8B-B14F-4D97-AF65-F5344CB8AC3E}">
        <p14:creationId xmlns:p14="http://schemas.microsoft.com/office/powerpoint/2010/main" val="556042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7"/>
          <p:cNvSpPr txBox="1">
            <a:spLocks noGrp="1"/>
          </p:cNvSpPr>
          <p:nvPr>
            <p:ph type="title"/>
          </p:nvPr>
        </p:nvSpPr>
        <p:spPr>
          <a:xfrm>
            <a:off x="838200" y="365125"/>
            <a:ext cx="10342418"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50BCE2"/>
              </a:buClr>
              <a:buSzPts val="4000"/>
              <a:buFont typeface="Arial"/>
              <a:buNone/>
            </a:pPr>
            <a:r>
              <a:rPr lang="es-PE" sz="4000" b="1">
                <a:solidFill>
                  <a:srgbClr val="50BCE2"/>
                </a:solidFill>
                <a:latin typeface="Arial"/>
                <a:ea typeface="Arial"/>
                <a:cs typeface="Arial"/>
                <a:sym typeface="Arial"/>
              </a:rPr>
              <a:t>OBJETIVO GENERAL</a:t>
            </a:r>
            <a:endParaRPr/>
          </a:p>
        </p:txBody>
      </p:sp>
      <p:sp>
        <p:nvSpPr>
          <p:cNvPr id="133" name="Google Shape;133;p17"/>
          <p:cNvSpPr/>
          <p:nvPr/>
        </p:nvSpPr>
        <p:spPr>
          <a:xfrm>
            <a:off x="3643373"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4" name="Google Shape;134;p17"/>
          <p:cNvSpPr txBox="1">
            <a:spLocks noGrp="1"/>
          </p:cNvSpPr>
          <p:nvPr>
            <p:ph type="body" idx="1"/>
          </p:nvPr>
        </p:nvSpPr>
        <p:spPr>
          <a:xfrm>
            <a:off x="913970" y="4140254"/>
            <a:ext cx="10212888" cy="1646223"/>
          </a:xfrm>
          <a:prstGeom prst="rect">
            <a:avLst/>
          </a:prstGeom>
          <a:noFill/>
          <a:ln>
            <a:noFill/>
          </a:ln>
        </p:spPr>
        <p:txBody>
          <a:bodyPr spcFirstLastPara="1" wrap="square" lIns="91425" tIns="45700" rIns="91425" bIns="45700" anchor="t" anchorCtr="0">
            <a:normAutofit fontScale="92500"/>
          </a:bodyPr>
          <a:lstStyle/>
          <a:p>
            <a:pPr algn="just">
              <a:buNone/>
            </a:pPr>
            <a:r>
              <a:rPr lang="es-PE"/>
              <a:t>  Desarrollar una plataforma de </a:t>
            </a:r>
            <a:r>
              <a:rPr lang="es-PE" err="1"/>
              <a:t>microaprendizaje</a:t>
            </a:r>
            <a:r>
              <a:rPr lang="es-PE"/>
              <a:t> basada en inteligencia artificial capaz de transformar automáticamente grabaciones universitarias en contenido educativo personalizado y evaluaciones adaptativas, optimizando la experiencia y la retención del aprendizaje.</a:t>
            </a:r>
            <a:endParaRPr lang="en-US" sz="3600"/>
          </a:p>
        </p:txBody>
      </p:sp>
      <p:pic>
        <p:nvPicPr>
          <p:cNvPr id="135" name="Google Shape;135;p17"/>
          <p:cNvPicPr preferRelativeResize="0"/>
          <p:nvPr/>
        </p:nvPicPr>
        <p:blipFill rotWithShape="1">
          <a:blip r:embed="rId3">
            <a:alphaModFix/>
          </a:blip>
          <a:srcRect/>
          <a:stretch/>
        </p:blipFill>
        <p:spPr>
          <a:xfrm>
            <a:off x="5042083" y="1682960"/>
            <a:ext cx="2107833" cy="210783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50BCE2"/>
              </a:buClr>
              <a:buSzPts val="4000"/>
              <a:buFont typeface="Arial"/>
              <a:buNone/>
            </a:pPr>
            <a:r>
              <a:rPr lang="es-PE" sz="4000">
                <a:solidFill>
                  <a:srgbClr val="50BCE2"/>
                </a:solidFill>
                <a:latin typeface="Arial"/>
                <a:ea typeface="Arial"/>
                <a:cs typeface="Arial"/>
                <a:sym typeface="Arial"/>
              </a:rPr>
              <a:t>OBJETIVOS ESPECÍFICOS</a:t>
            </a:r>
            <a:endParaRPr/>
          </a:p>
        </p:txBody>
      </p:sp>
      <p:sp>
        <p:nvSpPr>
          <p:cNvPr id="152" name="Google Shape;152;p19"/>
          <p:cNvSpPr txBox="1">
            <a:spLocks noGrp="1"/>
          </p:cNvSpPr>
          <p:nvPr>
            <p:ph type="body" idx="1"/>
          </p:nvPr>
        </p:nvSpPr>
        <p:spPr>
          <a:xfrm>
            <a:off x="749465" y="1508659"/>
            <a:ext cx="907186" cy="41584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50BCE2"/>
              </a:buClr>
              <a:buSzPts val="2800"/>
              <a:buNone/>
            </a:pPr>
            <a:r>
              <a:rPr lang="es-PE">
                <a:solidFill>
                  <a:srgbClr val="50BCE2"/>
                </a:solidFill>
                <a:latin typeface="Arial"/>
                <a:ea typeface="Arial"/>
                <a:cs typeface="Arial"/>
                <a:sym typeface="Arial"/>
              </a:rPr>
              <a:t>OE1</a:t>
            </a:r>
            <a:endParaRPr/>
          </a:p>
        </p:txBody>
      </p:sp>
      <p:cxnSp>
        <p:nvCxnSpPr>
          <p:cNvPr id="153" name="Google Shape;153;p19"/>
          <p:cNvCxnSpPr/>
          <p:nvPr/>
        </p:nvCxnSpPr>
        <p:spPr>
          <a:xfrm rot="10800000">
            <a:off x="838200" y="3918850"/>
            <a:ext cx="3550920" cy="0"/>
          </a:xfrm>
          <a:prstGeom prst="straightConnector1">
            <a:avLst/>
          </a:prstGeom>
          <a:noFill/>
          <a:ln w="12700" cap="flat" cmpd="sng">
            <a:solidFill>
              <a:srgbClr val="AEABAB"/>
            </a:solidFill>
            <a:prstDash val="solid"/>
            <a:miter lim="800000"/>
            <a:headEnd type="none" w="sm" len="sm"/>
            <a:tailEnd type="none" w="sm" len="sm"/>
          </a:ln>
        </p:spPr>
      </p:cxnSp>
      <p:cxnSp>
        <p:nvCxnSpPr>
          <p:cNvPr id="154" name="Google Shape;154;p19"/>
          <p:cNvCxnSpPr/>
          <p:nvPr/>
        </p:nvCxnSpPr>
        <p:spPr>
          <a:xfrm rot="10800000">
            <a:off x="838200" y="4283826"/>
            <a:ext cx="3409604" cy="0"/>
          </a:xfrm>
          <a:prstGeom prst="straightConnector1">
            <a:avLst/>
          </a:prstGeom>
          <a:noFill/>
          <a:ln w="12700" cap="flat" cmpd="sng">
            <a:solidFill>
              <a:srgbClr val="AEABAB"/>
            </a:solidFill>
            <a:prstDash val="solid"/>
            <a:miter lim="800000"/>
            <a:headEnd type="none" w="sm" len="sm"/>
            <a:tailEnd type="none" w="sm" len="sm"/>
          </a:ln>
        </p:spPr>
      </p:cxnSp>
      <p:sp>
        <p:nvSpPr>
          <p:cNvPr id="155" name="Google Shape;155;p19"/>
          <p:cNvSpPr txBox="1"/>
          <p:nvPr/>
        </p:nvSpPr>
        <p:spPr>
          <a:xfrm>
            <a:off x="758307" y="3921156"/>
            <a:ext cx="2344187" cy="1325562"/>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0099CD"/>
              </a:buClr>
              <a:buSzPts val="2800"/>
              <a:buFont typeface="Arial"/>
              <a:buNone/>
            </a:pPr>
            <a:r>
              <a:rPr lang="es-PE" sz="2800">
                <a:solidFill>
                  <a:srgbClr val="0099CD"/>
                </a:solidFill>
                <a:latin typeface="Arial"/>
                <a:ea typeface="Arial"/>
                <a:cs typeface="Arial"/>
                <a:sym typeface="Arial"/>
              </a:rPr>
              <a:t>OE2</a:t>
            </a:r>
            <a:endParaRPr/>
          </a:p>
        </p:txBody>
      </p:sp>
      <p:sp>
        <p:nvSpPr>
          <p:cNvPr id="156" name="Google Shape;156;p19"/>
          <p:cNvSpPr txBox="1"/>
          <p:nvPr/>
        </p:nvSpPr>
        <p:spPr>
          <a:xfrm>
            <a:off x="465154" y="1934804"/>
            <a:ext cx="3789998" cy="1815841"/>
          </a:xfrm>
          <a:prstGeom prst="rect">
            <a:avLst/>
          </a:prstGeom>
          <a:noFill/>
          <a:ln>
            <a:noFill/>
          </a:ln>
        </p:spPr>
        <p:txBody>
          <a:bodyPr spcFirstLastPara="1" wrap="square" lIns="91425" tIns="45700" rIns="91425" bIns="45700" anchor="t" anchorCtr="0">
            <a:spAutoFit/>
          </a:bodyPr>
          <a:lstStyle/>
          <a:p>
            <a:pPr algn="just"/>
            <a:r>
              <a:rPr lang="es-PE">
                <a:solidFill>
                  <a:srgbClr val="3A3838"/>
                </a:solidFill>
                <a:ea typeface="Calibri"/>
                <a:sym typeface="Calibri"/>
              </a:rPr>
              <a:t>Analizar técnicas, herramientas y </a:t>
            </a:r>
            <a:r>
              <a:rPr lang="es-PE" err="1">
                <a:solidFill>
                  <a:srgbClr val="3A3838"/>
                </a:solidFill>
                <a:ea typeface="Calibri"/>
                <a:sym typeface="Calibri"/>
              </a:rPr>
              <a:t>frameworks</a:t>
            </a:r>
            <a:r>
              <a:rPr lang="es-PE">
                <a:solidFill>
                  <a:srgbClr val="3A3838"/>
                </a:solidFill>
                <a:ea typeface="Calibri"/>
                <a:sym typeface="Calibri"/>
              </a:rPr>
              <a:t> de inteligencia artificial, procesamiento de lenguaje natural, reconocimiento automático de voz y evaluación adaptativa, con el fin de seleccionar los componentes más adecuados para la construcción de una plataforma de </a:t>
            </a:r>
            <a:r>
              <a:rPr lang="es-PE" err="1">
                <a:solidFill>
                  <a:srgbClr val="3A3838"/>
                </a:solidFill>
                <a:ea typeface="Calibri"/>
                <a:sym typeface="Calibri"/>
              </a:rPr>
              <a:t>microaprendizaje</a:t>
            </a:r>
            <a:r>
              <a:rPr lang="es-PE">
                <a:solidFill>
                  <a:srgbClr val="3A3838"/>
                </a:solidFill>
                <a:ea typeface="Calibri"/>
                <a:sym typeface="Calibri"/>
              </a:rPr>
              <a:t> basada en grabaciones de clases universitarias.</a:t>
            </a:r>
            <a:endParaRPr lang="en-US" sz="1800"/>
          </a:p>
        </p:txBody>
      </p:sp>
      <p:sp>
        <p:nvSpPr>
          <p:cNvPr id="157" name="Google Shape;157;p19"/>
          <p:cNvSpPr txBox="1"/>
          <p:nvPr/>
        </p:nvSpPr>
        <p:spPr>
          <a:xfrm>
            <a:off x="753449" y="4457178"/>
            <a:ext cx="3143596" cy="1815841"/>
          </a:xfrm>
          <a:prstGeom prst="rect">
            <a:avLst/>
          </a:prstGeom>
          <a:noFill/>
          <a:ln>
            <a:noFill/>
          </a:ln>
        </p:spPr>
        <p:txBody>
          <a:bodyPr spcFirstLastPara="1" wrap="square" lIns="91425" tIns="45700" rIns="91425" bIns="45700" anchor="t" anchorCtr="0">
            <a:spAutoFit/>
          </a:bodyPr>
          <a:lstStyle/>
          <a:p>
            <a:pPr algn="just"/>
            <a:r>
              <a:rPr lang="es-PE">
                <a:solidFill>
                  <a:srgbClr val="3A3838"/>
                </a:solidFill>
                <a:ea typeface="Calibri"/>
                <a:sym typeface="Calibri"/>
              </a:rPr>
              <a:t>Diseñar la arquitectura, la lógica funcional, las interfaces y el esquema de despliegue de una plataforma inteligente de </a:t>
            </a:r>
            <a:r>
              <a:rPr lang="es-PE" err="1">
                <a:solidFill>
                  <a:srgbClr val="3A3838"/>
                </a:solidFill>
                <a:ea typeface="Calibri"/>
                <a:sym typeface="Calibri"/>
              </a:rPr>
              <a:t>microaprendizaje</a:t>
            </a:r>
            <a:r>
              <a:rPr lang="es-PE">
                <a:solidFill>
                  <a:srgbClr val="3A3838"/>
                </a:solidFill>
                <a:ea typeface="Calibri"/>
                <a:sym typeface="Calibri"/>
              </a:rPr>
              <a:t> capaz de transformar grabaciones de clases universitarias en contenido educativo personalizado y evaluaciones adaptativas.</a:t>
            </a:r>
            <a:endParaRPr lang="en-US"/>
          </a:p>
        </p:txBody>
      </p:sp>
      <p:sp>
        <p:nvSpPr>
          <p:cNvPr id="158" name="Google Shape;158;p19"/>
          <p:cNvSpPr txBox="1"/>
          <p:nvPr/>
        </p:nvSpPr>
        <p:spPr>
          <a:xfrm>
            <a:off x="10686059" y="1512635"/>
            <a:ext cx="1120595" cy="415849"/>
          </a:xfrm>
          <a:prstGeom prst="rect">
            <a:avLst/>
          </a:prstGeom>
          <a:noFill/>
          <a:ln>
            <a:noFill/>
          </a:ln>
        </p:spPr>
        <p:txBody>
          <a:bodyPr spcFirstLastPara="1" wrap="square" lIns="91425" tIns="45700" rIns="91425" bIns="45700" anchor="t" anchorCtr="0">
            <a:noAutofit/>
          </a:bodyPr>
          <a:lstStyle/>
          <a:p>
            <a:pPr marL="0" marR="0" lvl="0" indent="0" algn="l">
              <a:lnSpc>
                <a:spcPct val="90000"/>
              </a:lnSpc>
              <a:spcBef>
                <a:spcPts val="0"/>
              </a:spcBef>
              <a:spcAft>
                <a:spcPts val="0"/>
              </a:spcAft>
              <a:buNone/>
            </a:pPr>
            <a:r>
              <a:rPr lang="es-PE" sz="2800">
                <a:solidFill>
                  <a:srgbClr val="0986A8"/>
                </a:solidFill>
              </a:rPr>
              <a:t>OE3</a:t>
            </a:r>
            <a:endParaRPr lang="en-US"/>
          </a:p>
        </p:txBody>
      </p:sp>
      <p:cxnSp>
        <p:nvCxnSpPr>
          <p:cNvPr id="159" name="Google Shape;159;p19"/>
          <p:cNvCxnSpPr/>
          <p:nvPr/>
        </p:nvCxnSpPr>
        <p:spPr>
          <a:xfrm flipH="1">
            <a:off x="7995739" y="3688812"/>
            <a:ext cx="3395446" cy="3976"/>
          </a:xfrm>
          <a:prstGeom prst="straightConnector1">
            <a:avLst/>
          </a:prstGeom>
          <a:noFill/>
          <a:ln w="12700" cap="flat" cmpd="sng">
            <a:solidFill>
              <a:srgbClr val="AEABAB"/>
            </a:solidFill>
            <a:prstDash val="solid"/>
            <a:miter lim="800000"/>
            <a:headEnd type="none" w="sm" len="sm"/>
            <a:tailEnd type="none" w="sm" len="sm"/>
          </a:ln>
        </p:spPr>
      </p:cxnSp>
      <p:sp>
        <p:nvSpPr>
          <p:cNvPr id="160" name="Google Shape;160;p19"/>
          <p:cNvSpPr txBox="1"/>
          <p:nvPr/>
        </p:nvSpPr>
        <p:spPr>
          <a:xfrm>
            <a:off x="10690183" y="3843852"/>
            <a:ext cx="1125031" cy="49495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0E7491"/>
              </a:buClr>
              <a:buSzPts val="2800"/>
              <a:buFont typeface="Arial"/>
              <a:buNone/>
            </a:pPr>
            <a:r>
              <a:rPr lang="es-PE" sz="2800">
                <a:solidFill>
                  <a:srgbClr val="0E7491"/>
                </a:solidFill>
                <a:latin typeface="Arial"/>
                <a:ea typeface="Arial"/>
                <a:cs typeface="Arial"/>
                <a:sym typeface="Arial"/>
              </a:rPr>
              <a:t>OE4</a:t>
            </a:r>
            <a:endParaRPr/>
          </a:p>
        </p:txBody>
      </p:sp>
      <p:sp>
        <p:nvSpPr>
          <p:cNvPr id="161" name="Google Shape;161;p19"/>
          <p:cNvSpPr txBox="1"/>
          <p:nvPr/>
        </p:nvSpPr>
        <p:spPr>
          <a:xfrm>
            <a:off x="8296605" y="1930091"/>
            <a:ext cx="3600796" cy="1600398"/>
          </a:xfrm>
          <a:prstGeom prst="rect">
            <a:avLst/>
          </a:prstGeom>
          <a:noFill/>
          <a:ln>
            <a:noFill/>
          </a:ln>
        </p:spPr>
        <p:txBody>
          <a:bodyPr spcFirstLastPara="1" wrap="square" lIns="91425" tIns="45700" rIns="91425" bIns="45700" anchor="t" anchorCtr="0">
            <a:spAutoFit/>
          </a:bodyPr>
          <a:lstStyle/>
          <a:p>
            <a:pPr algn="just"/>
            <a:r>
              <a:rPr lang="es-PE">
                <a:solidFill>
                  <a:srgbClr val="3A3838"/>
                </a:solidFill>
                <a:ea typeface="Calibri"/>
                <a:sym typeface="Calibri"/>
              </a:rPr>
              <a:t>Desarrollar una plataforma inteligente de </a:t>
            </a:r>
            <a:r>
              <a:rPr lang="es-PE" err="1">
                <a:solidFill>
                  <a:srgbClr val="3A3838"/>
                </a:solidFill>
                <a:ea typeface="Calibri"/>
                <a:sym typeface="Calibri"/>
              </a:rPr>
              <a:t>microaprendizaje</a:t>
            </a:r>
            <a:r>
              <a:rPr lang="es-PE">
                <a:solidFill>
                  <a:srgbClr val="3A3838"/>
                </a:solidFill>
                <a:ea typeface="Calibri"/>
                <a:sym typeface="Calibri"/>
              </a:rPr>
              <a:t> que integre módulos de transcripción automática, </a:t>
            </a:r>
            <a:r>
              <a:rPr lang="es-PE" err="1">
                <a:solidFill>
                  <a:srgbClr val="3A3838"/>
                </a:solidFill>
                <a:ea typeface="Calibri"/>
                <a:sym typeface="Calibri"/>
              </a:rPr>
              <a:t>postprocesamiento</a:t>
            </a:r>
            <a:r>
              <a:rPr lang="es-PE">
                <a:solidFill>
                  <a:srgbClr val="3A3838"/>
                </a:solidFill>
                <a:ea typeface="Calibri"/>
                <a:sym typeface="Calibri"/>
              </a:rPr>
              <a:t>, generación de </a:t>
            </a:r>
            <a:r>
              <a:rPr lang="es-PE" err="1">
                <a:solidFill>
                  <a:srgbClr val="3A3838"/>
                </a:solidFill>
                <a:ea typeface="Calibri"/>
                <a:sym typeface="Calibri"/>
              </a:rPr>
              <a:t>microcontenidos</a:t>
            </a:r>
            <a:r>
              <a:rPr lang="es-PE">
                <a:solidFill>
                  <a:srgbClr val="3A3838"/>
                </a:solidFill>
                <a:ea typeface="Calibri"/>
                <a:sym typeface="Calibri"/>
              </a:rPr>
              <a:t> educativos y evaluaciones adaptativas personalizadas, orientadas al seguimiento del progreso del estudiante.</a:t>
            </a:r>
            <a:endParaRPr lang="en-US"/>
          </a:p>
        </p:txBody>
      </p:sp>
      <p:sp>
        <p:nvSpPr>
          <p:cNvPr id="162" name="Google Shape;162;p19"/>
          <p:cNvSpPr txBox="1"/>
          <p:nvPr/>
        </p:nvSpPr>
        <p:spPr>
          <a:xfrm>
            <a:off x="8391033" y="4461154"/>
            <a:ext cx="3143596" cy="2031285"/>
          </a:xfrm>
          <a:prstGeom prst="rect">
            <a:avLst/>
          </a:prstGeom>
          <a:noFill/>
          <a:ln>
            <a:noFill/>
          </a:ln>
        </p:spPr>
        <p:txBody>
          <a:bodyPr spcFirstLastPara="1" wrap="square" lIns="91425" tIns="45700" rIns="91425" bIns="45700" anchor="t" anchorCtr="0">
            <a:spAutoFit/>
          </a:bodyPr>
          <a:lstStyle/>
          <a:p>
            <a:pPr algn="just"/>
            <a:r>
              <a:rPr lang="es-PE">
                <a:solidFill>
                  <a:srgbClr val="3A3838"/>
                </a:solidFill>
                <a:ea typeface="Calibri"/>
                <a:sym typeface="Calibri"/>
              </a:rPr>
              <a:t>Validar el funcionamiento y la efectividad de la plataforma mediante pruebas funcionales, de integración y de calidad, así como a través de métricas automáticas y evaluaciones experimentales orientadas a medir la fidelidad pedagógica y la mejora del aprendizaje.</a:t>
            </a:r>
            <a:endParaRPr lang="en-US">
              <a:sym typeface="Calibri"/>
            </a:endParaRPr>
          </a:p>
          <a:p>
            <a:pPr marL="0" marR="0" lvl="0" indent="0" algn="just">
              <a:spcBef>
                <a:spcPts val="0"/>
              </a:spcBef>
              <a:spcAft>
                <a:spcPts val="0"/>
              </a:spcAft>
              <a:buNone/>
            </a:pPr>
            <a:endParaRPr lang="es-PE">
              <a:solidFill>
                <a:srgbClr val="3A3838"/>
              </a:solidFill>
              <a:latin typeface="Calibri"/>
              <a:ea typeface="Calibri"/>
              <a:cs typeface="Calibri"/>
            </a:endParaRPr>
          </a:p>
        </p:txBody>
      </p:sp>
      <p:cxnSp>
        <p:nvCxnSpPr>
          <p:cNvPr id="163" name="Google Shape;163;p19"/>
          <p:cNvCxnSpPr/>
          <p:nvPr/>
        </p:nvCxnSpPr>
        <p:spPr>
          <a:xfrm rot="10800000">
            <a:off x="7981581" y="4278286"/>
            <a:ext cx="3409604" cy="0"/>
          </a:xfrm>
          <a:prstGeom prst="straightConnector1">
            <a:avLst/>
          </a:prstGeom>
          <a:noFill/>
          <a:ln w="12700" cap="flat" cmpd="sng">
            <a:solidFill>
              <a:srgbClr val="AEABAB"/>
            </a:solidFill>
            <a:prstDash val="solid"/>
            <a:miter lim="800000"/>
            <a:headEnd type="none" w="sm" len="sm"/>
            <a:tailEnd type="none" w="sm" len="sm"/>
          </a:ln>
        </p:spPr>
      </p:cxnSp>
      <p:pic>
        <p:nvPicPr>
          <p:cNvPr id="165" name="Google Shape;165;p19"/>
          <p:cNvPicPr preferRelativeResize="0"/>
          <p:nvPr/>
        </p:nvPicPr>
        <p:blipFill rotWithShape="1">
          <a:blip r:embed="rId3">
            <a:alphaModFix/>
          </a:blip>
          <a:srcRect/>
          <a:stretch/>
        </p:blipFill>
        <p:spPr>
          <a:xfrm>
            <a:off x="4241845" y="1879813"/>
            <a:ext cx="3930894" cy="393089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0"/>
          <p:cNvSpPr txBox="1">
            <a:spLocks noGrp="1"/>
          </p:cNvSpPr>
          <p:nvPr>
            <p:ph type="title"/>
          </p:nvPr>
        </p:nvSpPr>
        <p:spPr>
          <a:xfrm>
            <a:off x="774191" y="62413"/>
            <a:ext cx="10558732" cy="133994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50BCE2"/>
              </a:buClr>
              <a:buSzPts val="4000"/>
              <a:buFont typeface="Arial"/>
              <a:buNone/>
            </a:pPr>
            <a:r>
              <a:rPr lang="es-PE" sz="4000">
                <a:solidFill>
                  <a:srgbClr val="50BCE2"/>
                </a:solidFill>
                <a:latin typeface="Arial"/>
                <a:ea typeface="Arial"/>
                <a:cs typeface="Arial"/>
                <a:sym typeface="Arial"/>
              </a:rPr>
              <a:t>INDICADORES</a:t>
            </a:r>
            <a:endParaRPr/>
          </a:p>
        </p:txBody>
      </p:sp>
      <p:sp>
        <p:nvSpPr>
          <p:cNvPr id="171" name="Google Shape;171;p20"/>
          <p:cNvSpPr/>
          <p:nvPr/>
        </p:nvSpPr>
        <p:spPr>
          <a:xfrm>
            <a:off x="2775378"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EEA40A"/>
              </a:solidFill>
              <a:latin typeface="Calibri"/>
              <a:ea typeface="Calibri"/>
              <a:cs typeface="Calibri"/>
              <a:sym typeface="Calibri"/>
            </a:endParaRPr>
          </a:p>
        </p:txBody>
      </p:sp>
      <p:cxnSp>
        <p:nvCxnSpPr>
          <p:cNvPr id="172" name="Google Shape;172;p20"/>
          <p:cNvCxnSpPr/>
          <p:nvPr/>
        </p:nvCxnSpPr>
        <p:spPr>
          <a:xfrm rot="10800000">
            <a:off x="838200" y="2664126"/>
            <a:ext cx="7421880" cy="0"/>
          </a:xfrm>
          <a:prstGeom prst="straightConnector1">
            <a:avLst/>
          </a:prstGeom>
          <a:noFill/>
          <a:ln w="12700" cap="flat" cmpd="sng">
            <a:solidFill>
              <a:srgbClr val="AEABAB"/>
            </a:solidFill>
            <a:prstDash val="solid"/>
            <a:miter lim="800000"/>
            <a:headEnd type="none" w="sm" len="sm"/>
            <a:tailEnd type="none" w="sm" len="sm"/>
          </a:ln>
        </p:spPr>
      </p:cxnSp>
      <p:sp>
        <p:nvSpPr>
          <p:cNvPr id="173" name="Google Shape;173;p20"/>
          <p:cNvSpPr txBox="1"/>
          <p:nvPr/>
        </p:nvSpPr>
        <p:spPr>
          <a:xfrm>
            <a:off x="796580" y="1284814"/>
            <a:ext cx="1106218" cy="31520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50BCE2"/>
              </a:buClr>
              <a:buSzPts val="2800"/>
              <a:buFont typeface="Arial"/>
              <a:buNone/>
            </a:pPr>
            <a:r>
              <a:rPr lang="es-PE" sz="2800">
                <a:solidFill>
                  <a:srgbClr val="50BCE2"/>
                </a:solidFill>
                <a:latin typeface="Arial"/>
                <a:ea typeface="Arial"/>
                <a:cs typeface="Arial"/>
                <a:sym typeface="Arial"/>
              </a:rPr>
              <a:t>OE1</a:t>
            </a:r>
            <a:endParaRPr/>
          </a:p>
        </p:txBody>
      </p:sp>
      <p:sp>
        <p:nvSpPr>
          <p:cNvPr id="174" name="Google Shape;174;p20"/>
          <p:cNvSpPr txBox="1"/>
          <p:nvPr/>
        </p:nvSpPr>
        <p:spPr>
          <a:xfrm>
            <a:off x="835896" y="1720564"/>
            <a:ext cx="7064103" cy="1000233"/>
          </a:xfrm>
          <a:prstGeom prst="rect">
            <a:avLst/>
          </a:prstGeom>
          <a:noFill/>
          <a:ln>
            <a:noFill/>
          </a:ln>
        </p:spPr>
        <p:txBody>
          <a:bodyPr spcFirstLastPara="1" wrap="square" lIns="91425" tIns="45700" rIns="91425" bIns="45700" anchor="t" anchorCtr="0">
            <a:spAutoFit/>
          </a:bodyPr>
          <a:lstStyle/>
          <a:p>
            <a:pPr algn="just"/>
            <a:r>
              <a:rPr lang="es-PE" sz="1200">
                <a:solidFill>
                  <a:srgbClr val="3A3838"/>
                </a:solidFill>
                <a:ea typeface="Calibri"/>
                <a:sym typeface="Calibri"/>
              </a:rPr>
              <a:t>Analizar técnicas, herramientas y </a:t>
            </a:r>
            <a:r>
              <a:rPr lang="es-PE" sz="1200" err="1">
                <a:solidFill>
                  <a:srgbClr val="3A3838"/>
                </a:solidFill>
                <a:ea typeface="Calibri"/>
                <a:sym typeface="Calibri"/>
              </a:rPr>
              <a:t>frameworks</a:t>
            </a:r>
            <a:r>
              <a:rPr lang="es-PE" sz="1200">
                <a:solidFill>
                  <a:srgbClr val="3A3838"/>
                </a:solidFill>
                <a:ea typeface="Calibri"/>
                <a:sym typeface="Calibri"/>
              </a:rPr>
              <a:t> de inteligencia artificial, procesamiento de lenguaje natural, reconocimiento automático de voz y evaluación adaptativa, con el fin de seleccionar los componentes más adecuados para la construcción de una plataforma de </a:t>
            </a:r>
            <a:r>
              <a:rPr lang="es-PE" sz="1200" err="1">
                <a:solidFill>
                  <a:srgbClr val="3A3838"/>
                </a:solidFill>
                <a:ea typeface="Calibri"/>
                <a:sym typeface="Calibri"/>
              </a:rPr>
              <a:t>microaprendizaje</a:t>
            </a:r>
            <a:r>
              <a:rPr lang="es-PE" sz="1200">
                <a:solidFill>
                  <a:srgbClr val="3A3838"/>
                </a:solidFill>
                <a:ea typeface="Calibri"/>
                <a:sym typeface="Calibri"/>
              </a:rPr>
              <a:t> basada en grabaciones de clases universitarias.</a:t>
            </a:r>
            <a:endParaRPr lang="en-US"/>
          </a:p>
          <a:p>
            <a:pPr marL="0" marR="0" lvl="0" indent="0" algn="just">
              <a:spcBef>
                <a:spcPts val="0"/>
              </a:spcBef>
              <a:spcAft>
                <a:spcPts val="0"/>
              </a:spcAft>
              <a:buNone/>
            </a:pPr>
            <a:endParaRPr lang="es-PE" sz="1100">
              <a:solidFill>
                <a:schemeClr val="dk1"/>
              </a:solidFill>
              <a:latin typeface="Calibri"/>
              <a:ea typeface="Calibri"/>
              <a:cs typeface="Calibri"/>
            </a:endParaRPr>
          </a:p>
        </p:txBody>
      </p:sp>
      <p:sp>
        <p:nvSpPr>
          <p:cNvPr id="175" name="Google Shape;175;p20"/>
          <p:cNvSpPr txBox="1">
            <a:spLocks noGrp="1"/>
          </p:cNvSpPr>
          <p:nvPr>
            <p:ph type="body" idx="1"/>
          </p:nvPr>
        </p:nvSpPr>
        <p:spPr>
          <a:xfrm>
            <a:off x="782203" y="2717691"/>
            <a:ext cx="919312" cy="47335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50BCE2"/>
              </a:buClr>
              <a:buSzPts val="2800"/>
              <a:buNone/>
            </a:pPr>
            <a:r>
              <a:rPr lang="es-PE">
                <a:solidFill>
                  <a:srgbClr val="50BCE2"/>
                </a:solidFill>
                <a:latin typeface="Arial"/>
                <a:ea typeface="Arial"/>
                <a:cs typeface="Arial"/>
                <a:sym typeface="Arial"/>
              </a:rPr>
              <a:t>iE1</a:t>
            </a:r>
            <a:endParaRPr/>
          </a:p>
        </p:txBody>
      </p:sp>
      <p:sp>
        <p:nvSpPr>
          <p:cNvPr id="176" name="Google Shape;176;p20"/>
          <p:cNvSpPr txBox="1"/>
          <p:nvPr/>
        </p:nvSpPr>
        <p:spPr>
          <a:xfrm>
            <a:off x="780517" y="3200832"/>
            <a:ext cx="6593241" cy="738623"/>
          </a:xfrm>
          <a:prstGeom prst="rect">
            <a:avLst/>
          </a:prstGeom>
          <a:noFill/>
          <a:ln>
            <a:noFill/>
          </a:ln>
        </p:spPr>
        <p:txBody>
          <a:bodyPr spcFirstLastPara="1" wrap="square" lIns="91425" tIns="45700" rIns="91425" bIns="45700" anchor="t" anchorCtr="0">
            <a:spAutoFit/>
          </a:bodyPr>
          <a:lstStyle/>
          <a:p>
            <a:pPr algn="just"/>
            <a:r>
              <a:rPr lang="es-PE">
                <a:solidFill>
                  <a:srgbClr val="3A3838"/>
                </a:solidFill>
                <a:ea typeface="Calibri"/>
                <a:sym typeface="Calibri"/>
              </a:rPr>
              <a:t>Acta de aprobación del asesor especializado sobre el benchmarking de técnicas, herramientas y </a:t>
            </a:r>
            <a:r>
              <a:rPr lang="es-PE" err="1">
                <a:solidFill>
                  <a:srgbClr val="3A3838"/>
                </a:solidFill>
                <a:ea typeface="Calibri"/>
                <a:sym typeface="Calibri"/>
              </a:rPr>
              <a:t>frameworks</a:t>
            </a:r>
            <a:r>
              <a:rPr lang="es-PE">
                <a:solidFill>
                  <a:srgbClr val="3A3838"/>
                </a:solidFill>
                <a:ea typeface="Calibri"/>
                <a:sym typeface="Calibri"/>
              </a:rPr>
              <a:t> analizados en inteligencia artificial, procesamiento de lenguaje natural, reconocimiento automático de voz y evaluación adaptativa.</a:t>
            </a:r>
            <a:endParaRPr lang="es-ES"/>
          </a:p>
        </p:txBody>
      </p:sp>
      <p:sp>
        <p:nvSpPr>
          <p:cNvPr id="177" name="Google Shape;177;p20"/>
          <p:cNvSpPr txBox="1"/>
          <p:nvPr/>
        </p:nvSpPr>
        <p:spPr>
          <a:xfrm>
            <a:off x="782203" y="3988956"/>
            <a:ext cx="919312" cy="32958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50BCE2"/>
              </a:buClr>
              <a:buSzPts val="2800"/>
              <a:buFont typeface="Arial"/>
              <a:buNone/>
            </a:pPr>
            <a:r>
              <a:rPr lang="es-PE" sz="2800">
                <a:solidFill>
                  <a:srgbClr val="50BCE2"/>
                </a:solidFill>
                <a:latin typeface="Arial"/>
                <a:ea typeface="Arial"/>
                <a:cs typeface="Arial"/>
                <a:sym typeface="Arial"/>
              </a:rPr>
              <a:t>iE2</a:t>
            </a:r>
            <a:endParaRPr/>
          </a:p>
        </p:txBody>
      </p:sp>
      <p:sp>
        <p:nvSpPr>
          <p:cNvPr id="178" name="Google Shape;178;p20"/>
          <p:cNvSpPr txBox="1"/>
          <p:nvPr/>
        </p:nvSpPr>
        <p:spPr>
          <a:xfrm>
            <a:off x="778386" y="4474336"/>
            <a:ext cx="6586371" cy="738623"/>
          </a:xfrm>
          <a:prstGeom prst="rect">
            <a:avLst/>
          </a:prstGeom>
          <a:noFill/>
          <a:ln>
            <a:noFill/>
          </a:ln>
        </p:spPr>
        <p:txBody>
          <a:bodyPr spcFirstLastPara="1" wrap="square" lIns="91425" tIns="45700" rIns="91425" bIns="45700" anchor="t" anchorCtr="0">
            <a:spAutoFit/>
          </a:bodyPr>
          <a:lstStyle/>
          <a:p>
            <a:pPr algn="just"/>
            <a:r>
              <a:rPr lang="es-PE">
                <a:solidFill>
                  <a:srgbClr val="3A3838"/>
                </a:solidFill>
                <a:ea typeface="Calibri"/>
                <a:sym typeface="Calibri"/>
              </a:rPr>
              <a:t>Acta de aprobación del asesor especializado sobre los criterios técnicos definidos (precisión, latencia, complejidad y requerimientos computacionales) y las alternativas evaluadas en la matriz comparativa.</a:t>
            </a:r>
            <a:endParaRPr lang="es-ES"/>
          </a:p>
        </p:txBody>
      </p:sp>
      <p:sp>
        <p:nvSpPr>
          <p:cNvPr id="179" name="Google Shape;179;p20"/>
          <p:cNvSpPr txBox="1"/>
          <p:nvPr/>
        </p:nvSpPr>
        <p:spPr>
          <a:xfrm>
            <a:off x="791729" y="5395062"/>
            <a:ext cx="919312" cy="32958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50BCE2"/>
              </a:buClr>
              <a:buSzPts val="2800"/>
              <a:buFont typeface="Arial"/>
              <a:buNone/>
            </a:pPr>
            <a:r>
              <a:rPr lang="es-PE" sz="2800">
                <a:solidFill>
                  <a:srgbClr val="50BCE2"/>
                </a:solidFill>
                <a:latin typeface="Arial"/>
                <a:ea typeface="Arial"/>
                <a:cs typeface="Arial"/>
                <a:sym typeface="Arial"/>
              </a:rPr>
              <a:t>iE3</a:t>
            </a:r>
            <a:endParaRPr/>
          </a:p>
        </p:txBody>
      </p:sp>
      <p:sp>
        <p:nvSpPr>
          <p:cNvPr id="180" name="Google Shape;180;p20"/>
          <p:cNvSpPr txBox="1"/>
          <p:nvPr/>
        </p:nvSpPr>
        <p:spPr>
          <a:xfrm>
            <a:off x="787911" y="5866064"/>
            <a:ext cx="6579502" cy="523180"/>
          </a:xfrm>
          <a:prstGeom prst="rect">
            <a:avLst/>
          </a:prstGeom>
          <a:noFill/>
          <a:ln>
            <a:noFill/>
          </a:ln>
        </p:spPr>
        <p:txBody>
          <a:bodyPr spcFirstLastPara="1" wrap="square" lIns="91425" tIns="45700" rIns="91425" bIns="45700" anchor="t" anchorCtr="0">
            <a:spAutoFit/>
          </a:bodyPr>
          <a:lstStyle/>
          <a:p>
            <a:pPr algn="just"/>
            <a:r>
              <a:rPr lang="es-PE">
                <a:solidFill>
                  <a:srgbClr val="3A3838"/>
                </a:solidFill>
                <a:ea typeface="Calibri"/>
                <a:sym typeface="Calibri"/>
              </a:rPr>
              <a:t>Acta de aprobación del asesor especializado sobre los componentes tecnológicos seleccionados que cumplen los umbrales mínimos de desempeño.</a:t>
            </a:r>
            <a:endParaRPr lang="es-PE">
              <a:solidFill>
                <a:srgbClr val="3A3838"/>
              </a:solidFill>
              <a:ea typeface="Calibri"/>
            </a:endParaRPr>
          </a:p>
        </p:txBody>
      </p:sp>
      <p:pic>
        <p:nvPicPr>
          <p:cNvPr id="181" name="Google Shape;181;p20"/>
          <p:cNvPicPr preferRelativeResize="0"/>
          <p:nvPr/>
        </p:nvPicPr>
        <p:blipFill rotWithShape="1">
          <a:blip r:embed="rId3">
            <a:alphaModFix/>
          </a:blip>
          <a:srcRect/>
          <a:stretch/>
        </p:blipFill>
        <p:spPr>
          <a:xfrm>
            <a:off x="7500257" y="0"/>
            <a:ext cx="9383486" cy="9383486"/>
          </a:xfrm>
          <a:prstGeom prst="rect">
            <a:avLst/>
          </a:prstGeom>
          <a:noFill/>
          <a:ln>
            <a:noFill/>
          </a:ln>
        </p:spPr>
      </p:pic>
      <p:pic>
        <p:nvPicPr>
          <p:cNvPr id="2" name="Picture 1" descr="A close-up of a white background&#10;&#10;AI-generated content may be incorrect.">
            <a:extLst>
              <a:ext uri="{FF2B5EF4-FFF2-40B4-BE49-F238E27FC236}">
                <a16:creationId xmlns:a16="http://schemas.microsoft.com/office/drawing/2014/main" id="{E4E81161-E70A-9390-E655-9FC40A18193D}"/>
              </a:ext>
            </a:extLst>
          </p:cNvPr>
          <p:cNvPicPr>
            <a:picLocks noChangeAspect="1"/>
          </p:cNvPicPr>
          <p:nvPr/>
        </p:nvPicPr>
        <p:blipFill>
          <a:blip r:embed="rId4"/>
          <a:stretch>
            <a:fillRect/>
          </a:stretch>
        </p:blipFill>
        <p:spPr>
          <a:xfrm>
            <a:off x="7670800" y="2938780"/>
            <a:ext cx="8534400" cy="1752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50BCE2"/>
              </a:buClr>
              <a:buSzPts val="4000"/>
              <a:buFont typeface="Arial"/>
              <a:buNone/>
            </a:pPr>
            <a:r>
              <a:rPr lang="es-PE" sz="4000">
                <a:solidFill>
                  <a:srgbClr val="50BCE2"/>
                </a:solidFill>
                <a:latin typeface="Arial"/>
                <a:ea typeface="Arial"/>
                <a:cs typeface="Arial"/>
                <a:sym typeface="Arial"/>
              </a:rPr>
              <a:t>INDICADORES</a:t>
            </a:r>
            <a:endParaRPr/>
          </a:p>
        </p:txBody>
      </p:sp>
      <p:sp>
        <p:nvSpPr>
          <p:cNvPr id="187" name="Google Shape;187;p21"/>
          <p:cNvSpPr/>
          <p:nvPr/>
        </p:nvSpPr>
        <p:spPr>
          <a:xfrm>
            <a:off x="2783844"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97" name="Google Shape;197;p21"/>
          <p:cNvPicPr preferRelativeResize="0"/>
          <p:nvPr/>
        </p:nvPicPr>
        <p:blipFill rotWithShape="1">
          <a:blip r:embed="rId3">
            <a:alphaModFix/>
          </a:blip>
          <a:srcRect/>
          <a:stretch/>
        </p:blipFill>
        <p:spPr>
          <a:xfrm>
            <a:off x="7667848" y="-2451516"/>
            <a:ext cx="9355058" cy="9355058"/>
          </a:xfrm>
          <a:prstGeom prst="rect">
            <a:avLst/>
          </a:prstGeom>
          <a:noFill/>
          <a:ln>
            <a:noFill/>
          </a:ln>
        </p:spPr>
      </p:pic>
      <p:cxnSp>
        <p:nvCxnSpPr>
          <p:cNvPr id="7" name="Google Shape;172;p20">
            <a:extLst>
              <a:ext uri="{FF2B5EF4-FFF2-40B4-BE49-F238E27FC236}">
                <a16:creationId xmlns:a16="http://schemas.microsoft.com/office/drawing/2014/main" id="{B928FAAC-9134-60DF-6D1E-7734851AA0B0}"/>
              </a:ext>
            </a:extLst>
          </p:cNvPr>
          <p:cNvCxnSpPr/>
          <p:nvPr/>
        </p:nvCxnSpPr>
        <p:spPr>
          <a:xfrm rot="10800000">
            <a:off x="838200" y="2528230"/>
            <a:ext cx="7421880" cy="0"/>
          </a:xfrm>
          <a:prstGeom prst="straightConnector1">
            <a:avLst/>
          </a:prstGeom>
          <a:noFill/>
          <a:ln w="12700" cap="flat" cmpd="sng">
            <a:solidFill>
              <a:srgbClr val="AEABAB"/>
            </a:solidFill>
            <a:prstDash val="solid"/>
            <a:miter lim="800000"/>
            <a:headEnd type="none" w="sm" len="sm"/>
            <a:tailEnd type="none" w="sm" len="sm"/>
          </a:ln>
        </p:spPr>
      </p:cxnSp>
      <p:sp>
        <p:nvSpPr>
          <p:cNvPr id="9" name="Google Shape;173;p20">
            <a:extLst>
              <a:ext uri="{FF2B5EF4-FFF2-40B4-BE49-F238E27FC236}">
                <a16:creationId xmlns:a16="http://schemas.microsoft.com/office/drawing/2014/main" id="{6067D944-4A77-4350-2DA2-8D12B5E64F9D}"/>
              </a:ext>
            </a:extLst>
          </p:cNvPr>
          <p:cNvSpPr txBox="1"/>
          <p:nvPr/>
        </p:nvSpPr>
        <p:spPr>
          <a:xfrm>
            <a:off x="796580" y="1399636"/>
            <a:ext cx="1106218" cy="31520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50BCE2"/>
              </a:buClr>
              <a:buSzPts val="2800"/>
              <a:buFont typeface="Arial"/>
              <a:buNone/>
            </a:pPr>
            <a:r>
              <a:rPr lang="es-PE" sz="2800">
                <a:solidFill>
                  <a:srgbClr val="50BCE2"/>
                </a:solidFill>
              </a:rPr>
              <a:t>OE2</a:t>
            </a:r>
            <a:endParaRPr/>
          </a:p>
        </p:txBody>
      </p:sp>
      <p:sp>
        <p:nvSpPr>
          <p:cNvPr id="11" name="Google Shape;174;p20">
            <a:extLst>
              <a:ext uri="{FF2B5EF4-FFF2-40B4-BE49-F238E27FC236}">
                <a16:creationId xmlns:a16="http://schemas.microsoft.com/office/drawing/2014/main" id="{45D7EA87-6965-E8E5-D7AF-D06323DA4F79}"/>
              </a:ext>
            </a:extLst>
          </p:cNvPr>
          <p:cNvSpPr txBox="1"/>
          <p:nvPr/>
        </p:nvSpPr>
        <p:spPr>
          <a:xfrm>
            <a:off x="835896" y="1856262"/>
            <a:ext cx="7064103" cy="600124"/>
          </a:xfrm>
          <a:prstGeom prst="rect">
            <a:avLst/>
          </a:prstGeom>
          <a:noFill/>
          <a:ln>
            <a:noFill/>
          </a:ln>
        </p:spPr>
        <p:txBody>
          <a:bodyPr spcFirstLastPara="1" wrap="square" lIns="91425" tIns="45700" rIns="91425" bIns="45700" anchor="t" anchorCtr="0">
            <a:spAutoFit/>
          </a:bodyPr>
          <a:lstStyle/>
          <a:p>
            <a:pPr algn="just"/>
            <a:r>
              <a:rPr lang="es-PE" sz="1100">
                <a:solidFill>
                  <a:srgbClr val="3A3838"/>
                </a:solidFill>
                <a:ea typeface="Calibri"/>
                <a:sym typeface="Calibri"/>
              </a:rPr>
              <a:t>Diseñar la arquitectura, la lógica funcional, las interfaces y el esquema de despliegue de una plataforma inteligente de </a:t>
            </a:r>
            <a:r>
              <a:rPr lang="es-PE" sz="1100" err="1">
                <a:solidFill>
                  <a:srgbClr val="3A3838"/>
                </a:solidFill>
                <a:ea typeface="Calibri"/>
                <a:sym typeface="Calibri"/>
              </a:rPr>
              <a:t>microaprendizaje</a:t>
            </a:r>
            <a:r>
              <a:rPr lang="es-PE" sz="1100">
                <a:solidFill>
                  <a:srgbClr val="3A3838"/>
                </a:solidFill>
                <a:ea typeface="Calibri"/>
                <a:sym typeface="Calibri"/>
              </a:rPr>
              <a:t> capaz de transformar grabaciones de clases universitarias en contenido educativo personalizado y evaluaciones adaptativas.</a:t>
            </a:r>
            <a:endParaRPr lang="es-PE" sz="1100">
              <a:ea typeface="Calibri"/>
              <a:sym typeface="Calibri"/>
            </a:endParaRPr>
          </a:p>
        </p:txBody>
      </p:sp>
      <p:sp>
        <p:nvSpPr>
          <p:cNvPr id="13" name="Google Shape;175;p20">
            <a:extLst>
              <a:ext uri="{FF2B5EF4-FFF2-40B4-BE49-F238E27FC236}">
                <a16:creationId xmlns:a16="http://schemas.microsoft.com/office/drawing/2014/main" id="{7DA2C0F2-8C6C-FA8E-C686-C7BB45040DD0}"/>
              </a:ext>
            </a:extLst>
          </p:cNvPr>
          <p:cNvSpPr txBox="1">
            <a:spLocks/>
          </p:cNvSpPr>
          <p:nvPr/>
        </p:nvSpPr>
        <p:spPr>
          <a:xfrm>
            <a:off x="782203" y="2717691"/>
            <a:ext cx="919312" cy="47335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buClr>
                <a:srgbClr val="50BCE2"/>
              </a:buClr>
              <a:buSzPts val="2800"/>
              <a:buFont typeface="Arial"/>
              <a:buNone/>
            </a:pPr>
            <a:r>
              <a:rPr lang="es-PE">
                <a:solidFill>
                  <a:srgbClr val="50BCE2"/>
                </a:solidFill>
                <a:latin typeface="Arial"/>
                <a:ea typeface="Arial"/>
                <a:cs typeface="Arial"/>
                <a:sym typeface="Arial"/>
              </a:rPr>
              <a:t>iE1</a:t>
            </a:r>
            <a:endParaRPr lang="es-PE"/>
          </a:p>
        </p:txBody>
      </p:sp>
      <p:sp>
        <p:nvSpPr>
          <p:cNvPr id="15" name="Google Shape;176;p20">
            <a:extLst>
              <a:ext uri="{FF2B5EF4-FFF2-40B4-BE49-F238E27FC236}">
                <a16:creationId xmlns:a16="http://schemas.microsoft.com/office/drawing/2014/main" id="{A8CB71F7-E305-9ABA-4D4E-36865F5EAF80}"/>
              </a:ext>
            </a:extLst>
          </p:cNvPr>
          <p:cNvSpPr txBox="1"/>
          <p:nvPr/>
        </p:nvSpPr>
        <p:spPr>
          <a:xfrm>
            <a:off x="794894" y="3190394"/>
            <a:ext cx="5871385" cy="523180"/>
          </a:xfrm>
          <a:prstGeom prst="rect">
            <a:avLst/>
          </a:prstGeom>
          <a:noFill/>
          <a:ln>
            <a:noFill/>
          </a:ln>
        </p:spPr>
        <p:txBody>
          <a:bodyPr spcFirstLastPara="1" wrap="square" lIns="91425" tIns="45700" rIns="91425" bIns="45700" anchor="t" anchorCtr="0">
            <a:spAutoFit/>
          </a:bodyPr>
          <a:lstStyle/>
          <a:p>
            <a:pPr algn="just"/>
            <a:r>
              <a:rPr lang="es-PE">
                <a:solidFill>
                  <a:srgbClr val="3A3838"/>
                </a:solidFill>
                <a:ea typeface="Calibri"/>
              </a:rPr>
              <a:t>Aprobación del asesor especializado en el acta de </a:t>
            </a:r>
            <a:r>
              <a:rPr lang="es-PE" err="1">
                <a:solidFill>
                  <a:srgbClr val="3A3838"/>
                </a:solidFill>
                <a:ea typeface="Calibri"/>
              </a:rPr>
              <a:t>apro</a:t>
            </a:r>
            <a:r>
              <a:rPr lang="es-PE">
                <a:solidFill>
                  <a:srgbClr val="3A3838"/>
                </a:solidFill>
                <a:ea typeface="Calibri"/>
              </a:rPr>
              <a:t>bación del objetivo numero dos.</a:t>
            </a:r>
          </a:p>
        </p:txBody>
      </p:sp>
      <p:sp>
        <p:nvSpPr>
          <p:cNvPr id="17" name="Google Shape;177;p20">
            <a:extLst>
              <a:ext uri="{FF2B5EF4-FFF2-40B4-BE49-F238E27FC236}">
                <a16:creationId xmlns:a16="http://schemas.microsoft.com/office/drawing/2014/main" id="{F299C74C-1CB0-E344-B5C4-6BBE24D82E65}"/>
              </a:ext>
            </a:extLst>
          </p:cNvPr>
          <p:cNvSpPr txBox="1"/>
          <p:nvPr/>
        </p:nvSpPr>
        <p:spPr>
          <a:xfrm>
            <a:off x="782203" y="3988956"/>
            <a:ext cx="919312" cy="32958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50BCE2"/>
              </a:buClr>
              <a:buSzPts val="2800"/>
              <a:buFont typeface="Arial"/>
              <a:buNone/>
            </a:pPr>
            <a:r>
              <a:rPr lang="es-PE" sz="2800">
                <a:solidFill>
                  <a:srgbClr val="50BCE2"/>
                </a:solidFill>
                <a:latin typeface="Arial"/>
                <a:ea typeface="Arial"/>
                <a:cs typeface="Arial"/>
                <a:sym typeface="Arial"/>
              </a:rPr>
              <a:t>iE2</a:t>
            </a:r>
            <a:endParaRPr/>
          </a:p>
        </p:txBody>
      </p:sp>
      <p:sp>
        <p:nvSpPr>
          <p:cNvPr id="19" name="Google Shape;178;p20">
            <a:extLst>
              <a:ext uri="{FF2B5EF4-FFF2-40B4-BE49-F238E27FC236}">
                <a16:creationId xmlns:a16="http://schemas.microsoft.com/office/drawing/2014/main" id="{9019F136-0D18-B6A3-D400-9EAF1726D309}"/>
              </a:ext>
            </a:extLst>
          </p:cNvPr>
          <p:cNvSpPr txBox="1"/>
          <p:nvPr/>
        </p:nvSpPr>
        <p:spPr>
          <a:xfrm>
            <a:off x="778386" y="4474336"/>
            <a:ext cx="5871385" cy="738623"/>
          </a:xfrm>
          <a:prstGeom prst="rect">
            <a:avLst/>
          </a:prstGeom>
          <a:noFill/>
          <a:ln>
            <a:noFill/>
          </a:ln>
        </p:spPr>
        <p:txBody>
          <a:bodyPr spcFirstLastPara="1" wrap="square" lIns="91425" tIns="45700" rIns="91425" bIns="45700" anchor="t" anchorCtr="0">
            <a:spAutoFit/>
          </a:bodyPr>
          <a:lstStyle/>
          <a:p>
            <a:pPr algn="just"/>
            <a:r>
              <a:rPr lang="es-PE">
                <a:solidFill>
                  <a:srgbClr val="3A3838"/>
                </a:solidFill>
                <a:ea typeface="Calibri"/>
                <a:sym typeface="Calibri"/>
              </a:rPr>
              <a:t>Aprobación del asesor especializado sobre los diagramas funcionales y arquitectónicos elaborados</a:t>
            </a:r>
            <a:endParaRPr lang="en-US" sz="1800"/>
          </a:p>
          <a:p>
            <a:pPr algn="just"/>
            <a:endParaRPr lang="es-PE"/>
          </a:p>
        </p:txBody>
      </p:sp>
      <p:pic>
        <p:nvPicPr>
          <p:cNvPr id="2" name="Picture 1" descr="A screenshot of a computer&#10;&#10;AI-generated content may be incorrect.">
            <a:extLst>
              <a:ext uri="{FF2B5EF4-FFF2-40B4-BE49-F238E27FC236}">
                <a16:creationId xmlns:a16="http://schemas.microsoft.com/office/drawing/2014/main" id="{70D04CD3-F680-1A70-098C-15EAF5DCB123}"/>
              </a:ext>
            </a:extLst>
          </p:cNvPr>
          <p:cNvPicPr>
            <a:picLocks noChangeAspect="1"/>
          </p:cNvPicPr>
          <p:nvPr/>
        </p:nvPicPr>
        <p:blipFill>
          <a:blip r:embed="rId4"/>
          <a:stretch>
            <a:fillRect/>
          </a:stretch>
        </p:blipFill>
        <p:spPr>
          <a:xfrm>
            <a:off x="7668578" y="2719705"/>
            <a:ext cx="8620125" cy="1885950"/>
          </a:xfrm>
          <a:prstGeom prst="rect">
            <a:avLst/>
          </a:prstGeom>
        </p:spPr>
      </p:pic>
      <p:sp>
        <p:nvSpPr>
          <p:cNvPr id="3" name="Google Shape;178;p20">
            <a:extLst>
              <a:ext uri="{FF2B5EF4-FFF2-40B4-BE49-F238E27FC236}">
                <a16:creationId xmlns:a16="http://schemas.microsoft.com/office/drawing/2014/main" id="{4C46E851-B1D8-ED92-EE68-BD4AFEE91688}"/>
              </a:ext>
            </a:extLst>
          </p:cNvPr>
          <p:cNvSpPr txBox="1"/>
          <p:nvPr/>
        </p:nvSpPr>
        <p:spPr>
          <a:xfrm>
            <a:off x="839346" y="5724015"/>
            <a:ext cx="5871385" cy="523180"/>
          </a:xfrm>
          <a:prstGeom prst="rect">
            <a:avLst/>
          </a:prstGeom>
          <a:noFill/>
          <a:ln>
            <a:noFill/>
          </a:ln>
        </p:spPr>
        <p:txBody>
          <a:bodyPr spcFirstLastPara="1" wrap="square" lIns="91425" tIns="45700" rIns="91425" bIns="45700" anchor="t" anchorCtr="0">
            <a:spAutoFit/>
          </a:bodyPr>
          <a:lstStyle/>
          <a:p>
            <a:pPr algn="just"/>
            <a:r>
              <a:rPr lang="en-US" err="1"/>
              <a:t>Aprobación</a:t>
            </a:r>
            <a:r>
              <a:rPr lang="en-US">
                <a:ea typeface="Calibri"/>
              </a:rPr>
              <a:t> del </a:t>
            </a:r>
            <a:r>
              <a:rPr lang="en-US" err="1">
                <a:ea typeface="Calibri"/>
              </a:rPr>
              <a:t>asesor</a:t>
            </a:r>
            <a:r>
              <a:rPr lang="en-US">
                <a:ea typeface="Calibri"/>
              </a:rPr>
              <a:t> </a:t>
            </a:r>
            <a:r>
              <a:rPr lang="en-US" err="1">
                <a:ea typeface="Calibri"/>
              </a:rPr>
              <a:t>especializado</a:t>
            </a:r>
            <a:r>
              <a:rPr lang="en-US">
                <a:ea typeface="Calibri"/>
              </a:rPr>
              <a:t> </a:t>
            </a:r>
            <a:r>
              <a:rPr lang="en-US" err="1">
                <a:ea typeface="Calibri"/>
              </a:rPr>
              <a:t>sobre</a:t>
            </a:r>
            <a:r>
              <a:rPr lang="en-US">
                <a:ea typeface="Calibri"/>
              </a:rPr>
              <a:t> </a:t>
            </a:r>
            <a:r>
              <a:rPr lang="en-US" err="1">
                <a:ea typeface="Calibri"/>
              </a:rPr>
              <a:t>los</a:t>
            </a:r>
            <a:r>
              <a:rPr lang="en-US">
                <a:ea typeface="Calibri"/>
              </a:rPr>
              <a:t> </a:t>
            </a:r>
            <a:r>
              <a:rPr lang="en-US" err="1">
                <a:ea typeface="Calibri"/>
              </a:rPr>
              <a:t>prototipos</a:t>
            </a:r>
            <a:r>
              <a:rPr lang="en-US">
                <a:ea typeface="Calibri"/>
              </a:rPr>
              <a:t> </a:t>
            </a:r>
            <a:r>
              <a:rPr lang="en-US" err="1">
                <a:ea typeface="Calibri"/>
              </a:rPr>
              <a:t>funcionales</a:t>
            </a:r>
            <a:r>
              <a:rPr lang="en-US">
                <a:ea typeface="Calibri"/>
              </a:rPr>
              <a:t> de la </a:t>
            </a:r>
            <a:r>
              <a:rPr lang="en-US" err="1">
                <a:ea typeface="Calibri"/>
              </a:rPr>
              <a:t>plataforma</a:t>
            </a:r>
            <a:r>
              <a:rPr lang="en-US">
                <a:ea typeface="Calibri"/>
              </a:rPr>
              <a:t> para </a:t>
            </a:r>
            <a:r>
              <a:rPr lang="en-US" err="1">
                <a:ea typeface="Calibri"/>
              </a:rPr>
              <a:t>estudiante</a:t>
            </a:r>
            <a:r>
              <a:rPr lang="en-US">
                <a:ea typeface="Calibri"/>
              </a:rPr>
              <a:t>, </a:t>
            </a:r>
            <a:r>
              <a:rPr lang="en-US" err="1">
                <a:ea typeface="Calibri"/>
              </a:rPr>
              <a:t>docente</a:t>
            </a:r>
            <a:r>
              <a:rPr lang="en-US">
                <a:ea typeface="Calibri"/>
              </a:rPr>
              <a:t> y </a:t>
            </a:r>
            <a:r>
              <a:rPr lang="en-US" err="1">
                <a:ea typeface="Calibri"/>
              </a:rPr>
              <a:t>administrador</a:t>
            </a:r>
            <a:r>
              <a:rPr lang="en-US">
                <a:ea typeface="Calibri"/>
              </a:rPr>
              <a:t>.</a:t>
            </a:r>
            <a:endParaRPr lang="en-US"/>
          </a:p>
        </p:txBody>
      </p:sp>
      <p:sp>
        <p:nvSpPr>
          <p:cNvPr id="4" name="Google Shape;177;p20">
            <a:extLst>
              <a:ext uri="{FF2B5EF4-FFF2-40B4-BE49-F238E27FC236}">
                <a16:creationId xmlns:a16="http://schemas.microsoft.com/office/drawing/2014/main" id="{1CD8BA3B-F2C3-7E0B-78D1-05CFBAAB31B8}"/>
              </a:ext>
            </a:extLst>
          </p:cNvPr>
          <p:cNvSpPr txBox="1"/>
          <p:nvPr/>
        </p:nvSpPr>
        <p:spPr>
          <a:xfrm>
            <a:off x="893962" y="5218316"/>
            <a:ext cx="919312" cy="32958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50BCE2"/>
              </a:buClr>
              <a:buSzPts val="2800"/>
              <a:buFont typeface="Arial"/>
              <a:buNone/>
            </a:pPr>
            <a:r>
              <a:rPr lang="es-PE" sz="2800">
                <a:solidFill>
                  <a:srgbClr val="50BCE2"/>
                </a:solidFill>
              </a:rPr>
              <a:t>iE3</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FA8605-4540-CEE8-D057-F4B75F970A8B}"/>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1FDE327A-69D2-C22B-3F97-218B5963AD53}"/>
              </a:ext>
            </a:extLst>
          </p:cNvPr>
          <p:cNvSpPr txBox="1"/>
          <p:nvPr/>
        </p:nvSpPr>
        <p:spPr>
          <a:xfrm>
            <a:off x="660301" y="481311"/>
            <a:ext cx="6038447" cy="1272827"/>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2733" b="1">
                <a:solidFill>
                  <a:schemeClr val="accent1">
                    <a:lumMod val="76000"/>
                  </a:schemeClr>
                </a:solidFill>
                <a:ea typeface="+mn-lt"/>
                <a:cs typeface="+mn-lt"/>
                <a:sym typeface="Poppins Light"/>
              </a:rPr>
              <a:t>Benchmarking de </a:t>
            </a:r>
            <a:r>
              <a:rPr lang="en-US" sz="2733" b="1" err="1">
                <a:solidFill>
                  <a:schemeClr val="accent1">
                    <a:lumMod val="76000"/>
                  </a:schemeClr>
                </a:solidFill>
                <a:ea typeface="+mn-lt"/>
                <a:cs typeface="+mn-lt"/>
                <a:sym typeface="Poppins Light"/>
              </a:rPr>
              <a:t>Modelos</a:t>
            </a:r>
            <a:r>
              <a:rPr lang="en-US" sz="2733" b="1">
                <a:solidFill>
                  <a:schemeClr val="accent1">
                    <a:lumMod val="76000"/>
                  </a:schemeClr>
                </a:solidFill>
                <a:ea typeface="+mn-lt"/>
                <a:cs typeface="+mn-lt"/>
                <a:sym typeface="Poppins Light"/>
              </a:rPr>
              <a:t> de </a:t>
            </a:r>
            <a:r>
              <a:rPr lang="en-US" sz="2733" b="1" err="1">
                <a:solidFill>
                  <a:schemeClr val="accent1">
                    <a:lumMod val="76000"/>
                  </a:schemeClr>
                </a:solidFill>
                <a:ea typeface="+mn-lt"/>
                <a:cs typeface="+mn-lt"/>
                <a:sym typeface="Poppins Light"/>
              </a:rPr>
              <a:t>Transcripción</a:t>
            </a:r>
            <a:r>
              <a:rPr lang="en-US" sz="2733" b="1">
                <a:solidFill>
                  <a:schemeClr val="accent1">
                    <a:lumMod val="76000"/>
                  </a:schemeClr>
                </a:solidFill>
                <a:ea typeface="+mn-lt"/>
                <a:cs typeface="+mn-lt"/>
                <a:sym typeface="Poppins Light"/>
              </a:rPr>
              <a:t> </a:t>
            </a:r>
            <a:r>
              <a:rPr lang="en-US" sz="2733" b="1" err="1">
                <a:solidFill>
                  <a:schemeClr val="accent1">
                    <a:lumMod val="76000"/>
                  </a:schemeClr>
                </a:solidFill>
                <a:ea typeface="+mn-lt"/>
                <a:cs typeface="+mn-lt"/>
                <a:sym typeface="Poppins Light"/>
              </a:rPr>
              <a:t>Automática</a:t>
            </a:r>
            <a:r>
              <a:rPr lang="en-US" sz="2733" b="1">
                <a:solidFill>
                  <a:schemeClr val="accent1">
                    <a:lumMod val="76000"/>
                  </a:schemeClr>
                </a:solidFill>
                <a:ea typeface="+mn-lt"/>
                <a:cs typeface="+mn-lt"/>
                <a:sym typeface="Poppins Light"/>
              </a:rPr>
              <a:t> (ASR)</a:t>
            </a:r>
            <a:endParaRPr lang="en-US" sz="800">
              <a:solidFill>
                <a:schemeClr val="accent1">
                  <a:lumMod val="76000"/>
                </a:schemeClr>
              </a:solidFill>
              <a:ea typeface="Calibri"/>
              <a:cs typeface="Calibri"/>
            </a:endParaRPr>
          </a:p>
          <a:p>
            <a:pPr algn="l">
              <a:lnSpc>
                <a:spcPts val="3458"/>
              </a:lnSpc>
            </a:pPr>
            <a:endParaRPr lang="en-US" sz="2733">
              <a:solidFill>
                <a:schemeClr val="accent1">
                  <a:lumMod val="76000"/>
                </a:schemeClr>
              </a:solidFill>
              <a:latin typeface="Poppins Light"/>
              <a:ea typeface="Poppins Light"/>
              <a:cs typeface="Poppins Light"/>
            </a:endParaRPr>
          </a:p>
        </p:txBody>
      </p:sp>
      <p:sp>
        <p:nvSpPr>
          <p:cNvPr id="4" name="TextBox 7">
            <a:extLst>
              <a:ext uri="{FF2B5EF4-FFF2-40B4-BE49-F238E27FC236}">
                <a16:creationId xmlns:a16="http://schemas.microsoft.com/office/drawing/2014/main" id="{A2B50FAA-5485-A3EF-B050-B85883B75E31}"/>
              </a:ext>
            </a:extLst>
          </p:cNvPr>
          <p:cNvSpPr txBox="1"/>
          <p:nvPr/>
        </p:nvSpPr>
        <p:spPr>
          <a:xfrm>
            <a:off x="656899" y="1766041"/>
            <a:ext cx="4217375" cy="288284"/>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291"/>
              </a:lnSpc>
            </a:pPr>
            <a:r>
              <a:rPr lang="en-US" sz="1867" b="1" err="1">
                <a:latin typeface="Poppins Light"/>
                <a:ea typeface="Calibri"/>
                <a:cs typeface="Poppins Light"/>
              </a:rPr>
              <a:t>Precisión</a:t>
            </a:r>
            <a:r>
              <a:rPr lang="en-US" sz="1867" b="1">
                <a:latin typeface="Poppins Light"/>
                <a:ea typeface="Calibri"/>
                <a:cs typeface="Poppins Light"/>
              </a:rPr>
              <a:t> de </a:t>
            </a:r>
            <a:r>
              <a:rPr lang="en-US" sz="1867" b="1" err="1">
                <a:latin typeface="Poppins Light"/>
                <a:ea typeface="Calibri"/>
                <a:cs typeface="Poppins Light"/>
              </a:rPr>
              <a:t>transcripción</a:t>
            </a:r>
          </a:p>
        </p:txBody>
      </p:sp>
      <p:sp>
        <p:nvSpPr>
          <p:cNvPr id="7" name="TextBox 8">
            <a:extLst>
              <a:ext uri="{FF2B5EF4-FFF2-40B4-BE49-F238E27FC236}">
                <a16:creationId xmlns:a16="http://schemas.microsoft.com/office/drawing/2014/main" id="{73B70F51-4EAE-2593-95CB-9DDD4DB88353}"/>
              </a:ext>
            </a:extLst>
          </p:cNvPr>
          <p:cNvSpPr txBox="1"/>
          <p:nvPr/>
        </p:nvSpPr>
        <p:spPr>
          <a:xfrm>
            <a:off x="671277" y="2209325"/>
            <a:ext cx="5203924" cy="215444"/>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28600" indent="-228600" algn="just">
              <a:buChar char="•"/>
            </a:pPr>
            <a:r>
              <a:rPr lang="en-US" sz="1400" err="1">
                <a:solidFill>
                  <a:srgbClr val="3D3D42"/>
                </a:solidFill>
                <a:ea typeface="+mn-lt"/>
                <a:cs typeface="+mn-lt"/>
                <a:sym typeface="Roboto"/>
              </a:rPr>
              <a:t>Errores</a:t>
            </a:r>
            <a:r>
              <a:rPr lang="en-US" sz="1400">
                <a:solidFill>
                  <a:srgbClr val="3D3D42"/>
                </a:solidFill>
                <a:ea typeface="+mn-lt"/>
                <a:cs typeface="+mn-lt"/>
                <a:sym typeface="Roboto"/>
              </a:rPr>
              <a:t> </a:t>
            </a:r>
            <a:r>
              <a:rPr lang="en-US" sz="1400" err="1">
                <a:solidFill>
                  <a:srgbClr val="3D3D42"/>
                </a:solidFill>
                <a:ea typeface="+mn-lt"/>
                <a:cs typeface="+mn-lt"/>
                <a:sym typeface="Roboto"/>
              </a:rPr>
              <a:t>afectan</a:t>
            </a:r>
            <a:r>
              <a:rPr lang="en-US" sz="1400">
                <a:solidFill>
                  <a:srgbClr val="3D3D42"/>
                </a:solidFill>
                <a:ea typeface="+mn-lt"/>
                <a:cs typeface="+mn-lt"/>
                <a:sym typeface="Roboto"/>
              </a:rPr>
              <a:t> </a:t>
            </a:r>
            <a:r>
              <a:rPr lang="en-US" sz="1400" err="1">
                <a:solidFill>
                  <a:srgbClr val="3D3D42"/>
                </a:solidFill>
                <a:ea typeface="+mn-lt"/>
                <a:cs typeface="+mn-lt"/>
                <a:sym typeface="Roboto"/>
              </a:rPr>
              <a:t>comprensión</a:t>
            </a:r>
            <a:r>
              <a:rPr lang="en-US" sz="1400">
                <a:solidFill>
                  <a:srgbClr val="3D3D42"/>
                </a:solidFill>
                <a:ea typeface="+mn-lt"/>
                <a:cs typeface="+mn-lt"/>
                <a:sym typeface="Roboto"/>
              </a:rPr>
              <a:t> y </a:t>
            </a:r>
            <a:r>
              <a:rPr lang="en-US" sz="1400" err="1">
                <a:solidFill>
                  <a:srgbClr val="3D3D42"/>
                </a:solidFill>
                <a:ea typeface="+mn-lt"/>
                <a:cs typeface="+mn-lt"/>
                <a:sym typeface="Roboto"/>
              </a:rPr>
              <a:t>procesamiento</a:t>
            </a:r>
            <a:r>
              <a:rPr lang="en-US" sz="1400">
                <a:solidFill>
                  <a:srgbClr val="3D3D42"/>
                </a:solidFill>
                <a:ea typeface="+mn-lt"/>
                <a:cs typeface="+mn-lt"/>
                <a:sym typeface="Roboto"/>
              </a:rPr>
              <a:t> posterior.</a:t>
            </a:r>
            <a:endParaRPr lang="en-US" sz="800">
              <a:solidFill>
                <a:srgbClr val="000000"/>
              </a:solidFill>
              <a:ea typeface="+mn-lt"/>
              <a:cs typeface="+mn-lt"/>
            </a:endParaRPr>
          </a:p>
        </p:txBody>
      </p:sp>
      <p:sp>
        <p:nvSpPr>
          <p:cNvPr id="8" name="TextBox 7">
            <a:extLst>
              <a:ext uri="{FF2B5EF4-FFF2-40B4-BE49-F238E27FC236}">
                <a16:creationId xmlns:a16="http://schemas.microsoft.com/office/drawing/2014/main" id="{94EC3B0B-7893-544B-69E5-8CC552449875}"/>
              </a:ext>
            </a:extLst>
          </p:cNvPr>
          <p:cNvSpPr txBox="1"/>
          <p:nvPr/>
        </p:nvSpPr>
        <p:spPr>
          <a:xfrm>
            <a:off x="642522" y="4339589"/>
            <a:ext cx="4217375" cy="285035"/>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291"/>
              </a:lnSpc>
            </a:pPr>
            <a:r>
              <a:rPr lang="en-US" sz="1867" b="1" err="1">
                <a:latin typeface="Poppins Light"/>
                <a:ea typeface="+mn-lt"/>
                <a:cs typeface="Poppins Light"/>
              </a:rPr>
              <a:t>Adaptación</a:t>
            </a:r>
            <a:r>
              <a:rPr lang="en-US" sz="1867" b="1">
                <a:latin typeface="Poppins Light"/>
                <a:ea typeface="+mn-lt"/>
                <a:cs typeface="Poppins Light"/>
              </a:rPr>
              <a:t> al </a:t>
            </a:r>
            <a:r>
              <a:rPr lang="en-US" sz="1867" b="1" err="1">
                <a:latin typeface="Poppins Light"/>
                <a:ea typeface="+mn-lt"/>
                <a:cs typeface="Poppins Light"/>
              </a:rPr>
              <a:t>dominio</a:t>
            </a:r>
            <a:r>
              <a:rPr lang="en-US" sz="1867" b="1">
                <a:latin typeface="Poppins Light"/>
                <a:ea typeface="+mn-lt"/>
                <a:cs typeface="Poppins Light"/>
              </a:rPr>
              <a:t> </a:t>
            </a:r>
            <a:r>
              <a:rPr lang="en-US" sz="1867" b="1" err="1">
                <a:latin typeface="Poppins Light"/>
                <a:ea typeface="+mn-lt"/>
                <a:cs typeface="Poppins Light"/>
              </a:rPr>
              <a:t>educativo</a:t>
            </a:r>
            <a:endParaRPr lang="en-US" sz="800" err="1"/>
          </a:p>
        </p:txBody>
      </p:sp>
      <p:sp>
        <p:nvSpPr>
          <p:cNvPr id="9" name="TextBox 8">
            <a:extLst>
              <a:ext uri="{FF2B5EF4-FFF2-40B4-BE49-F238E27FC236}">
                <a16:creationId xmlns:a16="http://schemas.microsoft.com/office/drawing/2014/main" id="{3F3820E6-5F35-DF41-FB4A-92AE84BDE902}"/>
              </a:ext>
            </a:extLst>
          </p:cNvPr>
          <p:cNvSpPr txBox="1"/>
          <p:nvPr/>
        </p:nvSpPr>
        <p:spPr>
          <a:xfrm>
            <a:off x="642522" y="4825473"/>
            <a:ext cx="5203924" cy="43595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28600" indent="-228600" algn="just">
              <a:buFont typeface="Arial"/>
              <a:buChar char="•"/>
            </a:pPr>
            <a:r>
              <a:rPr lang="en-US" sz="1400" err="1">
                <a:solidFill>
                  <a:srgbClr val="3D3D42"/>
                </a:solidFill>
                <a:ea typeface="+mn-lt"/>
                <a:cs typeface="+mn-lt"/>
              </a:rPr>
              <a:t>Vocabulario</a:t>
            </a:r>
            <a:r>
              <a:rPr lang="en-US" sz="1400">
                <a:solidFill>
                  <a:srgbClr val="3D3D42"/>
                </a:solidFill>
                <a:ea typeface="+mn-lt"/>
                <a:cs typeface="+mn-lt"/>
              </a:rPr>
              <a:t> </a:t>
            </a:r>
            <a:r>
              <a:rPr lang="en-US" sz="1400" err="1">
                <a:solidFill>
                  <a:srgbClr val="3D3D42"/>
                </a:solidFill>
                <a:ea typeface="+mn-lt"/>
                <a:cs typeface="+mn-lt"/>
              </a:rPr>
              <a:t>academico</a:t>
            </a:r>
            <a:r>
              <a:rPr lang="en-US" sz="1400">
                <a:solidFill>
                  <a:srgbClr val="3D3D42"/>
                </a:solidFill>
                <a:ea typeface="+mn-lt"/>
                <a:cs typeface="+mn-lt"/>
              </a:rPr>
              <a:t> </a:t>
            </a:r>
            <a:r>
              <a:rPr lang="en-US" sz="1400" err="1">
                <a:solidFill>
                  <a:srgbClr val="3D3D42"/>
                </a:solidFill>
                <a:ea typeface="+mn-lt"/>
                <a:cs typeface="+mn-lt"/>
              </a:rPr>
              <a:t>degrada</a:t>
            </a:r>
            <a:r>
              <a:rPr lang="en-US" sz="1400">
                <a:solidFill>
                  <a:srgbClr val="3D3D42"/>
                </a:solidFill>
                <a:ea typeface="+mn-lt"/>
                <a:cs typeface="+mn-lt"/>
              </a:rPr>
              <a:t> </a:t>
            </a:r>
            <a:r>
              <a:rPr lang="en-US" sz="1400" err="1">
                <a:solidFill>
                  <a:srgbClr val="3D3D42"/>
                </a:solidFill>
                <a:ea typeface="+mn-lt"/>
                <a:cs typeface="+mn-lt"/>
              </a:rPr>
              <a:t>modelos</a:t>
            </a:r>
            <a:r>
              <a:rPr lang="en-US" sz="1400">
                <a:solidFill>
                  <a:srgbClr val="3D3D42"/>
                </a:solidFill>
                <a:ea typeface="+mn-lt"/>
                <a:cs typeface="+mn-lt"/>
              </a:rPr>
              <a:t> </a:t>
            </a:r>
            <a:r>
              <a:rPr lang="en-US" sz="1400" err="1">
                <a:solidFill>
                  <a:srgbClr val="3D3D42"/>
                </a:solidFill>
                <a:ea typeface="+mn-lt"/>
                <a:cs typeface="+mn-lt"/>
              </a:rPr>
              <a:t>genericos</a:t>
            </a:r>
          </a:p>
          <a:p>
            <a:pPr marL="228611" indent="-228611" algn="just">
              <a:buFont typeface="Arial"/>
              <a:buChar char="•"/>
            </a:pPr>
            <a:endParaRPr lang="en-US" sz="1433">
              <a:solidFill>
                <a:srgbClr val="3D3D42"/>
              </a:solidFill>
              <a:latin typeface="Calibri"/>
              <a:ea typeface="Calibri"/>
              <a:cs typeface="Calibri"/>
            </a:endParaRPr>
          </a:p>
        </p:txBody>
      </p:sp>
      <p:sp>
        <p:nvSpPr>
          <p:cNvPr id="10" name="TextBox 7">
            <a:extLst>
              <a:ext uri="{FF2B5EF4-FFF2-40B4-BE49-F238E27FC236}">
                <a16:creationId xmlns:a16="http://schemas.microsoft.com/office/drawing/2014/main" id="{5CC0252C-4EDC-CCED-4BAB-A1D3294D500F}"/>
              </a:ext>
            </a:extLst>
          </p:cNvPr>
          <p:cNvSpPr txBox="1"/>
          <p:nvPr/>
        </p:nvSpPr>
        <p:spPr>
          <a:xfrm>
            <a:off x="6695389" y="1766040"/>
            <a:ext cx="4217375" cy="288284"/>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291"/>
              </a:lnSpc>
            </a:pPr>
            <a:r>
              <a:rPr lang="en-US" sz="1867" b="1" err="1">
                <a:latin typeface="Poppins Light"/>
                <a:ea typeface="Calibri"/>
                <a:cs typeface="Poppins Light"/>
              </a:rPr>
              <a:t>Robustez</a:t>
            </a:r>
            <a:r>
              <a:rPr lang="en-US" sz="1867" b="1">
                <a:latin typeface="Poppins Light"/>
                <a:ea typeface="Calibri"/>
                <a:cs typeface="Poppins Light"/>
              </a:rPr>
              <a:t> ante </a:t>
            </a:r>
            <a:r>
              <a:rPr lang="en-US" sz="1867" b="1" err="1">
                <a:latin typeface="Poppins Light"/>
                <a:ea typeface="Calibri"/>
                <a:cs typeface="Poppins Light"/>
              </a:rPr>
              <a:t>ruido</a:t>
            </a:r>
          </a:p>
        </p:txBody>
      </p:sp>
      <p:sp>
        <p:nvSpPr>
          <p:cNvPr id="11" name="TextBox 8">
            <a:extLst>
              <a:ext uri="{FF2B5EF4-FFF2-40B4-BE49-F238E27FC236}">
                <a16:creationId xmlns:a16="http://schemas.microsoft.com/office/drawing/2014/main" id="{9693BB83-2D32-4D6C-4D6D-15CCD603B409}"/>
              </a:ext>
            </a:extLst>
          </p:cNvPr>
          <p:cNvSpPr txBox="1"/>
          <p:nvPr/>
        </p:nvSpPr>
        <p:spPr>
          <a:xfrm>
            <a:off x="6695389" y="2237547"/>
            <a:ext cx="5203924" cy="43595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28600" indent="-228600" algn="just">
              <a:buFont typeface="Arial"/>
              <a:buChar char="•"/>
            </a:pPr>
            <a:r>
              <a:rPr lang="en-US" sz="1400" err="1">
                <a:solidFill>
                  <a:srgbClr val="3D3D42"/>
                </a:solidFill>
                <a:ea typeface="+mn-lt"/>
                <a:cs typeface="+mn-lt"/>
                <a:sym typeface="Roboto"/>
              </a:rPr>
              <a:t>Clases</a:t>
            </a:r>
            <a:r>
              <a:rPr lang="en-US" sz="1400">
                <a:solidFill>
                  <a:srgbClr val="3D3D42"/>
                </a:solidFill>
                <a:ea typeface="+mn-lt"/>
                <a:cs typeface="+mn-lt"/>
                <a:sym typeface="Roboto"/>
              </a:rPr>
              <a:t> reales </a:t>
            </a:r>
            <a:r>
              <a:rPr lang="en-US" sz="1400" err="1">
                <a:solidFill>
                  <a:srgbClr val="3D3D42"/>
                </a:solidFill>
                <a:ea typeface="+mn-lt"/>
                <a:cs typeface="+mn-lt"/>
                <a:sym typeface="Roboto"/>
              </a:rPr>
              <a:t>presentan</a:t>
            </a:r>
            <a:r>
              <a:rPr lang="en-US" sz="1400">
                <a:solidFill>
                  <a:srgbClr val="3D3D42"/>
                </a:solidFill>
                <a:ea typeface="+mn-lt"/>
                <a:cs typeface="+mn-lt"/>
                <a:sym typeface="Roboto"/>
              </a:rPr>
              <a:t> eco y </a:t>
            </a:r>
            <a:r>
              <a:rPr lang="en-US" sz="1400" err="1">
                <a:solidFill>
                  <a:srgbClr val="3D3D42"/>
                </a:solidFill>
                <a:ea typeface="+mn-lt"/>
                <a:cs typeface="+mn-lt"/>
                <a:sym typeface="Roboto"/>
              </a:rPr>
              <a:t>ruido</a:t>
            </a:r>
            <a:r>
              <a:rPr lang="en-US" sz="1400">
                <a:solidFill>
                  <a:srgbClr val="3D3D42"/>
                </a:solidFill>
                <a:ea typeface="+mn-lt"/>
                <a:cs typeface="+mn-lt"/>
                <a:sym typeface="Roboto"/>
              </a:rPr>
              <a:t> </a:t>
            </a:r>
            <a:r>
              <a:rPr lang="en-US" sz="1400" err="1">
                <a:solidFill>
                  <a:srgbClr val="3D3D42"/>
                </a:solidFill>
                <a:ea typeface="+mn-lt"/>
                <a:cs typeface="+mn-lt"/>
                <a:sym typeface="Roboto"/>
              </a:rPr>
              <a:t>ambiental</a:t>
            </a:r>
            <a:r>
              <a:rPr lang="en-US" sz="1400">
                <a:solidFill>
                  <a:srgbClr val="3D3D42"/>
                </a:solidFill>
                <a:ea typeface="+mn-lt"/>
                <a:cs typeface="+mn-lt"/>
                <a:sym typeface="Roboto"/>
              </a:rPr>
              <a:t>.</a:t>
            </a:r>
            <a:endParaRPr lang="en-US" sz="1400">
              <a:solidFill>
                <a:srgbClr val="000000"/>
              </a:solidFill>
              <a:ea typeface="+mn-lt"/>
              <a:cs typeface="+mn-lt"/>
            </a:endParaRPr>
          </a:p>
          <a:p>
            <a:pPr marL="228611" indent="-228611" algn="just">
              <a:buFont typeface="Arial"/>
              <a:buChar char="•"/>
            </a:pPr>
            <a:endParaRPr lang="en-US" sz="1433">
              <a:solidFill>
                <a:srgbClr val="3D3D42"/>
              </a:solidFill>
              <a:latin typeface="Calibri"/>
              <a:ea typeface="Calibri"/>
              <a:cs typeface="Calibri"/>
            </a:endParaRPr>
          </a:p>
        </p:txBody>
      </p:sp>
      <p:sp>
        <p:nvSpPr>
          <p:cNvPr id="12" name="TextBox 7">
            <a:extLst>
              <a:ext uri="{FF2B5EF4-FFF2-40B4-BE49-F238E27FC236}">
                <a16:creationId xmlns:a16="http://schemas.microsoft.com/office/drawing/2014/main" id="{21354976-53D4-C9DE-26ED-D8923350571B}"/>
              </a:ext>
            </a:extLst>
          </p:cNvPr>
          <p:cNvSpPr txBox="1"/>
          <p:nvPr/>
        </p:nvSpPr>
        <p:spPr>
          <a:xfrm>
            <a:off x="6666635" y="4339587"/>
            <a:ext cx="4217375" cy="285035"/>
          </a:xfrm>
          <a:prstGeom prst="rect">
            <a:avLst/>
          </a:prstGeom>
          <a:noFill/>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291"/>
              </a:lnSpc>
            </a:pPr>
            <a:r>
              <a:rPr lang="en-US" sz="1867" b="1" err="1">
                <a:latin typeface="Poppins Light"/>
                <a:ea typeface="Calibri"/>
                <a:cs typeface="Poppins Light"/>
              </a:rPr>
              <a:t>Integración</a:t>
            </a:r>
            <a:r>
              <a:rPr lang="en-US" sz="1867" b="1">
                <a:latin typeface="Poppins Light"/>
                <a:ea typeface="Calibri"/>
                <a:cs typeface="Poppins Light"/>
              </a:rPr>
              <a:t> y </a:t>
            </a:r>
            <a:r>
              <a:rPr lang="en-US" sz="1867" b="1" err="1">
                <a:latin typeface="Poppins Light"/>
                <a:ea typeface="Calibri"/>
                <a:cs typeface="Poppins Light"/>
              </a:rPr>
              <a:t>costo</a:t>
            </a:r>
            <a:r>
              <a:rPr lang="en-US" sz="1867" b="1">
                <a:latin typeface="Poppins Light"/>
                <a:ea typeface="Calibri"/>
                <a:cs typeface="Poppins Light"/>
              </a:rPr>
              <a:t> </a:t>
            </a:r>
            <a:r>
              <a:rPr lang="en-US" sz="1867" b="1" err="1">
                <a:latin typeface="Poppins Light"/>
                <a:ea typeface="Calibri"/>
                <a:cs typeface="Poppins Light"/>
              </a:rPr>
              <a:t>técnico</a:t>
            </a:r>
            <a:endParaRPr lang="en-US" sz="800" err="1"/>
          </a:p>
        </p:txBody>
      </p:sp>
      <p:pic>
        <p:nvPicPr>
          <p:cNvPr id="14" name="Picture 13" descr="Reconocimiento automático de voz - EcuRed">
            <a:extLst>
              <a:ext uri="{FF2B5EF4-FFF2-40B4-BE49-F238E27FC236}">
                <a16:creationId xmlns:a16="http://schemas.microsoft.com/office/drawing/2014/main" id="{78E4F437-94CA-136B-91FD-CC03F244D36B}"/>
              </a:ext>
            </a:extLst>
          </p:cNvPr>
          <p:cNvPicPr>
            <a:picLocks noChangeAspect="1"/>
          </p:cNvPicPr>
          <p:nvPr/>
        </p:nvPicPr>
        <p:blipFill>
          <a:blip r:embed="rId3"/>
          <a:srcRect t="-3992" r="-267" b="27857"/>
          <a:stretch>
            <a:fillRect/>
          </a:stretch>
        </p:blipFill>
        <p:spPr>
          <a:xfrm>
            <a:off x="3082505" y="2418411"/>
            <a:ext cx="6012619" cy="1717302"/>
          </a:xfrm>
          <a:prstGeom prst="rect">
            <a:avLst/>
          </a:prstGeom>
        </p:spPr>
      </p:pic>
      <p:sp>
        <p:nvSpPr>
          <p:cNvPr id="2" name="TextBox 8">
            <a:extLst>
              <a:ext uri="{FF2B5EF4-FFF2-40B4-BE49-F238E27FC236}">
                <a16:creationId xmlns:a16="http://schemas.microsoft.com/office/drawing/2014/main" id="{694F33CE-2E54-425F-CD10-454BB27733FC}"/>
              </a:ext>
            </a:extLst>
          </p:cNvPr>
          <p:cNvSpPr txBox="1"/>
          <p:nvPr/>
        </p:nvSpPr>
        <p:spPr>
          <a:xfrm>
            <a:off x="6666634" y="4825471"/>
            <a:ext cx="5203924" cy="43595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28600" indent="-228600" algn="just">
              <a:buFont typeface="Arial"/>
              <a:buChar char="•"/>
            </a:pPr>
            <a:r>
              <a:rPr lang="en-US" sz="1400" err="1">
                <a:solidFill>
                  <a:srgbClr val="3D3D42"/>
                </a:solidFill>
                <a:ea typeface="+mn-lt"/>
                <a:cs typeface="+mn-lt"/>
              </a:rPr>
              <a:t>Viabilidad</a:t>
            </a:r>
            <a:r>
              <a:rPr lang="en-US" sz="1400">
                <a:solidFill>
                  <a:srgbClr val="3D3D42"/>
                </a:solidFill>
                <a:ea typeface="+mn-lt"/>
                <a:cs typeface="+mn-lt"/>
              </a:rPr>
              <a:t> </a:t>
            </a:r>
            <a:r>
              <a:rPr lang="en-US" sz="1400" err="1">
                <a:solidFill>
                  <a:srgbClr val="3D3D42"/>
                </a:solidFill>
                <a:ea typeface="+mn-lt"/>
                <a:cs typeface="+mn-lt"/>
              </a:rPr>
              <a:t>en</a:t>
            </a:r>
            <a:r>
              <a:rPr lang="en-US" sz="1400">
                <a:solidFill>
                  <a:srgbClr val="3D3D42"/>
                </a:solidFill>
                <a:ea typeface="+mn-lt"/>
                <a:cs typeface="+mn-lt"/>
              </a:rPr>
              <a:t> </a:t>
            </a:r>
            <a:r>
              <a:rPr lang="en-US" sz="1400" err="1">
                <a:solidFill>
                  <a:srgbClr val="3D3D42"/>
                </a:solidFill>
                <a:ea typeface="+mn-lt"/>
                <a:cs typeface="+mn-lt"/>
              </a:rPr>
              <a:t>plataformas</a:t>
            </a:r>
            <a:r>
              <a:rPr lang="en-US" sz="1400">
                <a:solidFill>
                  <a:srgbClr val="3D3D42"/>
                </a:solidFill>
                <a:ea typeface="+mn-lt"/>
                <a:cs typeface="+mn-lt"/>
              </a:rPr>
              <a:t> </a:t>
            </a:r>
            <a:r>
              <a:rPr lang="en-US" sz="1400" err="1">
                <a:solidFill>
                  <a:srgbClr val="3D3D42"/>
                </a:solidFill>
                <a:ea typeface="+mn-lt"/>
                <a:cs typeface="+mn-lt"/>
              </a:rPr>
              <a:t>educativas</a:t>
            </a:r>
            <a:r>
              <a:rPr lang="en-US" sz="1400">
                <a:solidFill>
                  <a:srgbClr val="3D3D42"/>
                </a:solidFill>
                <a:ea typeface="+mn-lt"/>
                <a:cs typeface="+mn-lt"/>
              </a:rPr>
              <a:t> </a:t>
            </a:r>
            <a:r>
              <a:rPr lang="en-US" sz="1400" err="1">
                <a:solidFill>
                  <a:srgbClr val="3D3D42"/>
                </a:solidFill>
                <a:ea typeface="+mn-lt"/>
                <a:cs typeface="+mn-lt"/>
              </a:rPr>
              <a:t>escalables</a:t>
            </a:r>
            <a:r>
              <a:rPr lang="en-US" sz="1400">
                <a:solidFill>
                  <a:srgbClr val="3D3D42"/>
                </a:solidFill>
                <a:ea typeface="+mn-lt"/>
                <a:cs typeface="+mn-lt"/>
              </a:rPr>
              <a:t>.</a:t>
            </a:r>
          </a:p>
          <a:p>
            <a:pPr marL="228611" indent="-228611" algn="just">
              <a:buFont typeface="Arial"/>
              <a:buChar char="•"/>
            </a:pPr>
            <a:endParaRPr lang="en-US" sz="1433">
              <a:solidFill>
                <a:srgbClr val="3D3D42"/>
              </a:solidFill>
              <a:latin typeface="Calibri"/>
              <a:ea typeface="Calibri"/>
              <a:cs typeface="Calibri"/>
            </a:endParaRPr>
          </a:p>
        </p:txBody>
      </p:sp>
      <p:sp>
        <p:nvSpPr>
          <p:cNvPr id="5" name="TextBox 4">
            <a:extLst>
              <a:ext uri="{FF2B5EF4-FFF2-40B4-BE49-F238E27FC236}">
                <a16:creationId xmlns:a16="http://schemas.microsoft.com/office/drawing/2014/main" id="{E45C4D2C-5D11-16EB-24C4-5EE27229E879}"/>
              </a:ext>
            </a:extLst>
          </p:cNvPr>
          <p:cNvSpPr txBox="1"/>
          <p:nvPr/>
        </p:nvSpPr>
        <p:spPr>
          <a:xfrm>
            <a:off x="6085562" y="5767192"/>
            <a:ext cx="609600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i="0">
                <a:latin typeface="Segoe UI"/>
                <a:ea typeface="Segoe UI"/>
                <a:cs typeface="Segoe UI"/>
              </a:rPr>
              <a:t>Ngo, T. T.-N., Chen, H. H.-J., &amp; Lai, K. K.-W. (2023).</a:t>
            </a:r>
            <a:br>
              <a:rPr lang="en-US" b="0" i="0">
                <a:latin typeface="Segoe UI"/>
                <a:ea typeface="Segoe UI"/>
                <a:cs typeface="Segoe UI"/>
              </a:rPr>
            </a:br>
            <a:r>
              <a:rPr lang="en-US" b="0" i="1">
                <a:latin typeface="Segoe UI"/>
                <a:ea typeface="Segoe UI"/>
                <a:cs typeface="Segoe UI"/>
              </a:rPr>
              <a:t>The effectiveness of automatic speech recognition in ESL/EFL pronunciation: A meta-analysis.</a:t>
            </a:r>
          </a:p>
          <a:p>
            <a:pPr algn="ctr"/>
            <a:endParaRPr lang="en-US"/>
          </a:p>
        </p:txBody>
      </p:sp>
    </p:spTree>
    <p:extLst>
      <p:ext uri="{BB962C8B-B14F-4D97-AF65-F5344CB8AC3E}">
        <p14:creationId xmlns:p14="http://schemas.microsoft.com/office/powerpoint/2010/main" val="3955171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E8575A-6B4E-56CA-B730-13B9248C8FEC}"/>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CE230BAD-7E11-A1FF-3785-971E15B67AD0}"/>
              </a:ext>
            </a:extLst>
          </p:cNvPr>
          <p:cNvSpPr txBox="1"/>
          <p:nvPr/>
        </p:nvSpPr>
        <p:spPr>
          <a:xfrm>
            <a:off x="638881" y="417576"/>
            <a:ext cx="10909640" cy="1249394"/>
          </a:xfrm>
          <a:prstGeom prst="rect">
            <a:avLst/>
          </a:prstGeom>
        </p:spPr>
        <p:txBody>
          <a:bodyPr vert="horz" lIns="60960" tIns="30480" rIns="60960" bIns="30480" rtlCol="0" anchor="ctr">
            <a:normAutofit fontScale="85000" lnSpcReduction="10000"/>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ct val="90000"/>
              </a:lnSpc>
              <a:spcBef>
                <a:spcPct val="0"/>
              </a:spcBef>
              <a:spcAft>
                <a:spcPts val="400"/>
              </a:spcAft>
            </a:pPr>
            <a:r>
              <a:rPr lang="en-US" sz="4100" err="1">
                <a:solidFill>
                  <a:schemeClr val="accent1">
                    <a:lumMod val="76000"/>
                  </a:schemeClr>
                </a:solidFill>
                <a:ea typeface="+mn-lt"/>
                <a:cs typeface="+mn-lt"/>
                <a:sym typeface="Poppins Light"/>
              </a:rPr>
              <a:t>Comparativa</a:t>
            </a:r>
            <a:r>
              <a:rPr lang="en-US" sz="4100">
                <a:solidFill>
                  <a:schemeClr val="accent1">
                    <a:lumMod val="76000"/>
                  </a:schemeClr>
                </a:solidFill>
                <a:ea typeface="+mn-lt"/>
                <a:cs typeface="+mn-lt"/>
                <a:sym typeface="Poppins Light"/>
              </a:rPr>
              <a:t> </a:t>
            </a:r>
            <a:r>
              <a:rPr lang="en-US" sz="4100" kern="1200">
                <a:solidFill>
                  <a:schemeClr val="accent1">
                    <a:lumMod val="76000"/>
                  </a:schemeClr>
                </a:solidFill>
                <a:ea typeface="+mn-lt"/>
                <a:cs typeface="+mn-lt"/>
                <a:sym typeface="Poppins Light"/>
              </a:rPr>
              <a:t>de </a:t>
            </a:r>
            <a:r>
              <a:rPr lang="en-US" sz="4100" kern="1200" err="1">
                <a:solidFill>
                  <a:schemeClr val="accent1">
                    <a:lumMod val="76000"/>
                  </a:schemeClr>
                </a:solidFill>
                <a:ea typeface="+mn-lt"/>
                <a:cs typeface="+mn-lt"/>
                <a:sym typeface="Poppins Light"/>
              </a:rPr>
              <a:t>Modelos</a:t>
            </a:r>
            <a:r>
              <a:rPr lang="en-US" sz="4100" kern="1200">
                <a:solidFill>
                  <a:schemeClr val="accent1">
                    <a:lumMod val="76000"/>
                  </a:schemeClr>
                </a:solidFill>
                <a:ea typeface="+mn-lt"/>
                <a:cs typeface="+mn-lt"/>
                <a:sym typeface="Poppins Light"/>
              </a:rPr>
              <a:t> </a:t>
            </a:r>
            <a:r>
              <a:rPr lang="en-US" sz="4100">
                <a:solidFill>
                  <a:schemeClr val="accent1">
                    <a:lumMod val="76000"/>
                  </a:schemeClr>
                </a:solidFill>
                <a:ea typeface="+mn-lt"/>
                <a:cs typeface="+mn-lt"/>
                <a:sym typeface="Poppins Light"/>
              </a:rPr>
              <a:t>ASR </a:t>
            </a:r>
            <a:r>
              <a:rPr lang="en-US" sz="4100" err="1">
                <a:solidFill>
                  <a:schemeClr val="accent1">
                    <a:lumMod val="76000"/>
                  </a:schemeClr>
                </a:solidFill>
                <a:ea typeface="+mn-lt"/>
                <a:cs typeface="+mn-lt"/>
                <a:sym typeface="Poppins Light"/>
              </a:rPr>
              <a:t>según</a:t>
            </a:r>
            <a:r>
              <a:rPr lang="en-US" sz="4100">
                <a:solidFill>
                  <a:schemeClr val="accent1">
                    <a:lumMod val="76000"/>
                  </a:schemeClr>
                </a:solidFill>
                <a:ea typeface="+mn-lt"/>
                <a:cs typeface="+mn-lt"/>
                <a:sym typeface="Poppins Light"/>
              </a:rPr>
              <a:t> </a:t>
            </a:r>
            <a:r>
              <a:rPr lang="en-US" sz="4100" err="1">
                <a:solidFill>
                  <a:schemeClr val="accent1">
                    <a:lumMod val="76000"/>
                  </a:schemeClr>
                </a:solidFill>
                <a:ea typeface="+mn-lt"/>
                <a:cs typeface="+mn-lt"/>
                <a:sym typeface="Poppins Light"/>
              </a:rPr>
              <a:t>Rendimiento</a:t>
            </a:r>
            <a:r>
              <a:rPr lang="en-US" sz="4100">
                <a:solidFill>
                  <a:schemeClr val="accent1">
                    <a:lumMod val="76000"/>
                  </a:schemeClr>
                </a:solidFill>
                <a:ea typeface="+mn-lt"/>
                <a:cs typeface="+mn-lt"/>
                <a:sym typeface="Poppins Light"/>
              </a:rPr>
              <a:t>, </a:t>
            </a:r>
            <a:r>
              <a:rPr lang="en-US" sz="4100" err="1">
                <a:solidFill>
                  <a:schemeClr val="accent1">
                    <a:lumMod val="76000"/>
                  </a:schemeClr>
                </a:solidFill>
                <a:ea typeface="+mn-lt"/>
                <a:cs typeface="+mn-lt"/>
                <a:sym typeface="Poppins Light"/>
              </a:rPr>
              <a:t>Robustez</a:t>
            </a:r>
            <a:r>
              <a:rPr lang="en-US" sz="4100">
                <a:solidFill>
                  <a:schemeClr val="accent1">
                    <a:lumMod val="76000"/>
                  </a:schemeClr>
                </a:solidFill>
                <a:ea typeface="+mn-lt"/>
                <a:cs typeface="+mn-lt"/>
                <a:sym typeface="Poppins Light"/>
              </a:rPr>
              <a:t> y </a:t>
            </a:r>
            <a:r>
              <a:rPr lang="en-US" sz="4100" err="1">
                <a:solidFill>
                  <a:schemeClr val="accent1">
                    <a:lumMod val="76000"/>
                  </a:schemeClr>
                </a:solidFill>
                <a:ea typeface="+mn-lt"/>
                <a:cs typeface="+mn-lt"/>
                <a:sym typeface="Poppins Light"/>
              </a:rPr>
              <a:t>Viabilidad</a:t>
            </a:r>
            <a:r>
              <a:rPr lang="en-US" sz="4100">
                <a:solidFill>
                  <a:schemeClr val="accent1">
                    <a:lumMod val="76000"/>
                  </a:schemeClr>
                </a:solidFill>
                <a:ea typeface="+mn-lt"/>
                <a:cs typeface="+mn-lt"/>
                <a:sym typeface="Poppins Light"/>
              </a:rPr>
              <a:t> </a:t>
            </a:r>
            <a:r>
              <a:rPr lang="en-US" sz="4100" kern="1200">
                <a:solidFill>
                  <a:schemeClr val="accent1">
                    <a:lumMod val="76000"/>
                  </a:schemeClr>
                </a:solidFill>
                <a:ea typeface="+mn-lt"/>
                <a:cs typeface="+mn-lt"/>
                <a:sym typeface="Poppins Light"/>
              </a:rPr>
              <a:t>de </a:t>
            </a:r>
            <a:r>
              <a:rPr lang="en-US" sz="4100" err="1">
                <a:solidFill>
                  <a:schemeClr val="accent1">
                    <a:lumMod val="76000"/>
                  </a:schemeClr>
                </a:solidFill>
                <a:ea typeface="+mn-lt"/>
                <a:cs typeface="+mn-lt"/>
                <a:sym typeface="Poppins Light"/>
              </a:rPr>
              <a:t>Integración</a:t>
            </a:r>
            <a:endParaRPr lang="en-US" err="1">
              <a:solidFill>
                <a:schemeClr val="accent1">
                  <a:lumMod val="76000"/>
                </a:schemeClr>
              </a:solidFill>
            </a:endParaRPr>
          </a:p>
        </p:txBody>
      </p:sp>
      <p:graphicFrame>
        <p:nvGraphicFramePr>
          <p:cNvPr id="5" name="Table 4">
            <a:extLst>
              <a:ext uri="{FF2B5EF4-FFF2-40B4-BE49-F238E27FC236}">
                <a16:creationId xmlns:a16="http://schemas.microsoft.com/office/drawing/2014/main" id="{BA28FDD5-E378-374E-B1F1-7AF443D3FBD0}"/>
              </a:ext>
            </a:extLst>
          </p:cNvPr>
          <p:cNvGraphicFramePr>
            <a:graphicFrameLocks noGrp="1"/>
          </p:cNvGraphicFramePr>
          <p:nvPr/>
        </p:nvGraphicFramePr>
        <p:xfrm>
          <a:off x="695902" y="2302793"/>
          <a:ext cx="10797150" cy="3586359"/>
        </p:xfrm>
        <a:graphic>
          <a:graphicData uri="http://schemas.openxmlformats.org/drawingml/2006/table">
            <a:tbl>
              <a:tblPr bandRow="1">
                <a:noFill/>
                <a:tableStyleId>{5C22544A-7EE6-4342-B048-85BDC9FD1C3A}</a:tableStyleId>
              </a:tblPr>
              <a:tblGrid>
                <a:gridCol w="3745202">
                  <a:extLst>
                    <a:ext uri="{9D8B030D-6E8A-4147-A177-3AD203B41FA5}">
                      <a16:colId xmlns:a16="http://schemas.microsoft.com/office/drawing/2014/main" val="2949305761"/>
                    </a:ext>
                  </a:extLst>
                </a:gridCol>
                <a:gridCol w="972664">
                  <a:extLst>
                    <a:ext uri="{9D8B030D-6E8A-4147-A177-3AD203B41FA5}">
                      <a16:colId xmlns:a16="http://schemas.microsoft.com/office/drawing/2014/main" val="19368600"/>
                    </a:ext>
                  </a:extLst>
                </a:gridCol>
                <a:gridCol w="1272993">
                  <a:extLst>
                    <a:ext uri="{9D8B030D-6E8A-4147-A177-3AD203B41FA5}">
                      <a16:colId xmlns:a16="http://schemas.microsoft.com/office/drawing/2014/main" val="195229166"/>
                    </a:ext>
                  </a:extLst>
                </a:gridCol>
                <a:gridCol w="1754877">
                  <a:extLst>
                    <a:ext uri="{9D8B030D-6E8A-4147-A177-3AD203B41FA5}">
                      <a16:colId xmlns:a16="http://schemas.microsoft.com/office/drawing/2014/main" val="759849100"/>
                    </a:ext>
                  </a:extLst>
                </a:gridCol>
                <a:gridCol w="1272993">
                  <a:extLst>
                    <a:ext uri="{9D8B030D-6E8A-4147-A177-3AD203B41FA5}">
                      <a16:colId xmlns:a16="http://schemas.microsoft.com/office/drawing/2014/main" val="1633844984"/>
                    </a:ext>
                  </a:extLst>
                </a:gridCol>
                <a:gridCol w="1778421">
                  <a:extLst>
                    <a:ext uri="{9D8B030D-6E8A-4147-A177-3AD203B41FA5}">
                      <a16:colId xmlns:a16="http://schemas.microsoft.com/office/drawing/2014/main" val="526797028"/>
                    </a:ext>
                  </a:extLst>
                </a:gridCol>
              </a:tblGrid>
              <a:tr h="512337">
                <a:tc>
                  <a:txBody>
                    <a:bodyPr/>
                    <a:lstStyle/>
                    <a:p>
                      <a:pPr>
                        <a:buNone/>
                      </a:pPr>
                      <a:r>
                        <a:rPr lang="en-US" sz="2000" cap="none" spc="0">
                          <a:solidFill>
                            <a:schemeClr val="tx1"/>
                          </a:solidFill>
                        </a:rPr>
                        <a:t>Criterio</a:t>
                      </a:r>
                    </a:p>
                  </a:txBody>
                  <a:tcPr marL="0" marR="150687" marT="75343" marB="75343" anchor="ctr">
                    <a:lnL w="12700" cmpd="sng">
                      <a:noFill/>
                      <a:prstDash val="solid"/>
                    </a:lnL>
                    <a:lnR w="12700" cmpd="sng">
                      <a:noFill/>
                      <a:prstDash val="solid"/>
                    </a:lnR>
                    <a:lnT w="9525" cap="flat" cmpd="sng" algn="ctr">
                      <a:solidFill>
                        <a:schemeClr val="accent1"/>
                      </a:solidFill>
                      <a:prstDash val="solid"/>
                    </a:lnT>
                    <a:lnB w="9525" cap="flat" cmpd="sng" algn="ctr">
                      <a:solidFill>
                        <a:schemeClr val="accent1"/>
                      </a:solidFill>
                      <a:prstDash val="solid"/>
                    </a:lnB>
                    <a:noFill/>
                  </a:tcPr>
                </a:tc>
                <a:tc>
                  <a:txBody>
                    <a:bodyPr/>
                    <a:lstStyle/>
                    <a:p>
                      <a:pPr algn="r">
                        <a:buNone/>
                      </a:pPr>
                      <a:r>
                        <a:rPr lang="en-US" sz="2000" cap="none" spc="0">
                          <a:solidFill>
                            <a:schemeClr val="tx1"/>
                          </a:solidFill>
                        </a:rPr>
                        <a:t>Peso</a:t>
                      </a:r>
                    </a:p>
                  </a:txBody>
                  <a:tcPr marL="0" marR="150687" marT="75343" marB="75343" anchor="ctr">
                    <a:lnL w="12700" cmpd="sng">
                      <a:noFill/>
                      <a:prstDash val="solid"/>
                    </a:lnL>
                    <a:lnR w="12700" cmpd="sng">
                      <a:noFill/>
                      <a:prstDash val="solid"/>
                    </a:lnR>
                    <a:lnT w="9525" cap="flat" cmpd="sng" algn="ctr">
                      <a:solidFill>
                        <a:schemeClr val="accent1"/>
                      </a:solidFill>
                      <a:prstDash val="solid"/>
                    </a:lnT>
                    <a:lnB w="9525" cap="flat" cmpd="sng" algn="ctr">
                      <a:solidFill>
                        <a:schemeClr val="accent1"/>
                      </a:solidFill>
                      <a:prstDash val="solid"/>
                    </a:lnB>
                    <a:noFill/>
                  </a:tcPr>
                </a:tc>
                <a:tc>
                  <a:txBody>
                    <a:bodyPr/>
                    <a:lstStyle/>
                    <a:p>
                      <a:pPr algn="r">
                        <a:buNone/>
                      </a:pPr>
                      <a:r>
                        <a:rPr lang="en-US" sz="2000" cap="none" spc="0">
                          <a:solidFill>
                            <a:schemeClr val="tx1"/>
                          </a:solidFill>
                        </a:rPr>
                        <a:t>Whisper</a:t>
                      </a:r>
                    </a:p>
                  </a:txBody>
                  <a:tcPr marL="0" marR="150687" marT="75343" marB="75343" anchor="ctr">
                    <a:lnL w="12700" cmpd="sng">
                      <a:noFill/>
                      <a:prstDash val="solid"/>
                    </a:lnL>
                    <a:lnR w="12700" cmpd="sng">
                      <a:noFill/>
                      <a:prstDash val="solid"/>
                    </a:lnR>
                    <a:lnT w="9525" cap="flat" cmpd="sng" algn="ctr">
                      <a:solidFill>
                        <a:schemeClr val="accent1"/>
                      </a:solidFill>
                      <a:prstDash val="solid"/>
                    </a:lnT>
                    <a:lnB w="9525" cap="flat" cmpd="sng" algn="ctr">
                      <a:solidFill>
                        <a:schemeClr val="accent1"/>
                      </a:solidFill>
                      <a:prstDash val="solid"/>
                    </a:lnB>
                    <a:noFill/>
                  </a:tcPr>
                </a:tc>
                <a:tc>
                  <a:txBody>
                    <a:bodyPr/>
                    <a:lstStyle/>
                    <a:p>
                      <a:pPr algn="r">
                        <a:buNone/>
                      </a:pPr>
                      <a:r>
                        <a:rPr lang="en-US" sz="2000" cap="none" spc="0">
                          <a:solidFill>
                            <a:schemeClr val="tx1"/>
                          </a:solidFill>
                        </a:rPr>
                        <a:t>Wav2Vec2.0</a:t>
                      </a:r>
                    </a:p>
                  </a:txBody>
                  <a:tcPr marL="0" marR="150687" marT="75343" marB="75343" anchor="ctr">
                    <a:lnL w="12700" cmpd="sng">
                      <a:noFill/>
                      <a:prstDash val="solid"/>
                    </a:lnL>
                    <a:lnR w="12700" cmpd="sng">
                      <a:noFill/>
                      <a:prstDash val="solid"/>
                    </a:lnR>
                    <a:lnT w="9525" cap="flat" cmpd="sng" algn="ctr">
                      <a:solidFill>
                        <a:schemeClr val="accent1"/>
                      </a:solidFill>
                      <a:prstDash val="solid"/>
                    </a:lnT>
                    <a:lnB w="9525" cap="flat" cmpd="sng" algn="ctr">
                      <a:solidFill>
                        <a:schemeClr val="accent1"/>
                      </a:solidFill>
                      <a:prstDash val="solid"/>
                    </a:lnB>
                    <a:noFill/>
                  </a:tcPr>
                </a:tc>
                <a:tc>
                  <a:txBody>
                    <a:bodyPr/>
                    <a:lstStyle/>
                    <a:p>
                      <a:pPr algn="r">
                        <a:buNone/>
                      </a:pPr>
                      <a:r>
                        <a:rPr lang="en-US" sz="2000" cap="none" spc="0">
                          <a:solidFill>
                            <a:schemeClr val="tx1"/>
                          </a:solidFill>
                        </a:rPr>
                        <a:t>Kaldi</a:t>
                      </a:r>
                    </a:p>
                  </a:txBody>
                  <a:tcPr marL="0" marR="150687" marT="75343" marB="75343" anchor="ctr">
                    <a:lnL w="12700" cmpd="sng">
                      <a:noFill/>
                      <a:prstDash val="solid"/>
                    </a:lnL>
                    <a:lnR w="12700" cmpd="sng">
                      <a:noFill/>
                      <a:prstDash val="solid"/>
                    </a:lnR>
                    <a:lnT w="9525" cap="flat" cmpd="sng" algn="ctr">
                      <a:solidFill>
                        <a:schemeClr val="accent1"/>
                      </a:solidFill>
                      <a:prstDash val="solid"/>
                    </a:lnT>
                    <a:lnB w="9525" cap="flat" cmpd="sng" algn="ctr">
                      <a:solidFill>
                        <a:schemeClr val="accent1"/>
                      </a:solidFill>
                      <a:prstDash val="solid"/>
                    </a:lnB>
                    <a:noFill/>
                  </a:tcPr>
                </a:tc>
                <a:tc>
                  <a:txBody>
                    <a:bodyPr/>
                    <a:lstStyle/>
                    <a:p>
                      <a:pPr algn="r">
                        <a:buNone/>
                      </a:pPr>
                      <a:r>
                        <a:rPr lang="en-US" sz="2000" cap="none" spc="0">
                          <a:solidFill>
                            <a:schemeClr val="tx1"/>
                          </a:solidFill>
                        </a:rPr>
                        <a:t>DeepSpeech</a:t>
                      </a:r>
                    </a:p>
                  </a:txBody>
                  <a:tcPr marL="0" marR="150687" marT="75343" marB="75343" anchor="ctr">
                    <a:lnL w="12700" cmpd="sng">
                      <a:noFill/>
                      <a:prstDash val="solid"/>
                    </a:lnL>
                    <a:lnR w="12700" cmpd="sng">
                      <a:noFill/>
                      <a:prstDash val="solid"/>
                    </a:lnR>
                    <a:lnT w="9525" cap="flat" cmpd="sng" algn="ctr">
                      <a:solidFill>
                        <a:schemeClr val="accent1"/>
                      </a:solidFill>
                      <a:prstDash val="solid"/>
                    </a:lnT>
                    <a:lnB w="9525" cap="flat" cmpd="sng" algn="ctr">
                      <a:solidFill>
                        <a:schemeClr val="accent1"/>
                      </a:solidFill>
                      <a:prstDash val="solid"/>
                    </a:lnB>
                    <a:noFill/>
                  </a:tcPr>
                </a:tc>
                <a:extLst>
                  <a:ext uri="{0D108BD9-81ED-4DB2-BD59-A6C34878D82A}">
                    <a16:rowId xmlns:a16="http://schemas.microsoft.com/office/drawing/2014/main" val="1851646371"/>
                  </a:ext>
                </a:extLst>
              </a:tr>
              <a:tr h="512337">
                <a:tc>
                  <a:txBody>
                    <a:bodyPr/>
                    <a:lstStyle/>
                    <a:p>
                      <a:pPr>
                        <a:buNone/>
                      </a:pPr>
                      <a:r>
                        <a:rPr lang="en-US" sz="2000" cap="none" spc="0">
                          <a:solidFill>
                            <a:schemeClr val="tx1"/>
                          </a:solidFill>
                        </a:rPr>
                        <a:t>Precisión (WER)</a:t>
                      </a:r>
                    </a:p>
                  </a:txBody>
                  <a:tcPr marL="75343" marR="150687" marT="75343" marB="75343"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r">
                        <a:buNone/>
                      </a:pPr>
                      <a:r>
                        <a:rPr lang="en-US" sz="2000" cap="none" spc="0">
                          <a:solidFill>
                            <a:schemeClr val="tx1"/>
                          </a:solidFill>
                        </a:rPr>
                        <a:t>30%</a:t>
                      </a:r>
                    </a:p>
                  </a:txBody>
                  <a:tcPr marL="75343" marR="150687" marT="75343" marB="75343"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r">
                        <a:buNone/>
                      </a:pPr>
                      <a:r>
                        <a:rPr lang="en-US" sz="2000" cap="none" spc="0">
                          <a:solidFill>
                            <a:schemeClr val="tx1"/>
                          </a:solidFill>
                        </a:rPr>
                        <a:t>4 (1.20)</a:t>
                      </a:r>
                    </a:p>
                  </a:txBody>
                  <a:tcPr marL="75343" marR="150687" marT="75343" marB="75343"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r">
                        <a:buNone/>
                      </a:pPr>
                      <a:r>
                        <a:rPr lang="en-US" sz="2000" cap="none" spc="0">
                          <a:solidFill>
                            <a:schemeClr val="tx1"/>
                          </a:solidFill>
                        </a:rPr>
                        <a:t>5 (1.50)</a:t>
                      </a:r>
                    </a:p>
                  </a:txBody>
                  <a:tcPr marL="75343" marR="150687" marT="75343" marB="75343"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r">
                        <a:buNone/>
                      </a:pPr>
                      <a:r>
                        <a:rPr lang="en-US" sz="2000" cap="none" spc="0">
                          <a:solidFill>
                            <a:schemeClr val="tx1"/>
                          </a:solidFill>
                        </a:rPr>
                        <a:t>3 (0.90)</a:t>
                      </a:r>
                    </a:p>
                  </a:txBody>
                  <a:tcPr marL="75343" marR="150687" marT="75343" marB="75343"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r">
                        <a:buNone/>
                      </a:pPr>
                      <a:r>
                        <a:rPr lang="en-US" sz="2000" cap="none" spc="0">
                          <a:solidFill>
                            <a:schemeClr val="tx1"/>
                          </a:solidFill>
                        </a:rPr>
                        <a:t>2 (0.60)</a:t>
                      </a:r>
                    </a:p>
                  </a:txBody>
                  <a:tcPr marL="75343" marR="150687" marT="75343" marB="75343"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3774961513"/>
                  </a:ext>
                </a:extLst>
              </a:tr>
              <a:tr h="512337">
                <a:tc>
                  <a:txBody>
                    <a:bodyPr/>
                    <a:lstStyle/>
                    <a:p>
                      <a:pPr>
                        <a:buNone/>
                      </a:pPr>
                      <a:r>
                        <a:rPr lang="en-US" sz="2000" cap="none" spc="0">
                          <a:solidFill>
                            <a:schemeClr val="tx1"/>
                          </a:solidFill>
                        </a:rPr>
                        <a:t>Robustez ante ruido</a:t>
                      </a:r>
                    </a:p>
                  </a:txBody>
                  <a:tcPr marL="0" marR="150687" marT="75343" marB="75343"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r">
                        <a:buNone/>
                      </a:pPr>
                      <a:r>
                        <a:rPr lang="en-US" sz="2000" cap="none" spc="0">
                          <a:solidFill>
                            <a:schemeClr val="tx1"/>
                          </a:solidFill>
                        </a:rPr>
                        <a:t>20%</a:t>
                      </a:r>
                    </a:p>
                  </a:txBody>
                  <a:tcPr marL="0" marR="150687" marT="75343" marB="75343"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r">
                        <a:buNone/>
                      </a:pPr>
                      <a:r>
                        <a:rPr lang="en-US" sz="2000" cap="none" spc="0">
                          <a:solidFill>
                            <a:schemeClr val="tx1"/>
                          </a:solidFill>
                        </a:rPr>
                        <a:t>5 (1.00)</a:t>
                      </a:r>
                    </a:p>
                  </a:txBody>
                  <a:tcPr marL="0" marR="150687" marT="75343" marB="75343"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r">
                        <a:buNone/>
                      </a:pPr>
                      <a:r>
                        <a:rPr lang="en-US" sz="2000" cap="none" spc="0">
                          <a:solidFill>
                            <a:schemeClr val="tx1"/>
                          </a:solidFill>
                        </a:rPr>
                        <a:t>3 (0.60)</a:t>
                      </a:r>
                    </a:p>
                  </a:txBody>
                  <a:tcPr marL="0" marR="150687" marT="75343" marB="75343"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r">
                        <a:buNone/>
                      </a:pPr>
                      <a:r>
                        <a:rPr lang="en-US" sz="2000" cap="none" spc="0">
                          <a:solidFill>
                            <a:schemeClr val="tx1"/>
                          </a:solidFill>
                        </a:rPr>
                        <a:t>3 (0.60)</a:t>
                      </a:r>
                    </a:p>
                  </a:txBody>
                  <a:tcPr marL="0" marR="150687" marT="75343" marB="75343"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r">
                        <a:buNone/>
                      </a:pPr>
                      <a:r>
                        <a:rPr lang="en-US" sz="2000" cap="none" spc="0">
                          <a:solidFill>
                            <a:schemeClr val="tx1"/>
                          </a:solidFill>
                        </a:rPr>
                        <a:t>2 (0.40)</a:t>
                      </a:r>
                    </a:p>
                  </a:txBody>
                  <a:tcPr marL="0" marR="150687" marT="75343" marB="75343"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431594157"/>
                  </a:ext>
                </a:extLst>
              </a:tr>
              <a:tr h="512337">
                <a:tc>
                  <a:txBody>
                    <a:bodyPr/>
                    <a:lstStyle/>
                    <a:p>
                      <a:pPr>
                        <a:buNone/>
                      </a:pPr>
                      <a:r>
                        <a:rPr lang="en-US" sz="2000" cap="none" spc="0">
                          <a:solidFill>
                            <a:schemeClr val="tx1"/>
                          </a:solidFill>
                        </a:rPr>
                        <a:t>Adaptación dominio educativo</a:t>
                      </a:r>
                    </a:p>
                  </a:txBody>
                  <a:tcPr marL="75343" marR="150687" marT="75343" marB="75343"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r">
                        <a:buNone/>
                      </a:pPr>
                      <a:r>
                        <a:rPr lang="en-US" sz="2000" cap="none" spc="0">
                          <a:solidFill>
                            <a:schemeClr val="tx1"/>
                          </a:solidFill>
                        </a:rPr>
                        <a:t>20%</a:t>
                      </a:r>
                    </a:p>
                  </a:txBody>
                  <a:tcPr marL="75343" marR="150687" marT="75343" marB="75343"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r">
                        <a:buNone/>
                      </a:pPr>
                      <a:r>
                        <a:rPr lang="en-US" sz="2000" cap="none" spc="0">
                          <a:solidFill>
                            <a:schemeClr val="tx1"/>
                          </a:solidFill>
                        </a:rPr>
                        <a:t>4 (0.80)</a:t>
                      </a:r>
                    </a:p>
                  </a:txBody>
                  <a:tcPr marL="75343" marR="150687" marT="75343" marB="75343"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r">
                        <a:buNone/>
                      </a:pPr>
                      <a:r>
                        <a:rPr lang="en-US" sz="2000" cap="none" spc="0">
                          <a:solidFill>
                            <a:schemeClr val="tx1"/>
                          </a:solidFill>
                        </a:rPr>
                        <a:t>5 (1.00)</a:t>
                      </a:r>
                    </a:p>
                  </a:txBody>
                  <a:tcPr marL="75343" marR="150687" marT="75343" marB="75343"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r">
                        <a:buNone/>
                      </a:pPr>
                      <a:r>
                        <a:rPr lang="en-US" sz="2000" cap="none" spc="0">
                          <a:solidFill>
                            <a:schemeClr val="tx1"/>
                          </a:solidFill>
                        </a:rPr>
                        <a:t>4 (0.80)</a:t>
                      </a:r>
                    </a:p>
                  </a:txBody>
                  <a:tcPr marL="75343" marR="150687" marT="75343" marB="75343"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r">
                        <a:buNone/>
                      </a:pPr>
                      <a:r>
                        <a:rPr lang="en-US" sz="2000" cap="none" spc="0">
                          <a:solidFill>
                            <a:schemeClr val="tx1"/>
                          </a:solidFill>
                        </a:rPr>
                        <a:t>2 (0.40)</a:t>
                      </a:r>
                    </a:p>
                  </a:txBody>
                  <a:tcPr marL="75343" marR="150687" marT="75343" marB="75343"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4157785772"/>
                  </a:ext>
                </a:extLst>
              </a:tr>
              <a:tr h="512337">
                <a:tc>
                  <a:txBody>
                    <a:bodyPr/>
                    <a:lstStyle/>
                    <a:p>
                      <a:pPr>
                        <a:buNone/>
                      </a:pPr>
                      <a:r>
                        <a:rPr lang="en-US" sz="2000" cap="none" spc="0">
                          <a:solidFill>
                            <a:schemeClr val="tx1"/>
                          </a:solidFill>
                        </a:rPr>
                        <a:t>Requerimiento computacional</a:t>
                      </a:r>
                    </a:p>
                  </a:txBody>
                  <a:tcPr marL="0" marR="150687" marT="75343" marB="75343"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r">
                        <a:buNone/>
                      </a:pPr>
                      <a:r>
                        <a:rPr lang="en-US" sz="2000" cap="none" spc="0">
                          <a:solidFill>
                            <a:schemeClr val="tx1"/>
                          </a:solidFill>
                        </a:rPr>
                        <a:t>15%</a:t>
                      </a:r>
                    </a:p>
                  </a:txBody>
                  <a:tcPr marL="0" marR="150687" marT="75343" marB="75343"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r">
                        <a:buNone/>
                      </a:pPr>
                      <a:r>
                        <a:rPr lang="en-US" sz="2000" cap="none" spc="0">
                          <a:solidFill>
                            <a:schemeClr val="tx1"/>
                          </a:solidFill>
                        </a:rPr>
                        <a:t>4 (0.60)</a:t>
                      </a:r>
                    </a:p>
                  </a:txBody>
                  <a:tcPr marL="0" marR="150687" marT="75343" marB="75343"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r">
                        <a:buNone/>
                      </a:pPr>
                      <a:r>
                        <a:rPr lang="en-US" sz="2000" cap="none" spc="0">
                          <a:solidFill>
                            <a:schemeClr val="tx1"/>
                          </a:solidFill>
                        </a:rPr>
                        <a:t>3 (0.45)</a:t>
                      </a:r>
                    </a:p>
                  </a:txBody>
                  <a:tcPr marL="0" marR="150687" marT="75343" marB="75343"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r">
                        <a:buNone/>
                      </a:pPr>
                      <a:r>
                        <a:rPr lang="en-US" sz="2000" cap="none" spc="0">
                          <a:solidFill>
                            <a:schemeClr val="tx1"/>
                          </a:solidFill>
                        </a:rPr>
                        <a:t>3 (0.45)</a:t>
                      </a:r>
                    </a:p>
                  </a:txBody>
                  <a:tcPr marL="0" marR="150687" marT="75343" marB="75343"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r">
                        <a:buNone/>
                      </a:pPr>
                      <a:r>
                        <a:rPr lang="en-US" sz="2000" cap="none" spc="0">
                          <a:solidFill>
                            <a:schemeClr val="tx1"/>
                          </a:solidFill>
                        </a:rPr>
                        <a:t>5 (0.75)</a:t>
                      </a:r>
                    </a:p>
                  </a:txBody>
                  <a:tcPr marL="0" marR="150687" marT="75343" marB="75343"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1979186045"/>
                  </a:ext>
                </a:extLst>
              </a:tr>
              <a:tr h="512337">
                <a:tc>
                  <a:txBody>
                    <a:bodyPr/>
                    <a:lstStyle/>
                    <a:p>
                      <a:pPr>
                        <a:buNone/>
                      </a:pPr>
                      <a:r>
                        <a:rPr lang="en-US" sz="2000" cap="none" spc="0">
                          <a:solidFill>
                            <a:schemeClr val="tx1"/>
                          </a:solidFill>
                        </a:rPr>
                        <a:t>Integración NLP/LMS</a:t>
                      </a:r>
                    </a:p>
                  </a:txBody>
                  <a:tcPr marL="75343" marR="150687" marT="75343" marB="75343"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r">
                        <a:buNone/>
                      </a:pPr>
                      <a:r>
                        <a:rPr lang="en-US" sz="2000" cap="none" spc="0">
                          <a:solidFill>
                            <a:schemeClr val="tx1"/>
                          </a:solidFill>
                        </a:rPr>
                        <a:t>15%</a:t>
                      </a:r>
                    </a:p>
                  </a:txBody>
                  <a:tcPr marL="75343" marR="150687" marT="75343" marB="75343"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r">
                        <a:buNone/>
                      </a:pPr>
                      <a:r>
                        <a:rPr lang="en-US" sz="2000" cap="none" spc="0">
                          <a:solidFill>
                            <a:schemeClr val="tx1"/>
                          </a:solidFill>
                        </a:rPr>
                        <a:t>5 (0.75)</a:t>
                      </a:r>
                    </a:p>
                  </a:txBody>
                  <a:tcPr marL="75343" marR="150687" marT="75343" marB="75343"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r">
                        <a:buNone/>
                      </a:pPr>
                      <a:r>
                        <a:rPr lang="en-US" sz="2000" cap="none" spc="0">
                          <a:solidFill>
                            <a:schemeClr val="tx1"/>
                          </a:solidFill>
                        </a:rPr>
                        <a:t>3 (0.45)</a:t>
                      </a:r>
                    </a:p>
                  </a:txBody>
                  <a:tcPr marL="75343" marR="150687" marT="75343" marB="75343"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r">
                        <a:buNone/>
                      </a:pPr>
                      <a:r>
                        <a:rPr lang="en-US" sz="2000" cap="none" spc="0">
                          <a:solidFill>
                            <a:schemeClr val="tx1"/>
                          </a:solidFill>
                        </a:rPr>
                        <a:t>3 (0.45)</a:t>
                      </a:r>
                    </a:p>
                  </a:txBody>
                  <a:tcPr marL="75343" marR="150687" marT="75343" marB="75343"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r">
                        <a:buNone/>
                      </a:pPr>
                      <a:r>
                        <a:rPr lang="en-US" sz="2000" cap="none" spc="0">
                          <a:solidFill>
                            <a:schemeClr val="tx1"/>
                          </a:solidFill>
                        </a:rPr>
                        <a:t>4 (0.60)</a:t>
                      </a:r>
                    </a:p>
                  </a:txBody>
                  <a:tcPr marL="75343" marR="150687" marT="75343" marB="75343"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3251903452"/>
                  </a:ext>
                </a:extLst>
              </a:tr>
              <a:tr h="512337">
                <a:tc>
                  <a:txBody>
                    <a:bodyPr/>
                    <a:lstStyle/>
                    <a:p>
                      <a:pPr>
                        <a:buNone/>
                      </a:pPr>
                      <a:r>
                        <a:rPr lang="en-US" sz="2000" b="1" cap="none" spc="0">
                          <a:solidFill>
                            <a:schemeClr val="tx1"/>
                          </a:solidFill>
                        </a:rPr>
                        <a:t>TOTAL</a:t>
                      </a:r>
                      <a:endParaRPr lang="en-US" sz="2000" cap="none" spc="0">
                        <a:solidFill>
                          <a:schemeClr val="tx1"/>
                        </a:solidFill>
                      </a:endParaRPr>
                    </a:p>
                  </a:txBody>
                  <a:tcPr marL="0" marR="150687" marT="75343" marB="75343" anchor="ctr">
                    <a:lnL w="12700" cmpd="sng">
                      <a:noFill/>
                      <a:prstDash val="solid"/>
                    </a:lnL>
                    <a:lnR w="12700" cmpd="sng">
                      <a:noFill/>
                      <a:prstDash val="solid"/>
                    </a:lnR>
                    <a:lnT w="12700" cmpd="sng">
                      <a:noFill/>
                      <a:prstDash val="solid"/>
                    </a:lnT>
                    <a:lnB w="12700" cmpd="sng">
                      <a:noFill/>
                      <a:prstDash val="solid"/>
                    </a:lnB>
                    <a:noFill/>
                  </a:tcPr>
                </a:tc>
                <a:tc>
                  <a:txBody>
                    <a:bodyPr/>
                    <a:lstStyle/>
                    <a:p>
                      <a:pPr algn="r">
                        <a:buNone/>
                      </a:pPr>
                      <a:r>
                        <a:rPr lang="en-US" sz="2000" b="1" cap="none" spc="0">
                          <a:solidFill>
                            <a:schemeClr val="tx1"/>
                          </a:solidFill>
                        </a:rPr>
                        <a:t>100%</a:t>
                      </a:r>
                      <a:endParaRPr lang="en-US" sz="2000" cap="none" spc="0">
                        <a:solidFill>
                          <a:schemeClr val="tx1"/>
                        </a:solidFill>
                      </a:endParaRPr>
                    </a:p>
                  </a:txBody>
                  <a:tcPr marL="0" marR="150687" marT="75343" marB="75343" anchor="ctr">
                    <a:lnL w="12700" cmpd="sng">
                      <a:noFill/>
                      <a:prstDash val="solid"/>
                    </a:lnL>
                    <a:lnR w="12700" cmpd="sng">
                      <a:noFill/>
                      <a:prstDash val="solid"/>
                    </a:lnR>
                    <a:lnT w="12700" cmpd="sng">
                      <a:noFill/>
                      <a:prstDash val="solid"/>
                    </a:lnT>
                    <a:lnB w="12700" cmpd="sng">
                      <a:noFill/>
                      <a:prstDash val="solid"/>
                    </a:lnB>
                    <a:noFill/>
                  </a:tcPr>
                </a:tc>
                <a:tc>
                  <a:txBody>
                    <a:bodyPr/>
                    <a:lstStyle/>
                    <a:p>
                      <a:pPr algn="r">
                        <a:buNone/>
                      </a:pPr>
                      <a:r>
                        <a:rPr lang="en-US" sz="2000" b="1" cap="none" spc="0">
                          <a:solidFill>
                            <a:schemeClr val="tx1"/>
                          </a:solidFill>
                        </a:rPr>
                        <a:t>4.35</a:t>
                      </a:r>
                      <a:endParaRPr lang="en-US" sz="2000" cap="none" spc="0">
                        <a:solidFill>
                          <a:schemeClr val="tx1"/>
                        </a:solidFill>
                      </a:endParaRPr>
                    </a:p>
                  </a:txBody>
                  <a:tcPr marL="0" marR="150687" marT="75343" marB="75343" anchor="ctr">
                    <a:lnL w="12700" cmpd="sng">
                      <a:noFill/>
                      <a:prstDash val="solid"/>
                    </a:lnL>
                    <a:lnR w="12700" cmpd="sng">
                      <a:noFill/>
                      <a:prstDash val="solid"/>
                    </a:lnR>
                    <a:lnT w="12700" cmpd="sng">
                      <a:noFill/>
                      <a:prstDash val="solid"/>
                    </a:lnT>
                    <a:lnB w="12700" cmpd="sng">
                      <a:noFill/>
                      <a:prstDash val="solid"/>
                    </a:lnB>
                    <a:noFill/>
                  </a:tcPr>
                </a:tc>
                <a:tc>
                  <a:txBody>
                    <a:bodyPr/>
                    <a:lstStyle/>
                    <a:p>
                      <a:pPr algn="r">
                        <a:buNone/>
                      </a:pPr>
                      <a:r>
                        <a:rPr lang="en-US" sz="2000" b="1" cap="none" spc="0">
                          <a:solidFill>
                            <a:schemeClr val="tx1"/>
                          </a:solidFill>
                        </a:rPr>
                        <a:t>4.00</a:t>
                      </a:r>
                      <a:endParaRPr lang="en-US" sz="2000" cap="none" spc="0">
                        <a:solidFill>
                          <a:schemeClr val="tx1"/>
                        </a:solidFill>
                      </a:endParaRPr>
                    </a:p>
                  </a:txBody>
                  <a:tcPr marL="0" marR="150687" marT="75343" marB="75343" anchor="ctr">
                    <a:lnL w="12700" cmpd="sng">
                      <a:noFill/>
                      <a:prstDash val="solid"/>
                    </a:lnL>
                    <a:lnR w="12700" cmpd="sng">
                      <a:noFill/>
                      <a:prstDash val="solid"/>
                    </a:lnR>
                    <a:lnT w="12700" cmpd="sng">
                      <a:noFill/>
                      <a:prstDash val="solid"/>
                    </a:lnT>
                    <a:lnB w="12700" cmpd="sng">
                      <a:noFill/>
                      <a:prstDash val="solid"/>
                    </a:lnB>
                    <a:noFill/>
                  </a:tcPr>
                </a:tc>
                <a:tc>
                  <a:txBody>
                    <a:bodyPr/>
                    <a:lstStyle/>
                    <a:p>
                      <a:pPr algn="r">
                        <a:buNone/>
                      </a:pPr>
                      <a:r>
                        <a:rPr lang="en-US" sz="2000" b="1" cap="none" spc="0">
                          <a:solidFill>
                            <a:schemeClr val="tx1"/>
                          </a:solidFill>
                        </a:rPr>
                        <a:t>3.20</a:t>
                      </a:r>
                      <a:endParaRPr lang="en-US" sz="2000" cap="none" spc="0">
                        <a:solidFill>
                          <a:schemeClr val="tx1"/>
                        </a:solidFill>
                      </a:endParaRPr>
                    </a:p>
                  </a:txBody>
                  <a:tcPr marL="0" marR="150687" marT="75343" marB="75343" anchor="ctr">
                    <a:lnL w="12700" cmpd="sng">
                      <a:noFill/>
                      <a:prstDash val="solid"/>
                    </a:lnL>
                    <a:lnR w="12700" cmpd="sng">
                      <a:noFill/>
                      <a:prstDash val="solid"/>
                    </a:lnR>
                    <a:lnT w="12700" cmpd="sng">
                      <a:noFill/>
                      <a:prstDash val="solid"/>
                    </a:lnT>
                    <a:lnB w="12700" cmpd="sng">
                      <a:noFill/>
                      <a:prstDash val="solid"/>
                    </a:lnB>
                    <a:noFill/>
                  </a:tcPr>
                </a:tc>
                <a:tc>
                  <a:txBody>
                    <a:bodyPr/>
                    <a:lstStyle/>
                    <a:p>
                      <a:pPr algn="r">
                        <a:buNone/>
                      </a:pPr>
                      <a:r>
                        <a:rPr lang="en-US" sz="2000" b="1" cap="none" spc="0">
                          <a:solidFill>
                            <a:schemeClr val="tx1"/>
                          </a:solidFill>
                        </a:rPr>
                        <a:t>2.75</a:t>
                      </a:r>
                      <a:endParaRPr lang="en-US" sz="2000" cap="none" spc="0">
                        <a:solidFill>
                          <a:schemeClr val="tx1"/>
                        </a:solidFill>
                      </a:endParaRPr>
                    </a:p>
                  </a:txBody>
                  <a:tcPr marL="0" marR="150687" marT="75343" marB="75343"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043717704"/>
                  </a:ext>
                </a:extLst>
              </a:tr>
            </a:tbl>
          </a:graphicData>
        </a:graphic>
      </p:graphicFrame>
      <p:sp>
        <p:nvSpPr>
          <p:cNvPr id="6" name="TextBox 5">
            <a:extLst>
              <a:ext uri="{FF2B5EF4-FFF2-40B4-BE49-F238E27FC236}">
                <a16:creationId xmlns:a16="http://schemas.microsoft.com/office/drawing/2014/main" id="{5690EEAB-FC10-068A-AA2C-928CA7226F20}"/>
              </a:ext>
            </a:extLst>
          </p:cNvPr>
          <p:cNvSpPr txBox="1"/>
          <p:nvPr/>
        </p:nvSpPr>
        <p:spPr>
          <a:xfrm>
            <a:off x="700551" y="6132140"/>
            <a:ext cx="6096000" cy="815608"/>
          </a:xfrm>
          <a:prstGeom prst="rect">
            <a:avLst/>
          </a:prstGeom>
          <a:noFill/>
        </p:spPr>
        <p:txBody>
          <a:bodyPr rot="0" spcFirstLastPara="0" vertOverflow="overflow" horzOverflow="overflow" vert="horz" wrap="square" lIns="60960" tIns="30480" rIns="60960" bIns="30480" numCol="1" spcCol="0" rtlCol="0" fromWordArt="0" anchor="t" anchorCtr="0" forceAA="0" compatLnSpc="1">
            <a:prstTxWarp prst="textNoShape">
              <a:avLst/>
            </a:prstTxWarp>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1100" b="1">
                <a:latin typeface="Segoe UI"/>
                <a:cs typeface="Segoe UI"/>
              </a:rPr>
              <a:t>Radford, A., Kim, J. W., Xu, T., Brockman, G., </a:t>
            </a:r>
            <a:r>
              <a:rPr lang="en-US" sz="1100" b="1" err="1">
                <a:latin typeface="Segoe UI"/>
                <a:cs typeface="Segoe UI"/>
              </a:rPr>
              <a:t>McLeavey</a:t>
            </a:r>
            <a:r>
              <a:rPr lang="en-US" sz="1100" b="1">
                <a:latin typeface="Segoe UI"/>
                <a:cs typeface="Segoe UI"/>
              </a:rPr>
              <a:t>, C., &amp; </a:t>
            </a:r>
            <a:r>
              <a:rPr lang="en-US" sz="1100" b="1" err="1">
                <a:latin typeface="Segoe UI"/>
                <a:cs typeface="Segoe UI"/>
              </a:rPr>
              <a:t>Sutskever</a:t>
            </a:r>
            <a:r>
              <a:rPr lang="en-US" sz="1100" b="1">
                <a:latin typeface="Segoe UI"/>
                <a:cs typeface="Segoe UI"/>
              </a:rPr>
              <a:t>, I. (2023).</a:t>
            </a:r>
            <a:br>
              <a:rPr lang="en-US" sz="1100" b="1">
                <a:latin typeface="Segoe UI"/>
                <a:cs typeface="Segoe UI"/>
              </a:rPr>
            </a:br>
            <a:r>
              <a:rPr lang="en-US" sz="1100" b="1">
                <a:latin typeface="Segoe UI"/>
                <a:cs typeface="Segoe UI"/>
              </a:rPr>
              <a:t> </a:t>
            </a:r>
            <a:r>
              <a:rPr lang="en-US" sz="1100" i="1">
                <a:latin typeface="Segoe UI"/>
                <a:cs typeface="Segoe UI"/>
              </a:rPr>
              <a:t>Robust Speech Recognition via Large-Scale Weak Supervision.</a:t>
            </a:r>
            <a:br>
              <a:rPr lang="en-US" sz="1100" i="1">
                <a:latin typeface="Segoe UI"/>
                <a:cs typeface="Segoe UI"/>
              </a:rPr>
            </a:br>
            <a:r>
              <a:rPr lang="en-US" sz="1100" i="1">
                <a:latin typeface="Segoe UI"/>
                <a:cs typeface="Segoe UI"/>
              </a:rPr>
              <a:t> Proceedings of Machine Learning Research (ICML).</a:t>
            </a:r>
            <a:endParaRPr lang="en-US"/>
          </a:p>
          <a:p>
            <a:endParaRPr lang="en-US" sz="800">
              <a:cs typeface="Arial"/>
            </a:endParaRPr>
          </a:p>
          <a:p>
            <a:pPr algn="ctr"/>
            <a:endParaRPr lang="en-US" sz="800"/>
          </a:p>
        </p:txBody>
      </p:sp>
      <p:sp>
        <p:nvSpPr>
          <p:cNvPr id="4" name="Rectangle 3">
            <a:extLst>
              <a:ext uri="{FF2B5EF4-FFF2-40B4-BE49-F238E27FC236}">
                <a16:creationId xmlns:a16="http://schemas.microsoft.com/office/drawing/2014/main" id="{5E81E2D0-3CD4-AC21-C1ED-B6749511413E}"/>
              </a:ext>
            </a:extLst>
          </p:cNvPr>
          <p:cNvSpPr/>
          <p:nvPr/>
        </p:nvSpPr>
        <p:spPr>
          <a:xfrm>
            <a:off x="5444434" y="2299693"/>
            <a:ext cx="1349071" cy="3097033"/>
          </a:xfrm>
          <a:prstGeom prst="rect">
            <a:avLst/>
          </a:prstGeom>
          <a:solidFill>
            <a:srgbClr val="FFE699">
              <a:alpha val="3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2765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436B64-8189-BAD6-BAF7-88BA3B8F86DE}"/>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A6E0EBE5-4525-63AD-9370-A722491EF048}"/>
              </a:ext>
            </a:extLst>
          </p:cNvPr>
          <p:cNvSpPr txBox="1"/>
          <p:nvPr/>
        </p:nvSpPr>
        <p:spPr>
          <a:xfrm>
            <a:off x="660301" y="481311"/>
            <a:ext cx="6038447" cy="1272827"/>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2733" b="1">
                <a:solidFill>
                  <a:schemeClr val="accent1">
                    <a:lumMod val="76000"/>
                  </a:schemeClr>
                </a:solidFill>
                <a:ea typeface="+mn-lt"/>
                <a:cs typeface="+mn-lt"/>
                <a:sym typeface="Poppins Light"/>
              </a:rPr>
              <a:t>Benchmarking de </a:t>
            </a:r>
            <a:r>
              <a:rPr lang="en-US" sz="2733" b="1" err="1">
                <a:solidFill>
                  <a:schemeClr val="accent1">
                    <a:lumMod val="76000"/>
                  </a:schemeClr>
                </a:solidFill>
                <a:ea typeface="+mn-lt"/>
                <a:cs typeface="+mn-lt"/>
                <a:sym typeface="Poppins Light"/>
              </a:rPr>
              <a:t>Modelos</a:t>
            </a:r>
            <a:r>
              <a:rPr lang="en-US" sz="2733" b="1">
                <a:solidFill>
                  <a:schemeClr val="accent1">
                    <a:lumMod val="76000"/>
                  </a:schemeClr>
                </a:solidFill>
                <a:ea typeface="+mn-lt"/>
                <a:cs typeface="+mn-lt"/>
                <a:sym typeface="Poppins Light"/>
              </a:rPr>
              <a:t> de Generación de </a:t>
            </a:r>
            <a:r>
              <a:rPr lang="en-US" sz="2733" b="1" err="1">
                <a:solidFill>
                  <a:schemeClr val="accent1">
                    <a:lumMod val="76000"/>
                  </a:schemeClr>
                </a:solidFill>
                <a:ea typeface="+mn-lt"/>
                <a:cs typeface="+mn-lt"/>
                <a:sym typeface="Poppins Light"/>
              </a:rPr>
              <a:t>Contenido</a:t>
            </a:r>
            <a:r>
              <a:rPr lang="en-US" sz="2733" b="1">
                <a:solidFill>
                  <a:schemeClr val="accent1">
                    <a:lumMod val="76000"/>
                  </a:schemeClr>
                </a:solidFill>
                <a:ea typeface="+mn-lt"/>
                <a:cs typeface="+mn-lt"/>
                <a:sym typeface="Poppins Light"/>
              </a:rPr>
              <a:t> </a:t>
            </a:r>
            <a:r>
              <a:rPr lang="en-US" sz="2733" b="1" err="1">
                <a:solidFill>
                  <a:schemeClr val="accent1">
                    <a:lumMod val="76000"/>
                  </a:schemeClr>
                </a:solidFill>
                <a:ea typeface="+mn-lt"/>
                <a:cs typeface="+mn-lt"/>
                <a:sym typeface="Poppins Light"/>
              </a:rPr>
              <a:t>Educativo</a:t>
            </a:r>
            <a:endParaRPr lang="en-US" sz="800" b="1">
              <a:solidFill>
                <a:schemeClr val="accent1">
                  <a:lumMod val="76000"/>
                </a:schemeClr>
              </a:solidFill>
              <a:ea typeface="Calibri"/>
              <a:cs typeface="Calibri"/>
            </a:endParaRPr>
          </a:p>
          <a:p>
            <a:pPr algn="l">
              <a:lnSpc>
                <a:spcPts val="3458"/>
              </a:lnSpc>
            </a:pPr>
            <a:endParaRPr lang="en-US" sz="2733">
              <a:solidFill>
                <a:schemeClr val="accent1">
                  <a:lumMod val="76000"/>
                </a:schemeClr>
              </a:solidFill>
              <a:latin typeface="Poppins Light"/>
              <a:ea typeface="Poppins Light"/>
              <a:cs typeface="Poppins Light"/>
            </a:endParaRPr>
          </a:p>
        </p:txBody>
      </p:sp>
      <p:sp>
        <p:nvSpPr>
          <p:cNvPr id="4" name="TextBox 7">
            <a:extLst>
              <a:ext uri="{FF2B5EF4-FFF2-40B4-BE49-F238E27FC236}">
                <a16:creationId xmlns:a16="http://schemas.microsoft.com/office/drawing/2014/main" id="{C56290DB-D870-4363-7059-8AC9B0D8CA97}"/>
              </a:ext>
            </a:extLst>
          </p:cNvPr>
          <p:cNvSpPr txBox="1"/>
          <p:nvPr/>
        </p:nvSpPr>
        <p:spPr>
          <a:xfrm>
            <a:off x="656899" y="1766041"/>
            <a:ext cx="4217375" cy="287386"/>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291"/>
              </a:lnSpc>
            </a:pPr>
            <a:r>
              <a:rPr lang="en-US" sz="1850" b="1">
                <a:latin typeface="Poppins Light"/>
                <a:cs typeface="Poppins Light"/>
              </a:rPr>
              <a:t>Calidad </a:t>
            </a:r>
            <a:r>
              <a:rPr lang="en-US" sz="1850" b="1" err="1">
                <a:latin typeface="Poppins Light"/>
                <a:cs typeface="Poppins Light"/>
              </a:rPr>
              <a:t>pedagógica</a:t>
            </a:r>
          </a:p>
        </p:txBody>
      </p:sp>
      <p:sp>
        <p:nvSpPr>
          <p:cNvPr id="7" name="TextBox 8">
            <a:extLst>
              <a:ext uri="{FF2B5EF4-FFF2-40B4-BE49-F238E27FC236}">
                <a16:creationId xmlns:a16="http://schemas.microsoft.com/office/drawing/2014/main" id="{4D1678E2-3A14-EF0B-0CBC-5E1C18440D2A}"/>
              </a:ext>
            </a:extLst>
          </p:cNvPr>
          <p:cNvSpPr txBox="1"/>
          <p:nvPr/>
        </p:nvSpPr>
        <p:spPr>
          <a:xfrm>
            <a:off x="671277" y="2237548"/>
            <a:ext cx="5203924" cy="43595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28600" indent="-228600" algn="just">
              <a:buChar char="•"/>
            </a:pPr>
            <a:r>
              <a:rPr lang="en-US" sz="1400" err="1">
                <a:solidFill>
                  <a:srgbClr val="3D3D42"/>
                </a:solidFill>
                <a:ea typeface="+mn-lt"/>
                <a:cs typeface="+mn-lt"/>
              </a:rPr>
              <a:t>Claridad</a:t>
            </a:r>
            <a:r>
              <a:rPr lang="en-US" sz="1400">
                <a:solidFill>
                  <a:srgbClr val="3D3D42"/>
                </a:solidFill>
                <a:ea typeface="+mn-lt"/>
                <a:cs typeface="+mn-lt"/>
              </a:rPr>
              <a:t> y </a:t>
            </a:r>
            <a:r>
              <a:rPr lang="en-US" sz="1400" err="1">
                <a:solidFill>
                  <a:srgbClr val="3D3D42"/>
                </a:solidFill>
                <a:ea typeface="+mn-lt"/>
                <a:cs typeface="+mn-lt"/>
              </a:rPr>
              <a:t>coherencia</a:t>
            </a:r>
            <a:r>
              <a:rPr lang="en-US" sz="1400">
                <a:solidFill>
                  <a:srgbClr val="3D3D42"/>
                </a:solidFill>
                <a:ea typeface="+mn-lt"/>
                <a:cs typeface="+mn-lt"/>
              </a:rPr>
              <a:t> </a:t>
            </a:r>
            <a:r>
              <a:rPr lang="en-US" sz="1400" err="1">
                <a:solidFill>
                  <a:srgbClr val="3D3D42"/>
                </a:solidFill>
                <a:ea typeface="+mn-lt"/>
                <a:cs typeface="+mn-lt"/>
              </a:rPr>
              <a:t>mejoran</a:t>
            </a:r>
            <a:r>
              <a:rPr lang="en-US" sz="1400">
                <a:solidFill>
                  <a:srgbClr val="3D3D42"/>
                </a:solidFill>
                <a:ea typeface="+mn-lt"/>
                <a:cs typeface="+mn-lt"/>
              </a:rPr>
              <a:t> la </a:t>
            </a:r>
            <a:r>
              <a:rPr lang="en-US" sz="1400" err="1">
                <a:solidFill>
                  <a:srgbClr val="3D3D42"/>
                </a:solidFill>
                <a:ea typeface="+mn-lt"/>
                <a:cs typeface="+mn-lt"/>
              </a:rPr>
              <a:t>retención</a:t>
            </a:r>
            <a:r>
              <a:rPr lang="en-US" sz="1400">
                <a:solidFill>
                  <a:srgbClr val="3D3D42"/>
                </a:solidFill>
                <a:ea typeface="+mn-lt"/>
                <a:cs typeface="+mn-lt"/>
              </a:rPr>
              <a:t>.</a:t>
            </a:r>
          </a:p>
          <a:p>
            <a:pPr marL="228611" indent="-228611" algn="just">
              <a:buFont typeface="Arial"/>
              <a:buChar char="•"/>
            </a:pPr>
            <a:endParaRPr lang="en-US" sz="1433">
              <a:solidFill>
                <a:srgbClr val="3D3D42"/>
              </a:solidFill>
              <a:ea typeface="+mn-lt"/>
              <a:cs typeface="+mn-lt"/>
            </a:endParaRPr>
          </a:p>
        </p:txBody>
      </p:sp>
      <p:sp>
        <p:nvSpPr>
          <p:cNvPr id="8" name="TextBox 7">
            <a:extLst>
              <a:ext uri="{FF2B5EF4-FFF2-40B4-BE49-F238E27FC236}">
                <a16:creationId xmlns:a16="http://schemas.microsoft.com/office/drawing/2014/main" id="{9C2253D6-DE24-BCE5-6B90-14704B98ED39}"/>
              </a:ext>
            </a:extLst>
          </p:cNvPr>
          <p:cNvSpPr txBox="1"/>
          <p:nvPr/>
        </p:nvSpPr>
        <p:spPr>
          <a:xfrm>
            <a:off x="642522" y="4339589"/>
            <a:ext cx="4217375" cy="285035"/>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291"/>
              </a:lnSpc>
            </a:pPr>
            <a:r>
              <a:rPr lang="en-US" sz="1850" b="1" err="1">
                <a:latin typeface="Poppins Light"/>
                <a:cs typeface="Poppins Light"/>
              </a:rPr>
              <a:t>Precisión</a:t>
            </a:r>
            <a:r>
              <a:rPr lang="en-US" sz="1850" b="1">
                <a:latin typeface="Poppins Light"/>
                <a:cs typeface="Poppins Light"/>
              </a:rPr>
              <a:t> y </a:t>
            </a:r>
            <a:r>
              <a:rPr lang="en-US" sz="1850" b="1" err="1">
                <a:latin typeface="Poppins Light"/>
                <a:cs typeface="Poppins Light"/>
              </a:rPr>
              <a:t>concisión</a:t>
            </a:r>
            <a:r>
              <a:rPr lang="en-US" sz="1850" b="1">
                <a:latin typeface="Poppins Light"/>
                <a:cs typeface="Poppins Light"/>
              </a:rPr>
              <a:t> </a:t>
            </a:r>
          </a:p>
        </p:txBody>
      </p:sp>
      <p:sp>
        <p:nvSpPr>
          <p:cNvPr id="9" name="TextBox 8">
            <a:extLst>
              <a:ext uri="{FF2B5EF4-FFF2-40B4-BE49-F238E27FC236}">
                <a16:creationId xmlns:a16="http://schemas.microsoft.com/office/drawing/2014/main" id="{A45AF4FA-C4D6-978C-DD05-BC4468A75FD5}"/>
              </a:ext>
            </a:extLst>
          </p:cNvPr>
          <p:cNvSpPr txBox="1"/>
          <p:nvPr/>
        </p:nvSpPr>
        <p:spPr>
          <a:xfrm>
            <a:off x="642522" y="4825473"/>
            <a:ext cx="5203924" cy="43595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28600" indent="-228600" algn="just">
              <a:buFont typeface="Arial"/>
              <a:buChar char="•"/>
            </a:pPr>
            <a:r>
              <a:rPr lang="en-US" sz="1400">
                <a:solidFill>
                  <a:srgbClr val="3D3D42"/>
                </a:solidFill>
                <a:ea typeface="+mn-lt"/>
                <a:cs typeface="+mn-lt"/>
              </a:rPr>
              <a:t>Reduce carga </a:t>
            </a:r>
            <a:r>
              <a:rPr lang="en-US" sz="1400" err="1">
                <a:solidFill>
                  <a:srgbClr val="3D3D42"/>
                </a:solidFill>
                <a:ea typeface="+mn-lt"/>
                <a:cs typeface="+mn-lt"/>
              </a:rPr>
              <a:t>cognitiva</a:t>
            </a:r>
            <a:r>
              <a:rPr lang="en-US" sz="1400">
                <a:solidFill>
                  <a:srgbClr val="3D3D42"/>
                </a:solidFill>
                <a:ea typeface="+mn-lt"/>
                <a:cs typeface="+mn-lt"/>
              </a:rPr>
              <a:t> del </a:t>
            </a:r>
            <a:r>
              <a:rPr lang="en-US" sz="1400" err="1">
                <a:solidFill>
                  <a:srgbClr val="3D3D42"/>
                </a:solidFill>
                <a:ea typeface="+mn-lt"/>
                <a:cs typeface="+mn-lt"/>
              </a:rPr>
              <a:t>estudiante</a:t>
            </a:r>
            <a:r>
              <a:rPr lang="en-US" sz="1400">
                <a:solidFill>
                  <a:srgbClr val="3D3D42"/>
                </a:solidFill>
                <a:ea typeface="+mn-lt"/>
                <a:cs typeface="+mn-lt"/>
              </a:rPr>
              <a:t>.</a:t>
            </a:r>
          </a:p>
          <a:p>
            <a:pPr marL="228611" indent="-228611" algn="just">
              <a:buFont typeface="Arial"/>
              <a:buChar char="•"/>
            </a:pPr>
            <a:endParaRPr lang="en-US" sz="1433">
              <a:solidFill>
                <a:srgbClr val="3D3D42"/>
              </a:solidFill>
              <a:latin typeface="Calibri"/>
              <a:ea typeface="Calibri"/>
              <a:cs typeface="Calibri"/>
            </a:endParaRPr>
          </a:p>
        </p:txBody>
      </p:sp>
      <p:sp>
        <p:nvSpPr>
          <p:cNvPr id="10" name="TextBox 7">
            <a:extLst>
              <a:ext uri="{FF2B5EF4-FFF2-40B4-BE49-F238E27FC236}">
                <a16:creationId xmlns:a16="http://schemas.microsoft.com/office/drawing/2014/main" id="{6D67381C-94B7-FE89-B669-9A2864A65CF1}"/>
              </a:ext>
            </a:extLst>
          </p:cNvPr>
          <p:cNvSpPr txBox="1"/>
          <p:nvPr/>
        </p:nvSpPr>
        <p:spPr>
          <a:xfrm>
            <a:off x="6695389" y="1766040"/>
            <a:ext cx="4217375" cy="287386"/>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291"/>
              </a:lnSpc>
            </a:pPr>
            <a:r>
              <a:rPr lang="en-US" sz="1867" b="1">
                <a:latin typeface="Poppins Light"/>
                <a:ea typeface="Calibri"/>
                <a:cs typeface="Poppins Light"/>
              </a:rPr>
              <a:t>Costos de </a:t>
            </a:r>
            <a:r>
              <a:rPr lang="en-US" sz="1867" b="1" err="1">
                <a:latin typeface="Poppins Light"/>
                <a:ea typeface="Calibri"/>
                <a:cs typeface="Poppins Light"/>
              </a:rPr>
              <a:t>operación</a:t>
            </a:r>
            <a:endParaRPr lang="en-US" sz="800" err="1"/>
          </a:p>
        </p:txBody>
      </p:sp>
      <p:sp>
        <p:nvSpPr>
          <p:cNvPr id="11" name="TextBox 8">
            <a:extLst>
              <a:ext uri="{FF2B5EF4-FFF2-40B4-BE49-F238E27FC236}">
                <a16:creationId xmlns:a16="http://schemas.microsoft.com/office/drawing/2014/main" id="{E3449A91-EBDB-5BFC-B606-E45FB57982FA}"/>
              </a:ext>
            </a:extLst>
          </p:cNvPr>
          <p:cNvSpPr txBox="1"/>
          <p:nvPr/>
        </p:nvSpPr>
        <p:spPr>
          <a:xfrm>
            <a:off x="6695389" y="2237547"/>
            <a:ext cx="5203924" cy="65646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28600" indent="-228600" algn="just">
              <a:buFont typeface="Arial"/>
              <a:buChar char="•"/>
            </a:pPr>
            <a:r>
              <a:rPr lang="en-US" sz="1400" err="1">
                <a:solidFill>
                  <a:srgbClr val="3D3D42"/>
                </a:solidFill>
                <a:ea typeface="+mn-lt"/>
                <a:cs typeface="+mn-lt"/>
                <a:sym typeface="Roboto"/>
              </a:rPr>
              <a:t>Sostenibilidad</a:t>
            </a:r>
            <a:r>
              <a:rPr lang="en-US" sz="1400">
                <a:solidFill>
                  <a:srgbClr val="3D3D42"/>
                </a:solidFill>
                <a:ea typeface="+mn-lt"/>
                <a:cs typeface="+mn-lt"/>
                <a:sym typeface="Roboto"/>
              </a:rPr>
              <a:t> a largo </a:t>
            </a:r>
            <a:r>
              <a:rPr lang="en-US" sz="1400" err="1">
                <a:solidFill>
                  <a:srgbClr val="3D3D42"/>
                </a:solidFill>
                <a:ea typeface="+mn-lt"/>
                <a:cs typeface="+mn-lt"/>
                <a:sym typeface="Roboto"/>
              </a:rPr>
              <a:t>plazo</a:t>
            </a:r>
            <a:endParaRPr lang="en-US" sz="1400" err="1">
              <a:solidFill>
                <a:srgbClr val="3D3D42"/>
              </a:solidFill>
              <a:ea typeface="+mn-lt"/>
              <a:cs typeface="+mn-lt"/>
            </a:endParaRPr>
          </a:p>
          <a:p>
            <a:pPr marL="228611" indent="-228611" algn="just">
              <a:buFont typeface="Arial"/>
              <a:buChar char="•"/>
            </a:pPr>
            <a:endParaRPr lang="en-US" sz="1433">
              <a:solidFill>
                <a:srgbClr val="3D3D42"/>
              </a:solidFill>
              <a:ea typeface="+mn-lt"/>
              <a:cs typeface="+mn-lt"/>
            </a:endParaRPr>
          </a:p>
          <a:p>
            <a:pPr marL="228611" indent="-228611" algn="just">
              <a:buFont typeface="Arial"/>
              <a:buChar char="•"/>
            </a:pPr>
            <a:endParaRPr lang="en-US" sz="1433">
              <a:solidFill>
                <a:srgbClr val="3D3D42"/>
              </a:solidFill>
              <a:latin typeface="Calibri"/>
              <a:ea typeface="Calibri"/>
              <a:cs typeface="Calibri"/>
            </a:endParaRPr>
          </a:p>
        </p:txBody>
      </p:sp>
      <p:sp>
        <p:nvSpPr>
          <p:cNvPr id="12" name="TextBox 7">
            <a:extLst>
              <a:ext uri="{FF2B5EF4-FFF2-40B4-BE49-F238E27FC236}">
                <a16:creationId xmlns:a16="http://schemas.microsoft.com/office/drawing/2014/main" id="{E9074D21-B065-3B53-CA7D-83EFFF08E784}"/>
              </a:ext>
            </a:extLst>
          </p:cNvPr>
          <p:cNvSpPr txBox="1"/>
          <p:nvPr/>
        </p:nvSpPr>
        <p:spPr>
          <a:xfrm>
            <a:off x="6666635" y="4339587"/>
            <a:ext cx="4217375" cy="285035"/>
          </a:xfrm>
          <a:prstGeom prst="rect">
            <a:avLst/>
          </a:prstGeom>
          <a:noFill/>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291"/>
              </a:lnSpc>
            </a:pPr>
            <a:r>
              <a:rPr lang="en-US" sz="1867" b="1" err="1">
                <a:latin typeface="Poppins Light"/>
                <a:ea typeface="Calibri"/>
                <a:cs typeface="Poppins Light"/>
              </a:rPr>
              <a:t>Adaptación</a:t>
            </a:r>
            <a:r>
              <a:rPr lang="en-US" sz="1867" b="1">
                <a:latin typeface="Poppins Light"/>
                <a:ea typeface="Calibri"/>
                <a:cs typeface="Poppins Light"/>
              </a:rPr>
              <a:t> al </a:t>
            </a:r>
            <a:r>
              <a:rPr lang="en-US" sz="1867" b="1" err="1">
                <a:latin typeface="Poppins Light"/>
                <a:ea typeface="Calibri"/>
                <a:cs typeface="Poppins Light"/>
              </a:rPr>
              <a:t>dominio</a:t>
            </a:r>
            <a:endParaRPr lang="en-US" sz="800" err="1"/>
          </a:p>
        </p:txBody>
      </p:sp>
      <p:pic>
        <p:nvPicPr>
          <p:cNvPr id="5" name="Picture 4" descr="Imágenes de Inteligencia artificial educacion png - Descarga gratuita en  Freepik">
            <a:extLst>
              <a:ext uri="{FF2B5EF4-FFF2-40B4-BE49-F238E27FC236}">
                <a16:creationId xmlns:a16="http://schemas.microsoft.com/office/drawing/2014/main" id="{A5B48D6E-BA19-D797-7AE9-89D3C09C035B}"/>
              </a:ext>
            </a:extLst>
          </p:cNvPr>
          <p:cNvPicPr>
            <a:picLocks noChangeAspect="1"/>
          </p:cNvPicPr>
          <p:nvPr/>
        </p:nvPicPr>
        <p:blipFill>
          <a:blip r:embed="rId3"/>
          <a:stretch>
            <a:fillRect/>
          </a:stretch>
        </p:blipFill>
        <p:spPr>
          <a:xfrm>
            <a:off x="4722313" y="2674003"/>
            <a:ext cx="1828799" cy="1509995"/>
          </a:xfrm>
          <a:prstGeom prst="rect">
            <a:avLst/>
          </a:prstGeom>
        </p:spPr>
      </p:pic>
      <p:sp>
        <p:nvSpPr>
          <p:cNvPr id="13" name="TextBox 8">
            <a:extLst>
              <a:ext uri="{FF2B5EF4-FFF2-40B4-BE49-F238E27FC236}">
                <a16:creationId xmlns:a16="http://schemas.microsoft.com/office/drawing/2014/main" id="{8B8DAFEB-751A-32C1-93F2-1746202D36CE}"/>
              </a:ext>
            </a:extLst>
          </p:cNvPr>
          <p:cNvSpPr txBox="1"/>
          <p:nvPr/>
        </p:nvSpPr>
        <p:spPr>
          <a:xfrm>
            <a:off x="6666635" y="4825471"/>
            <a:ext cx="5203924" cy="215444"/>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28600" indent="-228600" algn="just">
              <a:buFont typeface="Arial"/>
              <a:buChar char="•"/>
            </a:pPr>
            <a:r>
              <a:rPr lang="en-US" sz="1400" err="1">
                <a:solidFill>
                  <a:srgbClr val="3D3D42"/>
                </a:solidFill>
                <a:ea typeface="+mn-lt"/>
                <a:cs typeface="+mn-lt"/>
                <a:sym typeface="Roboto"/>
              </a:rPr>
              <a:t>Sostenibilidad</a:t>
            </a:r>
            <a:r>
              <a:rPr lang="en-US" sz="1400">
                <a:solidFill>
                  <a:srgbClr val="3D3D42"/>
                </a:solidFill>
                <a:ea typeface="+mn-lt"/>
                <a:cs typeface="+mn-lt"/>
                <a:sym typeface="Roboto"/>
              </a:rPr>
              <a:t> a largo </a:t>
            </a:r>
            <a:r>
              <a:rPr lang="en-US" sz="1400" err="1">
                <a:solidFill>
                  <a:srgbClr val="3D3D42"/>
                </a:solidFill>
                <a:ea typeface="+mn-lt"/>
                <a:cs typeface="+mn-lt"/>
                <a:sym typeface="Roboto"/>
              </a:rPr>
              <a:t>plazo</a:t>
            </a:r>
            <a:r>
              <a:rPr lang="en-US" sz="1400">
                <a:solidFill>
                  <a:srgbClr val="3D3D42"/>
                </a:solidFill>
                <a:ea typeface="+mn-lt"/>
                <a:cs typeface="+mn-lt"/>
                <a:sym typeface="Roboto"/>
              </a:rPr>
              <a:t>.</a:t>
            </a:r>
            <a:endParaRPr lang="en-US" sz="1400">
              <a:solidFill>
                <a:srgbClr val="000000"/>
              </a:solidFill>
              <a:ea typeface="+mn-lt"/>
              <a:cs typeface="+mn-lt"/>
            </a:endParaRPr>
          </a:p>
        </p:txBody>
      </p:sp>
      <p:sp>
        <p:nvSpPr>
          <p:cNvPr id="2" name="TextBox 1">
            <a:extLst>
              <a:ext uri="{FF2B5EF4-FFF2-40B4-BE49-F238E27FC236}">
                <a16:creationId xmlns:a16="http://schemas.microsoft.com/office/drawing/2014/main" id="{963A1479-C219-0AE6-4CBE-96285E606457}"/>
              </a:ext>
            </a:extLst>
          </p:cNvPr>
          <p:cNvSpPr txBox="1"/>
          <p:nvPr/>
        </p:nvSpPr>
        <p:spPr>
          <a:xfrm>
            <a:off x="6096000" y="5902890"/>
            <a:ext cx="609600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i="0">
                <a:latin typeface="Segoe UI"/>
                <a:ea typeface="Segoe UI"/>
                <a:cs typeface="Segoe UI"/>
              </a:rPr>
              <a:t>Becker, J., Wahle, J. P., Gipp, B., &amp; Ruas, T. (2024).</a:t>
            </a:r>
            <a:br>
              <a:rPr lang="en-US" b="0" i="0">
                <a:latin typeface="Segoe UI"/>
                <a:ea typeface="Segoe UI"/>
                <a:cs typeface="Segoe UI"/>
              </a:rPr>
            </a:br>
            <a:r>
              <a:rPr lang="en-US" b="0" i="1">
                <a:latin typeface="Segoe UI"/>
                <a:ea typeface="Segoe UI"/>
                <a:cs typeface="Segoe UI"/>
              </a:rPr>
              <a:t>Text Generation: A Systematic Literature Review of Tasks, Evaluation, and Challenges.</a:t>
            </a:r>
          </a:p>
          <a:p>
            <a:pPr algn="ctr"/>
            <a:endParaRPr lang="en-US"/>
          </a:p>
        </p:txBody>
      </p:sp>
    </p:spTree>
    <p:extLst>
      <p:ext uri="{BB962C8B-B14F-4D97-AF65-F5344CB8AC3E}">
        <p14:creationId xmlns:p14="http://schemas.microsoft.com/office/powerpoint/2010/main" val="2679823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0AE485-270A-67DA-1E20-EE7579ACA65C}"/>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5ECFF07E-1E88-726B-7BA2-BD0B0A497891}"/>
              </a:ext>
            </a:extLst>
          </p:cNvPr>
          <p:cNvSpPr txBox="1"/>
          <p:nvPr/>
        </p:nvSpPr>
        <p:spPr>
          <a:xfrm>
            <a:off x="638881" y="417576"/>
            <a:ext cx="10909640" cy="1249394"/>
          </a:xfrm>
          <a:prstGeom prst="rect">
            <a:avLst/>
          </a:prstGeom>
        </p:spPr>
        <p:txBody>
          <a:bodyPr vert="horz" lIns="60960" tIns="30480" rIns="60960" bIns="30480" rtlCol="0" anchor="ctr">
            <a:normAutofit fontScale="85000" lnSpcReduction="10000"/>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r>
              <a:rPr lang="en-US" sz="4100" err="1">
                <a:solidFill>
                  <a:schemeClr val="accent1">
                    <a:lumMod val="76000"/>
                  </a:schemeClr>
                </a:solidFill>
                <a:ea typeface="+mn-lt"/>
                <a:cs typeface="+mn-lt"/>
                <a:sym typeface="Poppins Light"/>
              </a:rPr>
              <a:t>Comparativa</a:t>
            </a:r>
            <a:r>
              <a:rPr lang="en-US" sz="4100">
                <a:solidFill>
                  <a:schemeClr val="accent1">
                    <a:lumMod val="76000"/>
                  </a:schemeClr>
                </a:solidFill>
                <a:ea typeface="+mn-lt"/>
                <a:cs typeface="+mn-lt"/>
                <a:sym typeface="Poppins Light"/>
              </a:rPr>
              <a:t> </a:t>
            </a:r>
            <a:r>
              <a:rPr lang="en-US" sz="4100" kern="1200">
                <a:solidFill>
                  <a:schemeClr val="accent1">
                    <a:lumMod val="76000"/>
                  </a:schemeClr>
                </a:solidFill>
                <a:ea typeface="+mn-lt"/>
                <a:cs typeface="+mn-lt"/>
                <a:sym typeface="Poppins Light"/>
              </a:rPr>
              <a:t>de </a:t>
            </a:r>
            <a:r>
              <a:rPr lang="en-US" sz="4100" kern="1200" err="1">
                <a:solidFill>
                  <a:schemeClr val="accent1">
                    <a:lumMod val="76000"/>
                  </a:schemeClr>
                </a:solidFill>
                <a:ea typeface="+mn-lt"/>
                <a:cs typeface="+mn-lt"/>
                <a:sym typeface="Poppins Light"/>
              </a:rPr>
              <a:t>Modelos</a:t>
            </a:r>
            <a:r>
              <a:rPr lang="en-US" sz="4100" kern="1200">
                <a:solidFill>
                  <a:schemeClr val="accent1">
                    <a:lumMod val="76000"/>
                  </a:schemeClr>
                </a:solidFill>
                <a:ea typeface="+mn-lt"/>
                <a:cs typeface="+mn-lt"/>
                <a:sym typeface="Poppins Light"/>
              </a:rPr>
              <a:t> </a:t>
            </a:r>
            <a:r>
              <a:rPr lang="en-US" sz="4100">
                <a:solidFill>
                  <a:schemeClr val="accent1">
                    <a:lumMod val="76000"/>
                  </a:schemeClr>
                </a:solidFill>
                <a:ea typeface="+mn-lt"/>
                <a:cs typeface="+mn-lt"/>
                <a:sym typeface="Poppins Light"/>
              </a:rPr>
              <a:t>de Generación de </a:t>
            </a:r>
            <a:r>
              <a:rPr lang="en-US" sz="4100" err="1">
                <a:solidFill>
                  <a:schemeClr val="accent1">
                    <a:lumMod val="76000"/>
                  </a:schemeClr>
                </a:solidFill>
                <a:ea typeface="+mn-lt"/>
                <a:cs typeface="+mn-lt"/>
                <a:sym typeface="Poppins Light"/>
              </a:rPr>
              <a:t>Contenido</a:t>
            </a:r>
            <a:r>
              <a:rPr lang="en-US" sz="4100">
                <a:solidFill>
                  <a:schemeClr val="accent1">
                    <a:lumMod val="76000"/>
                  </a:schemeClr>
                </a:solidFill>
                <a:ea typeface="+mn-lt"/>
                <a:cs typeface="+mn-lt"/>
                <a:sym typeface="Poppins Light"/>
              </a:rPr>
              <a:t> </a:t>
            </a:r>
            <a:r>
              <a:rPr lang="en-US" sz="4100" err="1">
                <a:solidFill>
                  <a:schemeClr val="accent1">
                    <a:lumMod val="76000"/>
                  </a:schemeClr>
                </a:solidFill>
                <a:ea typeface="+mn-lt"/>
                <a:cs typeface="+mn-lt"/>
                <a:sym typeface="Poppins Light"/>
              </a:rPr>
              <a:t>externo</a:t>
            </a:r>
            <a:r>
              <a:rPr lang="en-US" sz="4100">
                <a:solidFill>
                  <a:schemeClr val="accent1">
                    <a:lumMod val="76000"/>
                  </a:schemeClr>
                </a:solidFill>
                <a:ea typeface="+mn-lt"/>
                <a:cs typeface="+mn-lt"/>
                <a:sym typeface="Poppins Light"/>
              </a:rPr>
              <a:t> </a:t>
            </a:r>
            <a:r>
              <a:rPr lang="en-US" sz="4100" err="1">
                <a:solidFill>
                  <a:schemeClr val="accent1">
                    <a:lumMod val="76000"/>
                  </a:schemeClr>
                </a:solidFill>
                <a:ea typeface="+mn-lt"/>
                <a:cs typeface="+mn-lt"/>
                <a:sym typeface="Poppins Light"/>
              </a:rPr>
              <a:t>según</a:t>
            </a:r>
            <a:r>
              <a:rPr lang="en-US" sz="4100">
                <a:solidFill>
                  <a:schemeClr val="accent1">
                    <a:lumMod val="76000"/>
                  </a:schemeClr>
                </a:solidFill>
                <a:ea typeface="+mn-lt"/>
                <a:cs typeface="+mn-lt"/>
                <a:sym typeface="Poppins Light"/>
              </a:rPr>
              <a:t> Costo, Calidad y </a:t>
            </a:r>
            <a:r>
              <a:rPr lang="en-US" sz="4100" err="1">
                <a:solidFill>
                  <a:schemeClr val="accent1">
                    <a:lumMod val="76000"/>
                  </a:schemeClr>
                </a:solidFill>
                <a:ea typeface="+mn-lt"/>
                <a:cs typeface="+mn-lt"/>
                <a:sym typeface="Poppins Light"/>
              </a:rPr>
              <a:t>Adaptación</a:t>
            </a:r>
            <a:r>
              <a:rPr lang="en-US" sz="4100">
                <a:solidFill>
                  <a:schemeClr val="accent1">
                    <a:lumMod val="76000"/>
                  </a:schemeClr>
                </a:solidFill>
                <a:ea typeface="+mn-lt"/>
                <a:cs typeface="+mn-lt"/>
                <a:sym typeface="Poppins Light"/>
              </a:rPr>
              <a:t> al Dominio</a:t>
            </a:r>
            <a:endParaRPr lang="en-US">
              <a:solidFill>
                <a:schemeClr val="accent1">
                  <a:lumMod val="76000"/>
                </a:schemeClr>
              </a:solidFill>
              <a:sym typeface="Poppins Light"/>
            </a:endParaRPr>
          </a:p>
        </p:txBody>
      </p:sp>
      <p:sp>
        <p:nvSpPr>
          <p:cNvPr id="22" name="TextBox 21">
            <a:extLst>
              <a:ext uri="{FF2B5EF4-FFF2-40B4-BE49-F238E27FC236}">
                <a16:creationId xmlns:a16="http://schemas.microsoft.com/office/drawing/2014/main" id="{F1447CDC-C0F6-C1EF-ED42-66CEDE2EC493}"/>
              </a:ext>
            </a:extLst>
          </p:cNvPr>
          <p:cNvSpPr txBox="1"/>
          <p:nvPr/>
        </p:nvSpPr>
        <p:spPr>
          <a:xfrm>
            <a:off x="478195" y="5933811"/>
            <a:ext cx="6096000" cy="954107"/>
          </a:xfrm>
          <a:prstGeom prst="rect">
            <a:avLst/>
          </a:prstGeom>
          <a:noFill/>
        </p:spPr>
        <p:txBody>
          <a:bodyPr rot="0" spcFirstLastPara="0" vertOverflow="overflow" horzOverflow="overflow" vert="horz" wrap="square" lIns="60960" tIns="30480" rIns="60960" bIns="30480" numCol="1" spcCol="0" rtlCol="0" fromWordArt="0" anchor="t" anchorCtr="0" forceAA="0" compatLnSpc="1">
            <a:prstTxWarp prst="textNoShape">
              <a:avLst/>
            </a:prstTxWarp>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1800" b="1">
                <a:ea typeface="+mn-lt"/>
                <a:cs typeface="+mn-lt"/>
              </a:rPr>
              <a:t>Anthropic. (2026). </a:t>
            </a:r>
            <a:r>
              <a:rPr lang="en-US" sz="1800" b="1" i="1">
                <a:ea typeface="+mn-lt"/>
                <a:cs typeface="+mn-lt"/>
              </a:rPr>
              <a:t>Claude Sonnet 4.6: Model Card and Technical Overview.</a:t>
            </a:r>
            <a:endParaRPr lang="en-US" sz="1600" b="1"/>
          </a:p>
          <a:p>
            <a:endParaRPr lang="en-US" sz="1100" b="1">
              <a:cs typeface="Arial"/>
            </a:endParaRPr>
          </a:p>
          <a:p>
            <a:pPr algn="ctr"/>
            <a:endParaRPr lang="en-US" sz="1100" b="1"/>
          </a:p>
        </p:txBody>
      </p:sp>
      <p:graphicFrame>
        <p:nvGraphicFramePr>
          <p:cNvPr id="6" name="Table 5">
            <a:extLst>
              <a:ext uri="{FF2B5EF4-FFF2-40B4-BE49-F238E27FC236}">
                <a16:creationId xmlns:a16="http://schemas.microsoft.com/office/drawing/2014/main" id="{A291A165-A3A4-A987-0B94-903AB7FA1A8A}"/>
              </a:ext>
            </a:extLst>
          </p:cNvPr>
          <p:cNvGraphicFramePr>
            <a:graphicFrameLocks noGrp="1"/>
          </p:cNvGraphicFramePr>
          <p:nvPr>
            <p:extLst>
              <p:ext uri="{D42A27DB-BD31-4B8C-83A1-F6EECF244321}">
                <p14:modId xmlns:p14="http://schemas.microsoft.com/office/powerpoint/2010/main" val="364945704"/>
              </p:ext>
            </p:extLst>
          </p:nvPr>
        </p:nvGraphicFramePr>
        <p:xfrm>
          <a:off x="152400" y="1717040"/>
          <a:ext cx="11873931" cy="4070262"/>
        </p:xfrm>
        <a:graphic>
          <a:graphicData uri="http://schemas.openxmlformats.org/drawingml/2006/table">
            <a:tbl>
              <a:tblPr bandRow="1">
                <a:tableStyleId>{3B4B98B0-60AC-42C2-AFA5-B58CD77FA1E5}</a:tableStyleId>
              </a:tblPr>
              <a:tblGrid>
                <a:gridCol w="2385391">
                  <a:extLst>
                    <a:ext uri="{9D8B030D-6E8A-4147-A177-3AD203B41FA5}">
                      <a16:colId xmlns:a16="http://schemas.microsoft.com/office/drawing/2014/main" val="2675579081"/>
                    </a:ext>
                  </a:extLst>
                </a:gridCol>
                <a:gridCol w="2372135">
                  <a:extLst>
                    <a:ext uri="{9D8B030D-6E8A-4147-A177-3AD203B41FA5}">
                      <a16:colId xmlns:a16="http://schemas.microsoft.com/office/drawing/2014/main" val="3821348255"/>
                    </a:ext>
                  </a:extLst>
                </a:gridCol>
                <a:gridCol w="2372135">
                  <a:extLst>
                    <a:ext uri="{9D8B030D-6E8A-4147-A177-3AD203B41FA5}">
                      <a16:colId xmlns:a16="http://schemas.microsoft.com/office/drawing/2014/main" val="397713103"/>
                    </a:ext>
                  </a:extLst>
                </a:gridCol>
                <a:gridCol w="2372135">
                  <a:extLst>
                    <a:ext uri="{9D8B030D-6E8A-4147-A177-3AD203B41FA5}">
                      <a16:colId xmlns:a16="http://schemas.microsoft.com/office/drawing/2014/main" val="1882228408"/>
                    </a:ext>
                  </a:extLst>
                </a:gridCol>
                <a:gridCol w="2372135">
                  <a:extLst>
                    <a:ext uri="{9D8B030D-6E8A-4147-A177-3AD203B41FA5}">
                      <a16:colId xmlns:a16="http://schemas.microsoft.com/office/drawing/2014/main" val="2424663148"/>
                    </a:ext>
                  </a:extLst>
                </a:gridCol>
              </a:tblGrid>
              <a:tr h="571697">
                <a:tc>
                  <a:txBody>
                    <a:bodyPr/>
                    <a:lstStyle/>
                    <a:p>
                      <a:pPr>
                        <a:buNone/>
                      </a:pPr>
                      <a:r>
                        <a:rPr lang="en-US" sz="1800" b="1" err="1"/>
                        <a:t>Criterio</a:t>
                      </a:r>
                    </a:p>
                  </a:txBody>
                  <a:tcPr anchor="ctr"/>
                </a:tc>
                <a:tc>
                  <a:txBody>
                    <a:bodyPr/>
                    <a:lstStyle/>
                    <a:p>
                      <a:pPr>
                        <a:buNone/>
                      </a:pPr>
                      <a:r>
                        <a:rPr lang="en-US" sz="1800" b="1"/>
                        <a:t>Peso</a:t>
                      </a:r>
                    </a:p>
                  </a:txBody>
                  <a:tcPr anchor="ctr"/>
                </a:tc>
                <a:tc>
                  <a:txBody>
                    <a:bodyPr/>
                    <a:lstStyle/>
                    <a:p>
                      <a:pPr>
                        <a:buNone/>
                      </a:pPr>
                      <a:r>
                        <a:rPr lang="en-US" sz="1800" b="1"/>
                        <a:t>Claude Sonnet 4.6</a:t>
                      </a:r>
                    </a:p>
                  </a:txBody>
                  <a:tcPr anchor="ctr"/>
                </a:tc>
                <a:tc>
                  <a:txBody>
                    <a:bodyPr/>
                    <a:lstStyle/>
                    <a:p>
                      <a:pPr>
                        <a:buNone/>
                      </a:pPr>
                      <a:r>
                        <a:rPr lang="en-US" sz="1800" b="1"/>
                        <a:t>GPT-4 (cloud)</a:t>
                      </a:r>
                    </a:p>
                  </a:txBody>
                  <a:tcPr anchor="ctr"/>
                </a:tc>
                <a:tc>
                  <a:txBody>
                    <a:bodyPr/>
                    <a:lstStyle/>
                    <a:p>
                      <a:pPr>
                        <a:buNone/>
                      </a:pPr>
                      <a:r>
                        <a:rPr lang="en-US" sz="1800" b="1"/>
                        <a:t>Qwen (</a:t>
                      </a:r>
                      <a:r>
                        <a:rPr lang="en-US" sz="1800" b="1" err="1"/>
                        <a:t>local→API</a:t>
                      </a:r>
                      <a:r>
                        <a:rPr lang="en-US" sz="1800" b="1"/>
                        <a:t>)</a:t>
                      </a:r>
                    </a:p>
                  </a:txBody>
                  <a:tcPr anchor="ctr"/>
                </a:tc>
                <a:extLst>
                  <a:ext uri="{0D108BD9-81ED-4DB2-BD59-A6C34878D82A}">
                    <a16:rowId xmlns:a16="http://schemas.microsoft.com/office/drawing/2014/main" val="1744007094"/>
                  </a:ext>
                </a:extLst>
              </a:tr>
              <a:tr h="571697">
                <a:tc>
                  <a:txBody>
                    <a:bodyPr/>
                    <a:lstStyle/>
                    <a:p>
                      <a:pPr>
                        <a:buNone/>
                      </a:pPr>
                      <a:r>
                        <a:rPr lang="en-US" sz="1800"/>
                        <a:t>Calidad del </a:t>
                      </a:r>
                      <a:r>
                        <a:rPr lang="en-US" sz="1800" err="1"/>
                        <a:t>contenido</a:t>
                      </a:r>
                    </a:p>
                  </a:txBody>
                  <a:tcPr anchor="ctr"/>
                </a:tc>
                <a:tc>
                  <a:txBody>
                    <a:bodyPr/>
                    <a:lstStyle/>
                    <a:p>
                      <a:pPr>
                        <a:buNone/>
                      </a:pPr>
                      <a:r>
                        <a:rPr lang="en-US" sz="1800"/>
                        <a:t>28.57%</a:t>
                      </a:r>
                    </a:p>
                  </a:txBody>
                  <a:tcPr anchor="ctr"/>
                </a:tc>
                <a:tc>
                  <a:txBody>
                    <a:bodyPr/>
                    <a:lstStyle/>
                    <a:p>
                      <a:pPr>
                        <a:buNone/>
                      </a:pPr>
                      <a:r>
                        <a:rPr lang="en-US" sz="1800"/>
                        <a:t>5 (1.43)</a:t>
                      </a:r>
                    </a:p>
                  </a:txBody>
                  <a:tcPr anchor="ctr"/>
                </a:tc>
                <a:tc>
                  <a:txBody>
                    <a:bodyPr/>
                    <a:lstStyle/>
                    <a:p>
                      <a:pPr>
                        <a:buNone/>
                      </a:pPr>
                      <a:r>
                        <a:rPr lang="en-US" sz="1800"/>
                        <a:t>5 (1.43)</a:t>
                      </a:r>
                    </a:p>
                  </a:txBody>
                  <a:tcPr anchor="ctr"/>
                </a:tc>
                <a:tc>
                  <a:txBody>
                    <a:bodyPr/>
                    <a:lstStyle/>
                    <a:p>
                      <a:pPr>
                        <a:buNone/>
                      </a:pPr>
                      <a:r>
                        <a:rPr lang="en-US" sz="1800"/>
                        <a:t>4 (1.14)</a:t>
                      </a:r>
                    </a:p>
                  </a:txBody>
                  <a:tcPr anchor="ctr"/>
                </a:tc>
                <a:extLst>
                  <a:ext uri="{0D108BD9-81ED-4DB2-BD59-A6C34878D82A}">
                    <a16:rowId xmlns:a16="http://schemas.microsoft.com/office/drawing/2014/main" val="1901479811"/>
                  </a:ext>
                </a:extLst>
              </a:tr>
              <a:tr h="571697">
                <a:tc>
                  <a:txBody>
                    <a:bodyPr/>
                    <a:lstStyle/>
                    <a:p>
                      <a:pPr>
                        <a:buNone/>
                      </a:pPr>
                      <a:r>
                        <a:rPr lang="en-US" sz="1800"/>
                        <a:t>Costo </a:t>
                      </a:r>
                      <a:r>
                        <a:rPr lang="en-US" sz="1800" err="1"/>
                        <a:t>operativo</a:t>
                      </a:r>
                    </a:p>
                  </a:txBody>
                  <a:tcPr anchor="ctr"/>
                </a:tc>
                <a:tc>
                  <a:txBody>
                    <a:bodyPr/>
                    <a:lstStyle/>
                    <a:p>
                      <a:pPr>
                        <a:buNone/>
                      </a:pPr>
                      <a:r>
                        <a:rPr lang="en-US" sz="1800"/>
                        <a:t>21.43%</a:t>
                      </a:r>
                    </a:p>
                  </a:txBody>
                  <a:tcPr anchor="ctr"/>
                </a:tc>
                <a:tc>
                  <a:txBody>
                    <a:bodyPr/>
                    <a:lstStyle/>
                    <a:p>
                      <a:pPr>
                        <a:buNone/>
                      </a:pPr>
                      <a:r>
                        <a:rPr lang="en-US" sz="1800"/>
                        <a:t>5 (1.07)</a:t>
                      </a:r>
                    </a:p>
                  </a:txBody>
                  <a:tcPr anchor="ctr"/>
                </a:tc>
                <a:tc>
                  <a:txBody>
                    <a:bodyPr/>
                    <a:lstStyle/>
                    <a:p>
                      <a:pPr>
                        <a:buNone/>
                      </a:pPr>
                      <a:r>
                        <a:rPr lang="en-US" sz="1800"/>
                        <a:t>2 (0.43)</a:t>
                      </a:r>
                    </a:p>
                  </a:txBody>
                  <a:tcPr anchor="ctr"/>
                </a:tc>
                <a:tc>
                  <a:txBody>
                    <a:bodyPr/>
                    <a:lstStyle/>
                    <a:p>
                      <a:pPr>
                        <a:buNone/>
                      </a:pPr>
                      <a:r>
                        <a:rPr lang="en-US" sz="1800"/>
                        <a:t>4 (0.86)</a:t>
                      </a:r>
                    </a:p>
                  </a:txBody>
                  <a:tcPr anchor="ctr"/>
                </a:tc>
                <a:extLst>
                  <a:ext uri="{0D108BD9-81ED-4DB2-BD59-A6C34878D82A}">
                    <a16:rowId xmlns:a16="http://schemas.microsoft.com/office/drawing/2014/main" val="4255768386"/>
                  </a:ext>
                </a:extLst>
              </a:tr>
              <a:tr h="571697">
                <a:tc>
                  <a:txBody>
                    <a:bodyPr/>
                    <a:lstStyle/>
                    <a:p>
                      <a:pPr>
                        <a:buNone/>
                      </a:pPr>
                      <a:r>
                        <a:rPr lang="en-US" sz="1800"/>
                        <a:t>Tiempo de </a:t>
                      </a:r>
                      <a:r>
                        <a:rPr lang="en-US" sz="1800" err="1"/>
                        <a:t>inferencia</a:t>
                      </a:r>
                    </a:p>
                  </a:txBody>
                  <a:tcPr anchor="ctr"/>
                </a:tc>
                <a:tc>
                  <a:txBody>
                    <a:bodyPr/>
                    <a:lstStyle/>
                    <a:p>
                      <a:pPr>
                        <a:buNone/>
                      </a:pPr>
                      <a:r>
                        <a:rPr lang="en-US" sz="1800"/>
                        <a:t>14.29%</a:t>
                      </a:r>
                    </a:p>
                  </a:txBody>
                  <a:tcPr anchor="ctr"/>
                </a:tc>
                <a:tc>
                  <a:txBody>
                    <a:bodyPr/>
                    <a:lstStyle/>
                    <a:p>
                      <a:pPr>
                        <a:buNone/>
                      </a:pPr>
                      <a:r>
                        <a:rPr lang="en-US" sz="1800"/>
                        <a:t>5 (0.71)</a:t>
                      </a:r>
                    </a:p>
                  </a:txBody>
                  <a:tcPr anchor="ctr"/>
                </a:tc>
                <a:tc>
                  <a:txBody>
                    <a:bodyPr/>
                    <a:lstStyle/>
                    <a:p>
                      <a:pPr>
                        <a:buNone/>
                      </a:pPr>
                      <a:r>
                        <a:rPr lang="en-US" sz="1800"/>
                        <a:t>3 (0.43)</a:t>
                      </a:r>
                    </a:p>
                  </a:txBody>
                  <a:tcPr anchor="ctr"/>
                </a:tc>
                <a:tc>
                  <a:txBody>
                    <a:bodyPr/>
                    <a:lstStyle/>
                    <a:p>
                      <a:pPr>
                        <a:buNone/>
                      </a:pPr>
                      <a:r>
                        <a:rPr lang="en-US" sz="1800"/>
                        <a:t>4 (0.57)</a:t>
                      </a:r>
                    </a:p>
                  </a:txBody>
                  <a:tcPr anchor="ctr"/>
                </a:tc>
                <a:extLst>
                  <a:ext uri="{0D108BD9-81ED-4DB2-BD59-A6C34878D82A}">
                    <a16:rowId xmlns:a16="http://schemas.microsoft.com/office/drawing/2014/main" val="2641119272"/>
                  </a:ext>
                </a:extLst>
              </a:tr>
              <a:tr h="571697">
                <a:tc>
                  <a:txBody>
                    <a:bodyPr/>
                    <a:lstStyle/>
                    <a:p>
                      <a:pPr>
                        <a:buNone/>
                      </a:pPr>
                      <a:r>
                        <a:rPr lang="en-US" sz="1800" err="1"/>
                        <a:t>Precisión</a:t>
                      </a:r>
                      <a:r>
                        <a:rPr lang="en-US" sz="1800"/>
                        <a:t> y </a:t>
                      </a:r>
                      <a:r>
                        <a:rPr lang="en-US" sz="1800" err="1"/>
                        <a:t>concisión</a:t>
                      </a:r>
                    </a:p>
                  </a:txBody>
                  <a:tcPr anchor="ctr"/>
                </a:tc>
                <a:tc>
                  <a:txBody>
                    <a:bodyPr/>
                    <a:lstStyle/>
                    <a:p>
                      <a:pPr>
                        <a:buNone/>
                      </a:pPr>
                      <a:r>
                        <a:rPr lang="en-US" sz="1800"/>
                        <a:t>21.43%</a:t>
                      </a:r>
                    </a:p>
                  </a:txBody>
                  <a:tcPr anchor="ctr"/>
                </a:tc>
                <a:tc>
                  <a:txBody>
                    <a:bodyPr/>
                    <a:lstStyle/>
                    <a:p>
                      <a:pPr>
                        <a:buNone/>
                      </a:pPr>
                      <a:r>
                        <a:rPr lang="en-US" sz="1800"/>
                        <a:t>5 (1.07)</a:t>
                      </a:r>
                    </a:p>
                  </a:txBody>
                  <a:tcPr anchor="ctr"/>
                </a:tc>
                <a:tc>
                  <a:txBody>
                    <a:bodyPr/>
                    <a:lstStyle/>
                    <a:p>
                      <a:pPr>
                        <a:buNone/>
                      </a:pPr>
                      <a:r>
                        <a:rPr lang="en-US" sz="1800"/>
                        <a:t>3 (0.64)</a:t>
                      </a:r>
                    </a:p>
                  </a:txBody>
                  <a:tcPr anchor="ctr"/>
                </a:tc>
                <a:tc>
                  <a:txBody>
                    <a:bodyPr/>
                    <a:lstStyle/>
                    <a:p>
                      <a:pPr>
                        <a:buNone/>
                      </a:pPr>
                      <a:r>
                        <a:rPr lang="en-US" sz="1800"/>
                        <a:t>4 (0.86)</a:t>
                      </a:r>
                    </a:p>
                  </a:txBody>
                  <a:tcPr anchor="ctr"/>
                </a:tc>
                <a:extLst>
                  <a:ext uri="{0D108BD9-81ED-4DB2-BD59-A6C34878D82A}">
                    <a16:rowId xmlns:a16="http://schemas.microsoft.com/office/drawing/2014/main" val="1623733840"/>
                  </a:ext>
                </a:extLst>
              </a:tr>
              <a:tr h="571697">
                <a:tc>
                  <a:txBody>
                    <a:bodyPr/>
                    <a:lstStyle/>
                    <a:p>
                      <a:pPr>
                        <a:buNone/>
                      </a:pPr>
                      <a:r>
                        <a:rPr lang="en-US" sz="1800" err="1"/>
                        <a:t>Adaptación</a:t>
                      </a:r>
                      <a:r>
                        <a:rPr lang="en-US" sz="1800"/>
                        <a:t> al </a:t>
                      </a:r>
                      <a:r>
                        <a:rPr lang="en-US" sz="1800" err="1"/>
                        <a:t>dominio</a:t>
                      </a:r>
                    </a:p>
                  </a:txBody>
                  <a:tcPr anchor="ctr"/>
                </a:tc>
                <a:tc>
                  <a:txBody>
                    <a:bodyPr/>
                    <a:lstStyle/>
                    <a:p>
                      <a:pPr>
                        <a:buNone/>
                      </a:pPr>
                      <a:r>
                        <a:rPr lang="en-US" sz="1800"/>
                        <a:t>14.29%</a:t>
                      </a:r>
                    </a:p>
                  </a:txBody>
                  <a:tcPr anchor="ctr"/>
                </a:tc>
                <a:tc>
                  <a:txBody>
                    <a:bodyPr/>
                    <a:lstStyle/>
                    <a:p>
                      <a:pPr>
                        <a:buNone/>
                      </a:pPr>
                      <a:r>
                        <a:rPr lang="en-US" sz="1800"/>
                        <a:t>5 (0.71)</a:t>
                      </a:r>
                    </a:p>
                  </a:txBody>
                  <a:tcPr anchor="ctr"/>
                </a:tc>
                <a:tc>
                  <a:txBody>
                    <a:bodyPr/>
                    <a:lstStyle/>
                    <a:p>
                      <a:pPr>
                        <a:buNone/>
                      </a:pPr>
                      <a:r>
                        <a:rPr lang="en-US" sz="1800"/>
                        <a:t>4 (0.57)</a:t>
                      </a:r>
                    </a:p>
                  </a:txBody>
                  <a:tcPr anchor="ctr"/>
                </a:tc>
                <a:tc>
                  <a:txBody>
                    <a:bodyPr/>
                    <a:lstStyle/>
                    <a:p>
                      <a:pPr>
                        <a:buNone/>
                      </a:pPr>
                      <a:r>
                        <a:rPr lang="en-US" sz="1800"/>
                        <a:t>5 (0.71)</a:t>
                      </a:r>
                    </a:p>
                  </a:txBody>
                  <a:tcPr anchor="ctr"/>
                </a:tc>
                <a:extLst>
                  <a:ext uri="{0D108BD9-81ED-4DB2-BD59-A6C34878D82A}">
                    <a16:rowId xmlns:a16="http://schemas.microsoft.com/office/drawing/2014/main" val="711580772"/>
                  </a:ext>
                </a:extLst>
              </a:tr>
              <a:tr h="571697">
                <a:tc>
                  <a:txBody>
                    <a:bodyPr/>
                    <a:lstStyle/>
                    <a:p>
                      <a:pPr>
                        <a:buNone/>
                      </a:pPr>
                      <a:r>
                        <a:rPr lang="en-US" sz="1800"/>
                        <a:t>TOTAL</a:t>
                      </a:r>
                    </a:p>
                  </a:txBody>
                  <a:tcPr anchor="ctr"/>
                </a:tc>
                <a:tc>
                  <a:txBody>
                    <a:bodyPr/>
                    <a:lstStyle/>
                    <a:p>
                      <a:pPr>
                        <a:buNone/>
                      </a:pPr>
                      <a:r>
                        <a:rPr lang="en-US" sz="1800"/>
                        <a:t>100%</a:t>
                      </a:r>
                    </a:p>
                  </a:txBody>
                  <a:tcPr anchor="ctr"/>
                </a:tc>
                <a:tc>
                  <a:txBody>
                    <a:bodyPr/>
                    <a:lstStyle/>
                    <a:p>
                      <a:pPr>
                        <a:buNone/>
                      </a:pPr>
                      <a:r>
                        <a:rPr lang="en-US" sz="1800"/>
                        <a:t>4.99</a:t>
                      </a:r>
                    </a:p>
                  </a:txBody>
                  <a:tcPr anchor="ctr"/>
                </a:tc>
                <a:tc>
                  <a:txBody>
                    <a:bodyPr/>
                    <a:lstStyle/>
                    <a:p>
                      <a:pPr>
                        <a:buNone/>
                      </a:pPr>
                      <a:r>
                        <a:rPr lang="en-US" sz="1800"/>
                        <a:t>3.50</a:t>
                      </a:r>
                    </a:p>
                  </a:txBody>
                  <a:tcPr anchor="ctr"/>
                </a:tc>
                <a:tc>
                  <a:txBody>
                    <a:bodyPr/>
                    <a:lstStyle/>
                    <a:p>
                      <a:pPr>
                        <a:buNone/>
                      </a:pPr>
                      <a:r>
                        <a:rPr lang="en-US" sz="1800"/>
                        <a:t>4.14</a:t>
                      </a:r>
                    </a:p>
                  </a:txBody>
                  <a:tcPr anchor="ctr"/>
                </a:tc>
                <a:extLst>
                  <a:ext uri="{0D108BD9-81ED-4DB2-BD59-A6C34878D82A}">
                    <a16:rowId xmlns:a16="http://schemas.microsoft.com/office/drawing/2014/main" val="3365085017"/>
                  </a:ext>
                </a:extLst>
              </a:tr>
            </a:tbl>
          </a:graphicData>
        </a:graphic>
      </p:graphicFrame>
      <p:sp>
        <p:nvSpPr>
          <p:cNvPr id="4" name="Rectangle 3">
            <a:extLst>
              <a:ext uri="{FF2B5EF4-FFF2-40B4-BE49-F238E27FC236}">
                <a16:creationId xmlns:a16="http://schemas.microsoft.com/office/drawing/2014/main" id="{2C61A3AB-BD4D-A9E9-DAF1-DCD1D1BC18BB}"/>
              </a:ext>
            </a:extLst>
          </p:cNvPr>
          <p:cNvSpPr/>
          <p:nvPr/>
        </p:nvSpPr>
        <p:spPr>
          <a:xfrm>
            <a:off x="4855154" y="1720573"/>
            <a:ext cx="2253311" cy="4072393"/>
          </a:xfrm>
          <a:prstGeom prst="rect">
            <a:avLst/>
          </a:prstGeom>
          <a:solidFill>
            <a:srgbClr val="FFE699">
              <a:alpha val="3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3432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83A01C-CA20-8F0B-295C-2FB5995D1C4D}"/>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E9EB0FB0-F64D-FA7E-C616-E8414801B251}"/>
              </a:ext>
            </a:extLst>
          </p:cNvPr>
          <p:cNvSpPr txBox="1"/>
          <p:nvPr/>
        </p:nvSpPr>
        <p:spPr>
          <a:xfrm>
            <a:off x="660301" y="481311"/>
            <a:ext cx="8266937" cy="1272827"/>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2733" b="1">
                <a:solidFill>
                  <a:schemeClr val="accent1">
                    <a:lumMod val="76000"/>
                  </a:schemeClr>
                </a:solidFill>
                <a:ea typeface="+mn-lt"/>
                <a:cs typeface="+mn-lt"/>
                <a:sym typeface="Poppins Light"/>
              </a:rPr>
              <a:t>Benchmarking de Frameworks </a:t>
            </a:r>
            <a:r>
              <a:rPr lang="en-US" sz="2733" b="1" err="1">
                <a:solidFill>
                  <a:schemeClr val="accent1">
                    <a:lumMod val="76000"/>
                  </a:schemeClr>
                </a:solidFill>
                <a:ea typeface="+mn-lt"/>
                <a:cs typeface="+mn-lt"/>
                <a:sym typeface="Poppins Light"/>
              </a:rPr>
              <a:t>Educativos</a:t>
            </a:r>
            <a:r>
              <a:rPr lang="en-US" sz="2733" b="1">
                <a:solidFill>
                  <a:schemeClr val="accent1">
                    <a:lumMod val="76000"/>
                  </a:schemeClr>
                </a:solidFill>
                <a:ea typeface="+mn-lt"/>
                <a:cs typeface="+mn-lt"/>
                <a:sym typeface="Poppins Light"/>
              </a:rPr>
              <a:t> de Generación de </a:t>
            </a:r>
            <a:r>
              <a:rPr lang="en-US" sz="2733" b="1" err="1">
                <a:solidFill>
                  <a:schemeClr val="accent1">
                    <a:lumMod val="76000"/>
                  </a:schemeClr>
                </a:solidFill>
                <a:ea typeface="+mn-lt"/>
                <a:cs typeface="+mn-lt"/>
                <a:sym typeface="Poppins Light"/>
              </a:rPr>
              <a:t>Preguntas</a:t>
            </a:r>
            <a:endParaRPr lang="en-US" sz="800" b="1" err="1">
              <a:solidFill>
                <a:schemeClr val="accent1">
                  <a:lumMod val="76000"/>
                </a:schemeClr>
              </a:solidFill>
              <a:ea typeface="Calibri"/>
              <a:cs typeface="Calibri"/>
            </a:endParaRPr>
          </a:p>
          <a:p>
            <a:pPr algn="l">
              <a:lnSpc>
                <a:spcPts val="3458"/>
              </a:lnSpc>
            </a:pPr>
            <a:endParaRPr lang="en-US" sz="2733">
              <a:solidFill>
                <a:schemeClr val="accent1">
                  <a:lumMod val="76000"/>
                </a:schemeClr>
              </a:solidFill>
              <a:latin typeface="Poppins Light"/>
              <a:ea typeface="Poppins Light"/>
              <a:cs typeface="Poppins Light"/>
            </a:endParaRPr>
          </a:p>
        </p:txBody>
      </p:sp>
      <p:sp>
        <p:nvSpPr>
          <p:cNvPr id="4" name="TextBox 7">
            <a:extLst>
              <a:ext uri="{FF2B5EF4-FFF2-40B4-BE49-F238E27FC236}">
                <a16:creationId xmlns:a16="http://schemas.microsoft.com/office/drawing/2014/main" id="{C37EA63C-26C8-A256-F285-5D7D1AD0B2B8}"/>
              </a:ext>
            </a:extLst>
          </p:cNvPr>
          <p:cNvSpPr txBox="1"/>
          <p:nvPr/>
        </p:nvSpPr>
        <p:spPr>
          <a:xfrm>
            <a:off x="656899" y="1766041"/>
            <a:ext cx="4217375" cy="287386"/>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291"/>
              </a:lnSpc>
            </a:pPr>
            <a:r>
              <a:rPr lang="en-US" sz="1867" b="1">
                <a:latin typeface="Poppins Light"/>
                <a:cs typeface="Poppins Light"/>
              </a:rPr>
              <a:t>Calidad </a:t>
            </a:r>
            <a:r>
              <a:rPr lang="en-US" sz="1867" b="1" err="1">
                <a:latin typeface="Poppins Light"/>
                <a:cs typeface="Poppins Light"/>
              </a:rPr>
              <a:t>pedagógica</a:t>
            </a:r>
            <a:endParaRPr lang="en-US" sz="800" err="1"/>
          </a:p>
        </p:txBody>
      </p:sp>
      <p:sp>
        <p:nvSpPr>
          <p:cNvPr id="7" name="TextBox 8">
            <a:extLst>
              <a:ext uri="{FF2B5EF4-FFF2-40B4-BE49-F238E27FC236}">
                <a16:creationId xmlns:a16="http://schemas.microsoft.com/office/drawing/2014/main" id="{A189FBA0-62A3-58F2-CC19-E9A215CAB3E8}"/>
              </a:ext>
            </a:extLst>
          </p:cNvPr>
          <p:cNvSpPr txBox="1"/>
          <p:nvPr/>
        </p:nvSpPr>
        <p:spPr>
          <a:xfrm>
            <a:off x="671277" y="2237548"/>
            <a:ext cx="5203924" cy="215444"/>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just"/>
            <a:r>
              <a:rPr lang="en-US" sz="1400" err="1">
                <a:solidFill>
                  <a:srgbClr val="3D3D42"/>
                </a:solidFill>
                <a:ea typeface="+mn-lt"/>
                <a:cs typeface="+mn-lt"/>
              </a:rPr>
              <a:t>Alineación</a:t>
            </a:r>
            <a:r>
              <a:rPr lang="en-US" sz="1400">
                <a:solidFill>
                  <a:srgbClr val="3D3D42"/>
                </a:solidFill>
                <a:ea typeface="+mn-lt"/>
                <a:cs typeface="+mn-lt"/>
              </a:rPr>
              <a:t> con </a:t>
            </a:r>
            <a:r>
              <a:rPr lang="en-US" sz="1400" err="1">
                <a:solidFill>
                  <a:srgbClr val="3D3D42"/>
                </a:solidFill>
                <a:ea typeface="+mn-lt"/>
                <a:cs typeface="+mn-lt"/>
              </a:rPr>
              <a:t>objetivos</a:t>
            </a:r>
            <a:r>
              <a:rPr lang="en-US" sz="1400">
                <a:solidFill>
                  <a:srgbClr val="3D3D42"/>
                </a:solidFill>
                <a:ea typeface="+mn-lt"/>
                <a:cs typeface="+mn-lt"/>
              </a:rPr>
              <a:t> y </a:t>
            </a:r>
            <a:r>
              <a:rPr lang="en-US" sz="1400" err="1">
                <a:solidFill>
                  <a:srgbClr val="3D3D42"/>
                </a:solidFill>
                <a:ea typeface="+mn-lt"/>
                <a:cs typeface="+mn-lt"/>
              </a:rPr>
              <a:t>nivel</a:t>
            </a:r>
            <a:r>
              <a:rPr lang="en-US" sz="1400">
                <a:solidFill>
                  <a:srgbClr val="3D3D42"/>
                </a:solidFill>
                <a:ea typeface="+mn-lt"/>
                <a:cs typeface="+mn-lt"/>
              </a:rPr>
              <a:t> </a:t>
            </a:r>
            <a:r>
              <a:rPr lang="en-US" sz="1400" err="1">
                <a:solidFill>
                  <a:srgbClr val="3D3D42"/>
                </a:solidFill>
                <a:ea typeface="+mn-lt"/>
                <a:cs typeface="+mn-lt"/>
              </a:rPr>
              <a:t>cognitivo</a:t>
            </a:r>
            <a:r>
              <a:rPr lang="en-US" sz="1400">
                <a:solidFill>
                  <a:srgbClr val="3D3D42"/>
                </a:solidFill>
                <a:ea typeface="+mn-lt"/>
                <a:cs typeface="+mn-lt"/>
              </a:rPr>
              <a:t>.</a:t>
            </a:r>
          </a:p>
        </p:txBody>
      </p:sp>
      <p:sp>
        <p:nvSpPr>
          <p:cNvPr id="8" name="TextBox 7">
            <a:extLst>
              <a:ext uri="{FF2B5EF4-FFF2-40B4-BE49-F238E27FC236}">
                <a16:creationId xmlns:a16="http://schemas.microsoft.com/office/drawing/2014/main" id="{D391E8EF-5975-6E34-20DE-0476C4B2C812}"/>
              </a:ext>
            </a:extLst>
          </p:cNvPr>
          <p:cNvSpPr txBox="1"/>
          <p:nvPr/>
        </p:nvSpPr>
        <p:spPr>
          <a:xfrm>
            <a:off x="642522" y="4339589"/>
            <a:ext cx="4217375" cy="285035"/>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291"/>
              </a:lnSpc>
            </a:pPr>
            <a:r>
              <a:rPr lang="en-US" sz="1867" b="1" err="1">
                <a:latin typeface="Poppins Light"/>
                <a:ea typeface="+mn-lt"/>
                <a:cs typeface="Poppins Light"/>
              </a:rPr>
              <a:t>Adaptación</a:t>
            </a:r>
            <a:r>
              <a:rPr lang="en-US" sz="1867" b="1">
                <a:latin typeface="Poppins Light"/>
                <a:ea typeface="+mn-lt"/>
                <a:cs typeface="Poppins Light"/>
              </a:rPr>
              <a:t> al </a:t>
            </a:r>
            <a:r>
              <a:rPr lang="en-US" sz="1867" b="1" err="1">
                <a:latin typeface="Poppins Light"/>
                <a:ea typeface="+mn-lt"/>
                <a:cs typeface="Poppins Light"/>
              </a:rPr>
              <a:t>dominio</a:t>
            </a:r>
            <a:endParaRPr lang="en-US" sz="800" err="1"/>
          </a:p>
        </p:txBody>
      </p:sp>
      <p:sp>
        <p:nvSpPr>
          <p:cNvPr id="9" name="TextBox 8">
            <a:extLst>
              <a:ext uri="{FF2B5EF4-FFF2-40B4-BE49-F238E27FC236}">
                <a16:creationId xmlns:a16="http://schemas.microsoft.com/office/drawing/2014/main" id="{99114A67-167B-9F89-07A8-209229EAE5C7}"/>
              </a:ext>
            </a:extLst>
          </p:cNvPr>
          <p:cNvSpPr txBox="1"/>
          <p:nvPr/>
        </p:nvSpPr>
        <p:spPr>
          <a:xfrm>
            <a:off x="642522" y="4825473"/>
            <a:ext cx="5203924" cy="43595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28600" indent="-228600" algn="just">
              <a:buFont typeface="Arial"/>
              <a:buChar char="•"/>
            </a:pPr>
            <a:r>
              <a:rPr lang="en-US" sz="1400" err="1">
                <a:solidFill>
                  <a:srgbClr val="3D3D42"/>
                </a:solidFill>
                <a:ea typeface="+mn-lt"/>
                <a:cs typeface="+mn-lt"/>
              </a:rPr>
              <a:t>Preguntas</a:t>
            </a:r>
            <a:r>
              <a:rPr lang="en-US" sz="1400">
                <a:solidFill>
                  <a:srgbClr val="3D3D42"/>
                </a:solidFill>
                <a:ea typeface="+mn-lt"/>
                <a:cs typeface="+mn-lt"/>
              </a:rPr>
              <a:t> </a:t>
            </a:r>
            <a:r>
              <a:rPr lang="en-US" sz="1400" err="1">
                <a:solidFill>
                  <a:srgbClr val="3D3D42"/>
                </a:solidFill>
                <a:ea typeface="+mn-lt"/>
                <a:cs typeface="+mn-lt"/>
              </a:rPr>
              <a:t>más</a:t>
            </a:r>
            <a:r>
              <a:rPr lang="en-US" sz="1400">
                <a:solidFill>
                  <a:srgbClr val="3D3D42"/>
                </a:solidFill>
                <a:ea typeface="+mn-lt"/>
                <a:cs typeface="+mn-lt"/>
              </a:rPr>
              <a:t> </a:t>
            </a:r>
            <a:r>
              <a:rPr lang="en-US" sz="1400" err="1">
                <a:solidFill>
                  <a:srgbClr val="3D3D42"/>
                </a:solidFill>
                <a:ea typeface="+mn-lt"/>
                <a:cs typeface="+mn-lt"/>
              </a:rPr>
              <a:t>relevantes</a:t>
            </a:r>
            <a:r>
              <a:rPr lang="en-US" sz="1400">
                <a:solidFill>
                  <a:srgbClr val="3D3D42"/>
                </a:solidFill>
                <a:ea typeface="+mn-lt"/>
                <a:cs typeface="+mn-lt"/>
              </a:rPr>
              <a:t> </a:t>
            </a:r>
            <a:r>
              <a:rPr lang="en-US" sz="1400" err="1">
                <a:solidFill>
                  <a:srgbClr val="3D3D42"/>
                </a:solidFill>
                <a:ea typeface="+mn-lt"/>
                <a:cs typeface="+mn-lt"/>
              </a:rPr>
              <a:t>académicamente</a:t>
            </a:r>
          </a:p>
          <a:p>
            <a:pPr marL="228611" indent="-228611" algn="just">
              <a:buFont typeface="Arial"/>
              <a:buChar char="•"/>
            </a:pPr>
            <a:endParaRPr lang="en-US" sz="1433">
              <a:solidFill>
                <a:srgbClr val="3D3D42"/>
              </a:solidFill>
              <a:latin typeface="Calibri"/>
              <a:ea typeface="Calibri"/>
              <a:cs typeface="Calibri"/>
            </a:endParaRPr>
          </a:p>
        </p:txBody>
      </p:sp>
      <p:sp>
        <p:nvSpPr>
          <p:cNvPr id="10" name="TextBox 7">
            <a:extLst>
              <a:ext uri="{FF2B5EF4-FFF2-40B4-BE49-F238E27FC236}">
                <a16:creationId xmlns:a16="http://schemas.microsoft.com/office/drawing/2014/main" id="{E5C937F8-F505-95B1-4172-75391D9614E4}"/>
              </a:ext>
            </a:extLst>
          </p:cNvPr>
          <p:cNvSpPr txBox="1"/>
          <p:nvPr/>
        </p:nvSpPr>
        <p:spPr>
          <a:xfrm>
            <a:off x="6695389" y="1766040"/>
            <a:ext cx="4217375" cy="287386"/>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291"/>
              </a:lnSpc>
            </a:pPr>
            <a:r>
              <a:rPr lang="en-US" sz="1867" b="1" err="1">
                <a:latin typeface="Poppins Light"/>
                <a:ea typeface="Calibri"/>
                <a:cs typeface="Poppins Light"/>
              </a:rPr>
              <a:t>Precisión</a:t>
            </a:r>
            <a:r>
              <a:rPr lang="en-US" sz="1867" b="1">
                <a:latin typeface="Poppins Light"/>
                <a:ea typeface="Calibri"/>
                <a:cs typeface="Poppins Light"/>
              </a:rPr>
              <a:t> </a:t>
            </a:r>
            <a:r>
              <a:rPr lang="en-US" sz="1867" b="1" err="1">
                <a:latin typeface="Poppins Light"/>
                <a:ea typeface="Calibri"/>
                <a:cs typeface="Poppins Light"/>
              </a:rPr>
              <a:t>linguistica</a:t>
            </a:r>
            <a:endParaRPr lang="en-US" sz="800" err="1"/>
          </a:p>
        </p:txBody>
      </p:sp>
      <p:sp>
        <p:nvSpPr>
          <p:cNvPr id="11" name="TextBox 8">
            <a:extLst>
              <a:ext uri="{FF2B5EF4-FFF2-40B4-BE49-F238E27FC236}">
                <a16:creationId xmlns:a16="http://schemas.microsoft.com/office/drawing/2014/main" id="{5215DC4F-9828-8694-D2E8-3F8505293E1F}"/>
              </a:ext>
            </a:extLst>
          </p:cNvPr>
          <p:cNvSpPr txBox="1"/>
          <p:nvPr/>
        </p:nvSpPr>
        <p:spPr>
          <a:xfrm>
            <a:off x="6695389" y="2237547"/>
            <a:ext cx="5203924" cy="43595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28600" indent="-228600" algn="just">
              <a:buFont typeface="Arial"/>
              <a:buChar char="•"/>
            </a:pPr>
            <a:r>
              <a:rPr lang="en-US" sz="1400">
                <a:solidFill>
                  <a:srgbClr val="3D3D42"/>
                </a:solidFill>
                <a:ea typeface="+mn-lt"/>
                <a:cs typeface="+mn-lt"/>
              </a:rPr>
              <a:t>Evita </a:t>
            </a:r>
            <a:r>
              <a:rPr lang="en-US" sz="1400" err="1">
                <a:solidFill>
                  <a:srgbClr val="3D3D42"/>
                </a:solidFill>
                <a:ea typeface="+mn-lt"/>
                <a:cs typeface="+mn-lt"/>
              </a:rPr>
              <a:t>ambiguedad</a:t>
            </a:r>
            <a:r>
              <a:rPr lang="en-US" sz="1400">
                <a:solidFill>
                  <a:srgbClr val="3D3D42"/>
                </a:solidFill>
                <a:ea typeface="+mn-lt"/>
                <a:cs typeface="+mn-lt"/>
              </a:rPr>
              <a:t> </a:t>
            </a:r>
            <a:r>
              <a:rPr lang="en-US" sz="1400" err="1">
                <a:solidFill>
                  <a:srgbClr val="3D3D42"/>
                </a:solidFill>
                <a:ea typeface="+mn-lt"/>
                <a:cs typeface="+mn-lt"/>
              </a:rPr>
              <a:t>en</a:t>
            </a:r>
            <a:r>
              <a:rPr lang="en-US" sz="1400">
                <a:solidFill>
                  <a:srgbClr val="3D3D42"/>
                </a:solidFill>
                <a:ea typeface="+mn-lt"/>
                <a:cs typeface="+mn-lt"/>
              </a:rPr>
              <a:t> la </a:t>
            </a:r>
            <a:r>
              <a:rPr lang="en-US" sz="1400" err="1">
                <a:solidFill>
                  <a:srgbClr val="3D3D42"/>
                </a:solidFill>
                <a:ea typeface="+mn-lt"/>
                <a:cs typeface="+mn-lt"/>
              </a:rPr>
              <a:t>evaluación</a:t>
            </a:r>
          </a:p>
          <a:p>
            <a:pPr marL="228611" indent="-228611" algn="just">
              <a:buFont typeface="Arial"/>
              <a:buChar char="•"/>
            </a:pPr>
            <a:endParaRPr lang="en-US" sz="1433">
              <a:solidFill>
                <a:srgbClr val="3D3D42"/>
              </a:solidFill>
              <a:latin typeface="Calibri"/>
              <a:ea typeface="Calibri"/>
              <a:cs typeface="Calibri"/>
            </a:endParaRPr>
          </a:p>
        </p:txBody>
      </p:sp>
      <p:sp>
        <p:nvSpPr>
          <p:cNvPr id="12" name="TextBox 7">
            <a:extLst>
              <a:ext uri="{FF2B5EF4-FFF2-40B4-BE49-F238E27FC236}">
                <a16:creationId xmlns:a16="http://schemas.microsoft.com/office/drawing/2014/main" id="{2DF2C6D5-5F1C-33F2-ED24-20596E49B962}"/>
              </a:ext>
            </a:extLst>
          </p:cNvPr>
          <p:cNvSpPr txBox="1"/>
          <p:nvPr/>
        </p:nvSpPr>
        <p:spPr>
          <a:xfrm>
            <a:off x="6666635" y="4339587"/>
            <a:ext cx="4217375" cy="288284"/>
          </a:xfrm>
          <a:prstGeom prst="rect">
            <a:avLst/>
          </a:prstGeom>
          <a:noFill/>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291"/>
              </a:lnSpc>
            </a:pPr>
            <a:r>
              <a:rPr lang="en-US" sz="1867" b="1" err="1">
                <a:latin typeface="Poppins Light"/>
                <a:ea typeface="Calibri"/>
                <a:cs typeface="Poppins Light"/>
              </a:rPr>
              <a:t>Facilidad</a:t>
            </a:r>
            <a:r>
              <a:rPr lang="en-US" sz="1867" b="1">
                <a:latin typeface="Poppins Light"/>
                <a:ea typeface="Calibri"/>
                <a:cs typeface="Poppins Light"/>
              </a:rPr>
              <a:t> de </a:t>
            </a:r>
            <a:r>
              <a:rPr lang="en-US" sz="1867" b="1" err="1">
                <a:latin typeface="Poppins Light"/>
                <a:ea typeface="Calibri"/>
                <a:cs typeface="Poppins Light"/>
              </a:rPr>
              <a:t>implementación</a:t>
            </a:r>
          </a:p>
        </p:txBody>
      </p:sp>
      <p:sp>
        <p:nvSpPr>
          <p:cNvPr id="13" name="TextBox 8">
            <a:extLst>
              <a:ext uri="{FF2B5EF4-FFF2-40B4-BE49-F238E27FC236}">
                <a16:creationId xmlns:a16="http://schemas.microsoft.com/office/drawing/2014/main" id="{7C90CC07-E6A1-02E1-4869-40B1B7B42760}"/>
              </a:ext>
            </a:extLst>
          </p:cNvPr>
          <p:cNvSpPr txBox="1"/>
          <p:nvPr/>
        </p:nvSpPr>
        <p:spPr>
          <a:xfrm>
            <a:off x="6666635" y="4825472"/>
            <a:ext cx="5203924" cy="43595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28600" indent="-228600" algn="just">
              <a:buFont typeface="Arial"/>
              <a:buChar char="•"/>
            </a:pPr>
            <a:r>
              <a:rPr lang="en-US" sz="1400" err="1">
                <a:solidFill>
                  <a:srgbClr val="3D3D42"/>
                </a:solidFill>
                <a:ea typeface="+mn-lt"/>
                <a:cs typeface="+mn-lt"/>
              </a:rPr>
              <a:t>Integración</a:t>
            </a:r>
            <a:r>
              <a:rPr lang="en-US" sz="1400">
                <a:solidFill>
                  <a:srgbClr val="3D3D42"/>
                </a:solidFill>
                <a:ea typeface="+mn-lt"/>
                <a:cs typeface="+mn-lt"/>
              </a:rPr>
              <a:t> </a:t>
            </a:r>
            <a:r>
              <a:rPr lang="en-US" sz="1400" err="1">
                <a:solidFill>
                  <a:srgbClr val="3D3D42"/>
                </a:solidFill>
                <a:ea typeface="+mn-lt"/>
                <a:cs typeface="+mn-lt"/>
              </a:rPr>
              <a:t>en</a:t>
            </a:r>
            <a:r>
              <a:rPr lang="en-US" sz="1400">
                <a:solidFill>
                  <a:srgbClr val="3D3D42"/>
                </a:solidFill>
                <a:ea typeface="+mn-lt"/>
                <a:cs typeface="+mn-lt"/>
              </a:rPr>
              <a:t> </a:t>
            </a:r>
            <a:r>
              <a:rPr lang="en-US" sz="1400" err="1">
                <a:solidFill>
                  <a:srgbClr val="3D3D42"/>
                </a:solidFill>
                <a:ea typeface="+mn-lt"/>
                <a:cs typeface="+mn-lt"/>
              </a:rPr>
              <a:t>plataforma</a:t>
            </a:r>
            <a:r>
              <a:rPr lang="en-US" sz="1400">
                <a:solidFill>
                  <a:srgbClr val="3D3D42"/>
                </a:solidFill>
                <a:ea typeface="+mn-lt"/>
                <a:cs typeface="+mn-lt"/>
              </a:rPr>
              <a:t> real</a:t>
            </a:r>
          </a:p>
          <a:p>
            <a:pPr marL="228611" indent="-228611" algn="just">
              <a:buFont typeface="Arial"/>
              <a:buChar char="•"/>
            </a:pPr>
            <a:endParaRPr lang="en-US" sz="1433">
              <a:solidFill>
                <a:srgbClr val="3D3D42"/>
              </a:solidFill>
              <a:ea typeface="+mn-lt"/>
              <a:cs typeface="+mn-lt"/>
            </a:endParaRPr>
          </a:p>
        </p:txBody>
      </p:sp>
      <p:pic>
        <p:nvPicPr>
          <p:cNvPr id="6" name="Picture 5" descr="Diseño PNG Y SVG De Pregunta De Doodle De Signo De Interrogación 3D Para  Camisetas">
            <a:extLst>
              <a:ext uri="{FF2B5EF4-FFF2-40B4-BE49-F238E27FC236}">
                <a16:creationId xmlns:a16="http://schemas.microsoft.com/office/drawing/2014/main" id="{7F79A6A0-FA55-9B27-8B2D-C2EE271B0906}"/>
              </a:ext>
            </a:extLst>
          </p:cNvPr>
          <p:cNvPicPr>
            <a:picLocks noChangeAspect="1"/>
          </p:cNvPicPr>
          <p:nvPr/>
        </p:nvPicPr>
        <p:blipFill>
          <a:blip r:embed="rId3"/>
          <a:stretch>
            <a:fillRect/>
          </a:stretch>
        </p:blipFill>
        <p:spPr>
          <a:xfrm>
            <a:off x="4578035" y="2673845"/>
            <a:ext cx="1658069" cy="1594210"/>
          </a:xfrm>
          <a:prstGeom prst="rect">
            <a:avLst/>
          </a:prstGeom>
        </p:spPr>
      </p:pic>
      <p:sp>
        <p:nvSpPr>
          <p:cNvPr id="2" name="TextBox 1">
            <a:extLst>
              <a:ext uri="{FF2B5EF4-FFF2-40B4-BE49-F238E27FC236}">
                <a16:creationId xmlns:a16="http://schemas.microsoft.com/office/drawing/2014/main" id="{34EDF8BD-E6B2-5FFE-8B7C-BC7F285C0FE5}"/>
              </a:ext>
            </a:extLst>
          </p:cNvPr>
          <p:cNvSpPr txBox="1"/>
          <p:nvPr/>
        </p:nvSpPr>
        <p:spPr>
          <a:xfrm>
            <a:off x="6690986" y="6017712"/>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i="0">
                <a:latin typeface="Segoe UI"/>
                <a:ea typeface="Segoe UI"/>
                <a:cs typeface="Segoe UI"/>
              </a:rPr>
              <a:t>Dong, X., Zhang, X., Li, Z., Hou, Q., Xue, J., &amp; Li, X. (2025).</a:t>
            </a:r>
            <a:br>
              <a:rPr lang="en-US" b="0" i="0">
                <a:latin typeface="Segoe UI"/>
                <a:ea typeface="Segoe UI"/>
                <a:cs typeface="Segoe UI"/>
              </a:rPr>
            </a:br>
            <a:r>
              <a:rPr lang="en-US" b="0" i="1">
                <a:latin typeface="Segoe UI"/>
                <a:ea typeface="Segoe UI"/>
                <a:cs typeface="Segoe UI"/>
              </a:rPr>
              <a:t>A literature review of research on question generation in education.</a:t>
            </a:r>
          </a:p>
          <a:p>
            <a:pPr algn="ctr"/>
            <a:endParaRPr lang="en-US"/>
          </a:p>
        </p:txBody>
      </p:sp>
    </p:spTree>
    <p:extLst>
      <p:ext uri="{BB962C8B-B14F-4D97-AF65-F5344CB8AC3E}">
        <p14:creationId xmlns:p14="http://schemas.microsoft.com/office/powerpoint/2010/main" val="3101161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D6FB31-0AB5-32DB-4341-6E9FE3F530EA}"/>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E7797F4A-1BE2-9383-603A-517543A5F2C0}"/>
              </a:ext>
            </a:extLst>
          </p:cNvPr>
          <p:cNvSpPr txBox="1"/>
          <p:nvPr/>
        </p:nvSpPr>
        <p:spPr>
          <a:xfrm>
            <a:off x="638881" y="417576"/>
            <a:ext cx="10909640" cy="1249394"/>
          </a:xfrm>
          <a:prstGeom prst="rect">
            <a:avLst/>
          </a:prstGeom>
        </p:spPr>
        <p:txBody>
          <a:bodyPr vert="horz" lIns="60960" tIns="30480" rIns="60960" bIns="30480" rtlCol="0" anchor="ctr">
            <a:normAutofit fontScale="85000" lnSpcReduction="20000"/>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ct val="90000"/>
              </a:lnSpc>
              <a:spcBef>
                <a:spcPct val="0"/>
              </a:spcBef>
              <a:spcAft>
                <a:spcPts val="400"/>
              </a:spcAft>
            </a:pPr>
            <a:r>
              <a:rPr lang="en-US" sz="4100" err="1">
                <a:solidFill>
                  <a:schemeClr val="accent1">
                    <a:lumMod val="76000"/>
                  </a:schemeClr>
                </a:solidFill>
                <a:ea typeface="+mn-lt"/>
                <a:cs typeface="+mn-lt"/>
                <a:sym typeface="Poppins Light"/>
              </a:rPr>
              <a:t>Comparativa</a:t>
            </a:r>
            <a:r>
              <a:rPr lang="en-US" sz="4100">
                <a:solidFill>
                  <a:schemeClr val="accent1">
                    <a:lumMod val="76000"/>
                  </a:schemeClr>
                </a:solidFill>
                <a:ea typeface="+mn-lt"/>
                <a:cs typeface="+mn-lt"/>
                <a:sym typeface="Poppins Light"/>
              </a:rPr>
              <a:t> </a:t>
            </a:r>
            <a:r>
              <a:rPr lang="en-US" sz="4100" kern="1200">
                <a:solidFill>
                  <a:schemeClr val="accent1">
                    <a:lumMod val="76000"/>
                  </a:schemeClr>
                </a:solidFill>
                <a:ea typeface="+mn-lt"/>
                <a:cs typeface="+mn-lt"/>
                <a:sym typeface="Poppins Light"/>
              </a:rPr>
              <a:t>de Frameworks de Generación de </a:t>
            </a:r>
            <a:r>
              <a:rPr lang="en-US" sz="4100" kern="1200" err="1">
                <a:solidFill>
                  <a:schemeClr val="accent1">
                    <a:lumMod val="76000"/>
                  </a:schemeClr>
                </a:solidFill>
                <a:ea typeface="+mn-lt"/>
                <a:cs typeface="+mn-lt"/>
                <a:sym typeface="Poppins Light"/>
              </a:rPr>
              <a:t>Preguntas</a:t>
            </a:r>
            <a:r>
              <a:rPr lang="en-US" sz="4100">
                <a:solidFill>
                  <a:schemeClr val="accent1">
                    <a:lumMod val="76000"/>
                  </a:schemeClr>
                </a:solidFill>
                <a:ea typeface="+mn-lt"/>
                <a:cs typeface="+mn-lt"/>
                <a:sym typeface="Poppins Light"/>
              </a:rPr>
              <a:t> </a:t>
            </a:r>
            <a:r>
              <a:rPr lang="en-US" sz="4100" err="1">
                <a:solidFill>
                  <a:schemeClr val="accent1">
                    <a:lumMod val="76000"/>
                  </a:schemeClr>
                </a:solidFill>
                <a:ea typeface="+mn-lt"/>
                <a:cs typeface="+mn-lt"/>
                <a:sym typeface="Poppins Light"/>
              </a:rPr>
              <a:t>según</a:t>
            </a:r>
            <a:r>
              <a:rPr lang="en-US" sz="4100">
                <a:solidFill>
                  <a:schemeClr val="accent1">
                    <a:lumMod val="76000"/>
                  </a:schemeClr>
                </a:solidFill>
                <a:ea typeface="+mn-lt"/>
                <a:cs typeface="+mn-lt"/>
                <a:sym typeface="Poppins Light"/>
              </a:rPr>
              <a:t> Calidad </a:t>
            </a:r>
            <a:r>
              <a:rPr lang="en-US" sz="4100" err="1">
                <a:solidFill>
                  <a:schemeClr val="accent1">
                    <a:lumMod val="76000"/>
                  </a:schemeClr>
                </a:solidFill>
                <a:ea typeface="+mn-lt"/>
                <a:cs typeface="+mn-lt"/>
                <a:sym typeface="Poppins Light"/>
              </a:rPr>
              <a:t>Pedagógica</a:t>
            </a:r>
            <a:r>
              <a:rPr lang="en-US" sz="4100">
                <a:solidFill>
                  <a:schemeClr val="accent1">
                    <a:lumMod val="76000"/>
                  </a:schemeClr>
                </a:solidFill>
                <a:ea typeface="+mn-lt"/>
                <a:cs typeface="+mn-lt"/>
                <a:sym typeface="Poppins Light"/>
              </a:rPr>
              <a:t>, </a:t>
            </a:r>
            <a:r>
              <a:rPr lang="en-US" sz="4100" err="1">
                <a:solidFill>
                  <a:schemeClr val="accent1">
                    <a:lumMod val="76000"/>
                  </a:schemeClr>
                </a:solidFill>
                <a:ea typeface="+mn-lt"/>
                <a:cs typeface="+mn-lt"/>
                <a:sym typeface="Poppins Light"/>
              </a:rPr>
              <a:t>Lingüística</a:t>
            </a:r>
            <a:r>
              <a:rPr lang="en-US" sz="4100">
                <a:solidFill>
                  <a:schemeClr val="accent1">
                    <a:lumMod val="76000"/>
                  </a:schemeClr>
                </a:solidFill>
                <a:ea typeface="+mn-lt"/>
                <a:cs typeface="+mn-lt"/>
                <a:sym typeface="Poppins Light"/>
              </a:rPr>
              <a:t> y </a:t>
            </a:r>
            <a:r>
              <a:rPr lang="en-US" sz="4100" err="1">
                <a:solidFill>
                  <a:schemeClr val="accent1">
                    <a:lumMod val="76000"/>
                  </a:schemeClr>
                </a:solidFill>
                <a:ea typeface="+mn-lt"/>
                <a:cs typeface="+mn-lt"/>
                <a:sym typeface="Poppins Light"/>
              </a:rPr>
              <a:t>Viabilidad</a:t>
            </a:r>
            <a:r>
              <a:rPr lang="en-US" sz="4100">
                <a:solidFill>
                  <a:schemeClr val="accent1">
                    <a:lumMod val="76000"/>
                  </a:schemeClr>
                </a:solidFill>
                <a:ea typeface="+mn-lt"/>
                <a:cs typeface="+mn-lt"/>
                <a:sym typeface="Poppins Light"/>
              </a:rPr>
              <a:t> de </a:t>
            </a:r>
            <a:r>
              <a:rPr lang="en-US" sz="4100" err="1">
                <a:solidFill>
                  <a:schemeClr val="accent1">
                    <a:lumMod val="76000"/>
                  </a:schemeClr>
                </a:solidFill>
                <a:ea typeface="+mn-lt"/>
                <a:cs typeface="+mn-lt"/>
                <a:sym typeface="Poppins Light"/>
              </a:rPr>
              <a:t>Implementación</a:t>
            </a:r>
            <a:endParaRPr lang="en-US" err="1">
              <a:solidFill>
                <a:schemeClr val="accent1">
                  <a:lumMod val="76000"/>
                </a:schemeClr>
              </a:solidFill>
            </a:endParaRPr>
          </a:p>
        </p:txBody>
      </p:sp>
      <p:graphicFrame>
        <p:nvGraphicFramePr>
          <p:cNvPr id="5" name="Table 4">
            <a:extLst>
              <a:ext uri="{FF2B5EF4-FFF2-40B4-BE49-F238E27FC236}">
                <a16:creationId xmlns:a16="http://schemas.microsoft.com/office/drawing/2014/main" id="{0BC17473-9AA1-BB0C-F028-8403E2855E37}"/>
              </a:ext>
            </a:extLst>
          </p:cNvPr>
          <p:cNvGraphicFramePr>
            <a:graphicFrameLocks noGrp="1"/>
          </p:cNvGraphicFramePr>
          <p:nvPr/>
        </p:nvGraphicFramePr>
        <p:xfrm>
          <a:off x="569810" y="2245284"/>
          <a:ext cx="11049333" cy="3586359"/>
        </p:xfrm>
        <a:graphic>
          <a:graphicData uri="http://schemas.openxmlformats.org/drawingml/2006/table">
            <a:tbl>
              <a:tblPr bandRow="1">
                <a:tableStyleId>{3B4B98B0-60AC-42C2-AFA5-B58CD77FA1E5}</a:tableStyleId>
              </a:tblPr>
              <a:tblGrid>
                <a:gridCol w="4329601">
                  <a:extLst>
                    <a:ext uri="{9D8B030D-6E8A-4147-A177-3AD203B41FA5}">
                      <a16:colId xmlns:a16="http://schemas.microsoft.com/office/drawing/2014/main" val="242322376"/>
                    </a:ext>
                  </a:extLst>
                </a:gridCol>
                <a:gridCol w="1631771">
                  <a:extLst>
                    <a:ext uri="{9D8B030D-6E8A-4147-A177-3AD203B41FA5}">
                      <a16:colId xmlns:a16="http://schemas.microsoft.com/office/drawing/2014/main" val="900344756"/>
                    </a:ext>
                  </a:extLst>
                </a:gridCol>
                <a:gridCol w="1745365">
                  <a:extLst>
                    <a:ext uri="{9D8B030D-6E8A-4147-A177-3AD203B41FA5}">
                      <a16:colId xmlns:a16="http://schemas.microsoft.com/office/drawing/2014/main" val="517359364"/>
                    </a:ext>
                  </a:extLst>
                </a:gridCol>
                <a:gridCol w="1671298">
                  <a:extLst>
                    <a:ext uri="{9D8B030D-6E8A-4147-A177-3AD203B41FA5}">
                      <a16:colId xmlns:a16="http://schemas.microsoft.com/office/drawing/2014/main" val="1904178798"/>
                    </a:ext>
                  </a:extLst>
                </a:gridCol>
                <a:gridCol w="1671298">
                  <a:extLst>
                    <a:ext uri="{9D8B030D-6E8A-4147-A177-3AD203B41FA5}">
                      <a16:colId xmlns:a16="http://schemas.microsoft.com/office/drawing/2014/main" val="2678894237"/>
                    </a:ext>
                  </a:extLst>
                </a:gridCol>
              </a:tblGrid>
              <a:tr h="512337">
                <a:tc>
                  <a:txBody>
                    <a:bodyPr/>
                    <a:lstStyle/>
                    <a:p>
                      <a:pPr>
                        <a:buNone/>
                      </a:pPr>
                      <a:r>
                        <a:rPr lang="en-US" sz="1700" cap="none" spc="0" err="1">
                          <a:solidFill>
                            <a:srgbClr val="000000"/>
                          </a:solidFill>
                        </a:rPr>
                        <a:t>Criterio</a:t>
                      </a:r>
                    </a:p>
                  </a:txBody>
                  <a:tcPr marL="140712" marR="108240" marT="108240" marB="108240" anchor="ctr"/>
                </a:tc>
                <a:tc>
                  <a:txBody>
                    <a:bodyPr/>
                    <a:lstStyle/>
                    <a:p>
                      <a:pPr algn="r">
                        <a:buNone/>
                      </a:pPr>
                      <a:r>
                        <a:rPr lang="en-US" sz="1700" cap="none" spc="0">
                          <a:solidFill>
                            <a:srgbClr val="000000"/>
                          </a:solidFill>
                        </a:rPr>
                        <a:t>Peso</a:t>
                      </a:r>
                    </a:p>
                  </a:txBody>
                  <a:tcPr marL="140712" marR="108240" marT="108240" marB="108240" anchor="ctr"/>
                </a:tc>
                <a:tc>
                  <a:txBody>
                    <a:bodyPr/>
                    <a:lstStyle/>
                    <a:p>
                      <a:pPr algn="r">
                        <a:buNone/>
                      </a:pPr>
                      <a:r>
                        <a:rPr lang="en-US" sz="1700" cap="none" spc="0" err="1">
                          <a:solidFill>
                            <a:srgbClr val="000000"/>
                          </a:solidFill>
                        </a:rPr>
                        <a:t>EduQG</a:t>
                      </a:r>
                      <a:r>
                        <a:rPr lang="en-US" sz="1700" cap="none" spc="0">
                          <a:solidFill>
                            <a:srgbClr val="000000"/>
                          </a:solidFill>
                        </a:rPr>
                        <a:t>+</a:t>
                      </a:r>
                    </a:p>
                  </a:txBody>
                  <a:tcPr marL="140712" marR="108240" marT="108240" marB="108240" anchor="ctr"/>
                </a:tc>
                <a:tc>
                  <a:txBody>
                    <a:bodyPr/>
                    <a:lstStyle/>
                    <a:p>
                      <a:pPr algn="r">
                        <a:buNone/>
                      </a:pPr>
                      <a:r>
                        <a:rPr lang="en-US" sz="1700" cap="none" spc="0">
                          <a:solidFill>
                            <a:srgbClr val="000000"/>
                          </a:solidFill>
                        </a:rPr>
                        <a:t>Leaf</a:t>
                      </a:r>
                    </a:p>
                  </a:txBody>
                  <a:tcPr marL="140712" marR="108240" marT="108240" marB="108240" anchor="ctr"/>
                </a:tc>
                <a:tc>
                  <a:txBody>
                    <a:bodyPr/>
                    <a:lstStyle/>
                    <a:p>
                      <a:pPr algn="r">
                        <a:buNone/>
                      </a:pPr>
                      <a:r>
                        <a:rPr lang="en-US" sz="1700" cap="none" spc="0">
                          <a:solidFill>
                            <a:srgbClr val="000000"/>
                          </a:solidFill>
                        </a:rPr>
                        <a:t>QG-Net</a:t>
                      </a:r>
                    </a:p>
                  </a:txBody>
                  <a:tcPr marL="140712" marR="108240" marT="108240" marB="108240" anchor="ctr"/>
                </a:tc>
                <a:extLst>
                  <a:ext uri="{0D108BD9-81ED-4DB2-BD59-A6C34878D82A}">
                    <a16:rowId xmlns:a16="http://schemas.microsoft.com/office/drawing/2014/main" val="3707788914"/>
                  </a:ext>
                </a:extLst>
              </a:tr>
              <a:tr h="512337">
                <a:tc>
                  <a:txBody>
                    <a:bodyPr/>
                    <a:lstStyle/>
                    <a:p>
                      <a:pPr>
                        <a:buNone/>
                      </a:pPr>
                      <a:r>
                        <a:rPr lang="en-US" sz="1700" cap="none" spc="0">
                          <a:solidFill>
                            <a:srgbClr val="000000"/>
                          </a:solidFill>
                        </a:rPr>
                        <a:t>Calidad </a:t>
                      </a:r>
                      <a:r>
                        <a:rPr lang="en-US" sz="1700" cap="none" spc="0" err="1">
                          <a:solidFill>
                            <a:srgbClr val="000000"/>
                          </a:solidFill>
                        </a:rPr>
                        <a:t>pedagógica</a:t>
                      </a:r>
                    </a:p>
                  </a:txBody>
                  <a:tcPr marL="140712" marR="108240" marT="108240" marB="108240" anchor="ctr"/>
                </a:tc>
                <a:tc>
                  <a:txBody>
                    <a:bodyPr/>
                    <a:lstStyle/>
                    <a:p>
                      <a:pPr algn="r">
                        <a:buNone/>
                      </a:pPr>
                      <a:r>
                        <a:rPr lang="en-US" sz="1700" cap="none" spc="0">
                          <a:solidFill>
                            <a:srgbClr val="000000"/>
                          </a:solidFill>
                        </a:rPr>
                        <a:t>30.77%</a:t>
                      </a:r>
                    </a:p>
                  </a:txBody>
                  <a:tcPr marL="140712" marR="108240" marT="108240" marB="108240" anchor="ctr"/>
                </a:tc>
                <a:tc>
                  <a:txBody>
                    <a:bodyPr/>
                    <a:lstStyle/>
                    <a:p>
                      <a:pPr algn="r">
                        <a:buNone/>
                      </a:pPr>
                      <a:r>
                        <a:rPr lang="en-US" sz="1700" cap="none" spc="0">
                          <a:solidFill>
                            <a:srgbClr val="000000"/>
                          </a:solidFill>
                        </a:rPr>
                        <a:t>5 (1.54)</a:t>
                      </a:r>
                    </a:p>
                  </a:txBody>
                  <a:tcPr marL="140712" marR="108240" marT="108240" marB="108240" anchor="ctr"/>
                </a:tc>
                <a:tc>
                  <a:txBody>
                    <a:bodyPr/>
                    <a:lstStyle/>
                    <a:p>
                      <a:pPr algn="r">
                        <a:buNone/>
                      </a:pPr>
                      <a:r>
                        <a:rPr lang="en-US" sz="1700" cap="none" spc="0">
                          <a:solidFill>
                            <a:srgbClr val="000000"/>
                          </a:solidFill>
                        </a:rPr>
                        <a:t>4 (1.23)</a:t>
                      </a:r>
                    </a:p>
                  </a:txBody>
                  <a:tcPr marL="140712" marR="108240" marT="108240" marB="108240" anchor="ctr"/>
                </a:tc>
                <a:tc>
                  <a:txBody>
                    <a:bodyPr/>
                    <a:lstStyle/>
                    <a:p>
                      <a:pPr algn="r">
                        <a:buNone/>
                      </a:pPr>
                      <a:r>
                        <a:rPr lang="en-US" sz="1700" cap="none" spc="0">
                          <a:solidFill>
                            <a:srgbClr val="000000"/>
                          </a:solidFill>
                        </a:rPr>
                        <a:t>3 (0.92)</a:t>
                      </a:r>
                    </a:p>
                  </a:txBody>
                  <a:tcPr marL="140712" marR="108240" marT="108240" marB="108240" anchor="ctr"/>
                </a:tc>
                <a:extLst>
                  <a:ext uri="{0D108BD9-81ED-4DB2-BD59-A6C34878D82A}">
                    <a16:rowId xmlns:a16="http://schemas.microsoft.com/office/drawing/2014/main" val="1905429532"/>
                  </a:ext>
                </a:extLst>
              </a:tr>
              <a:tr h="512337">
                <a:tc>
                  <a:txBody>
                    <a:bodyPr/>
                    <a:lstStyle/>
                    <a:p>
                      <a:pPr>
                        <a:buNone/>
                      </a:pPr>
                      <a:r>
                        <a:rPr lang="en-US" sz="1700" cap="none" spc="0" err="1">
                          <a:solidFill>
                            <a:srgbClr val="000000"/>
                          </a:solidFill>
                        </a:rPr>
                        <a:t>Precisión</a:t>
                      </a:r>
                      <a:r>
                        <a:rPr lang="en-US" sz="1700" cap="none" spc="0">
                          <a:solidFill>
                            <a:srgbClr val="000000"/>
                          </a:solidFill>
                        </a:rPr>
                        <a:t> </a:t>
                      </a:r>
                      <a:r>
                        <a:rPr lang="en-US" sz="1700" cap="none" spc="0" err="1">
                          <a:solidFill>
                            <a:srgbClr val="000000"/>
                          </a:solidFill>
                        </a:rPr>
                        <a:t>lingüística</a:t>
                      </a:r>
                    </a:p>
                  </a:txBody>
                  <a:tcPr marL="140712" marR="108240" marT="108240" marB="108240" anchor="ctr"/>
                </a:tc>
                <a:tc>
                  <a:txBody>
                    <a:bodyPr/>
                    <a:lstStyle/>
                    <a:p>
                      <a:pPr algn="r">
                        <a:buNone/>
                      </a:pPr>
                      <a:r>
                        <a:rPr lang="en-US" sz="1700" cap="none" spc="0">
                          <a:solidFill>
                            <a:srgbClr val="000000"/>
                          </a:solidFill>
                        </a:rPr>
                        <a:t>30.77%</a:t>
                      </a:r>
                    </a:p>
                  </a:txBody>
                  <a:tcPr marL="140712" marR="108240" marT="108240" marB="108240" anchor="ctr"/>
                </a:tc>
                <a:tc>
                  <a:txBody>
                    <a:bodyPr/>
                    <a:lstStyle/>
                    <a:p>
                      <a:pPr algn="r">
                        <a:buNone/>
                      </a:pPr>
                      <a:r>
                        <a:rPr lang="en-US" sz="1700" cap="none" spc="0">
                          <a:solidFill>
                            <a:srgbClr val="000000"/>
                          </a:solidFill>
                        </a:rPr>
                        <a:t>5 (1.54)</a:t>
                      </a:r>
                    </a:p>
                  </a:txBody>
                  <a:tcPr marL="140712" marR="108240" marT="108240" marB="108240" anchor="ctr"/>
                </a:tc>
                <a:tc>
                  <a:txBody>
                    <a:bodyPr/>
                    <a:lstStyle/>
                    <a:p>
                      <a:pPr algn="r">
                        <a:buNone/>
                      </a:pPr>
                      <a:r>
                        <a:rPr lang="en-US" sz="1700" cap="none" spc="0">
                          <a:solidFill>
                            <a:srgbClr val="000000"/>
                          </a:solidFill>
                        </a:rPr>
                        <a:t>4 (1.23)</a:t>
                      </a:r>
                    </a:p>
                  </a:txBody>
                  <a:tcPr marL="140712" marR="108240" marT="108240" marB="108240" anchor="ctr"/>
                </a:tc>
                <a:tc>
                  <a:txBody>
                    <a:bodyPr/>
                    <a:lstStyle/>
                    <a:p>
                      <a:pPr algn="r">
                        <a:buNone/>
                      </a:pPr>
                      <a:r>
                        <a:rPr lang="en-US" sz="1700" cap="none" spc="0">
                          <a:solidFill>
                            <a:srgbClr val="000000"/>
                          </a:solidFill>
                        </a:rPr>
                        <a:t>3 (0.92)</a:t>
                      </a:r>
                    </a:p>
                  </a:txBody>
                  <a:tcPr marL="140712" marR="108240" marT="108240" marB="108240" anchor="ctr"/>
                </a:tc>
                <a:extLst>
                  <a:ext uri="{0D108BD9-81ED-4DB2-BD59-A6C34878D82A}">
                    <a16:rowId xmlns:a16="http://schemas.microsoft.com/office/drawing/2014/main" val="3816138854"/>
                  </a:ext>
                </a:extLst>
              </a:tr>
              <a:tr h="512337">
                <a:tc>
                  <a:txBody>
                    <a:bodyPr/>
                    <a:lstStyle/>
                    <a:p>
                      <a:pPr>
                        <a:buNone/>
                      </a:pPr>
                      <a:r>
                        <a:rPr lang="en-US" sz="1700" cap="none" spc="0" err="1">
                          <a:solidFill>
                            <a:srgbClr val="000000"/>
                          </a:solidFill>
                        </a:rPr>
                        <a:t>Adaptación</a:t>
                      </a:r>
                      <a:r>
                        <a:rPr lang="en-US" sz="1700" cap="none" spc="0">
                          <a:solidFill>
                            <a:srgbClr val="000000"/>
                          </a:solidFill>
                        </a:rPr>
                        <a:t> al </a:t>
                      </a:r>
                      <a:r>
                        <a:rPr lang="en-US" sz="1700" cap="none" spc="0" err="1">
                          <a:solidFill>
                            <a:srgbClr val="000000"/>
                          </a:solidFill>
                        </a:rPr>
                        <a:t>dominio</a:t>
                      </a:r>
                    </a:p>
                  </a:txBody>
                  <a:tcPr marL="140712" marR="108240" marT="108240" marB="108240" anchor="ctr"/>
                </a:tc>
                <a:tc>
                  <a:txBody>
                    <a:bodyPr/>
                    <a:lstStyle/>
                    <a:p>
                      <a:pPr algn="r">
                        <a:buNone/>
                      </a:pPr>
                      <a:r>
                        <a:rPr lang="en-US" sz="1700" cap="none" spc="0">
                          <a:solidFill>
                            <a:srgbClr val="000000"/>
                          </a:solidFill>
                        </a:rPr>
                        <a:t>15.38%</a:t>
                      </a:r>
                    </a:p>
                  </a:txBody>
                  <a:tcPr marL="140712" marR="108240" marT="108240" marB="108240" anchor="ctr"/>
                </a:tc>
                <a:tc>
                  <a:txBody>
                    <a:bodyPr/>
                    <a:lstStyle/>
                    <a:p>
                      <a:pPr algn="r">
                        <a:buNone/>
                      </a:pPr>
                      <a:r>
                        <a:rPr lang="en-US" sz="1700" cap="none" spc="0">
                          <a:solidFill>
                            <a:srgbClr val="000000"/>
                          </a:solidFill>
                        </a:rPr>
                        <a:t>5 (0.77)</a:t>
                      </a:r>
                    </a:p>
                  </a:txBody>
                  <a:tcPr marL="140712" marR="108240" marT="108240" marB="108240" anchor="ctr"/>
                </a:tc>
                <a:tc>
                  <a:txBody>
                    <a:bodyPr/>
                    <a:lstStyle/>
                    <a:p>
                      <a:pPr algn="r">
                        <a:buNone/>
                      </a:pPr>
                      <a:r>
                        <a:rPr lang="en-US" sz="1700" cap="none" spc="0">
                          <a:solidFill>
                            <a:srgbClr val="000000"/>
                          </a:solidFill>
                        </a:rPr>
                        <a:t>3 (0.46)</a:t>
                      </a:r>
                    </a:p>
                  </a:txBody>
                  <a:tcPr marL="140712" marR="108240" marT="108240" marB="108240" anchor="ctr"/>
                </a:tc>
                <a:tc>
                  <a:txBody>
                    <a:bodyPr/>
                    <a:lstStyle/>
                    <a:p>
                      <a:pPr algn="r">
                        <a:buNone/>
                      </a:pPr>
                      <a:r>
                        <a:rPr lang="en-US" sz="1700" cap="none" spc="0">
                          <a:solidFill>
                            <a:srgbClr val="000000"/>
                          </a:solidFill>
                        </a:rPr>
                        <a:t>3 (0.46)</a:t>
                      </a:r>
                    </a:p>
                  </a:txBody>
                  <a:tcPr marL="140712" marR="108240" marT="108240" marB="108240" anchor="ctr"/>
                </a:tc>
                <a:extLst>
                  <a:ext uri="{0D108BD9-81ED-4DB2-BD59-A6C34878D82A}">
                    <a16:rowId xmlns:a16="http://schemas.microsoft.com/office/drawing/2014/main" val="2103419810"/>
                  </a:ext>
                </a:extLst>
              </a:tr>
              <a:tr h="512337">
                <a:tc>
                  <a:txBody>
                    <a:bodyPr/>
                    <a:lstStyle/>
                    <a:p>
                      <a:pPr>
                        <a:buNone/>
                      </a:pPr>
                      <a:r>
                        <a:rPr lang="en-US" sz="1700" cap="none" spc="0">
                          <a:solidFill>
                            <a:srgbClr val="000000"/>
                          </a:solidFill>
                        </a:rPr>
                        <a:t>Costo </a:t>
                      </a:r>
                      <a:r>
                        <a:rPr lang="en-US" sz="1700" cap="none" spc="0" err="1">
                          <a:solidFill>
                            <a:srgbClr val="000000"/>
                          </a:solidFill>
                        </a:rPr>
                        <a:t>computacional</a:t>
                      </a:r>
                    </a:p>
                  </a:txBody>
                  <a:tcPr marL="140712" marR="108240" marT="108240" marB="108240" anchor="ctr"/>
                </a:tc>
                <a:tc>
                  <a:txBody>
                    <a:bodyPr/>
                    <a:lstStyle/>
                    <a:p>
                      <a:pPr algn="r">
                        <a:buNone/>
                      </a:pPr>
                      <a:r>
                        <a:rPr lang="en-US" sz="1700" cap="none" spc="0">
                          <a:solidFill>
                            <a:srgbClr val="000000"/>
                          </a:solidFill>
                        </a:rPr>
                        <a:t>7.69%</a:t>
                      </a:r>
                    </a:p>
                  </a:txBody>
                  <a:tcPr marL="140712" marR="108240" marT="108240" marB="108240" anchor="ctr"/>
                </a:tc>
                <a:tc>
                  <a:txBody>
                    <a:bodyPr/>
                    <a:lstStyle/>
                    <a:p>
                      <a:pPr algn="r">
                        <a:buNone/>
                      </a:pPr>
                      <a:r>
                        <a:rPr lang="en-US" sz="1700" cap="none" spc="0">
                          <a:solidFill>
                            <a:srgbClr val="000000"/>
                          </a:solidFill>
                        </a:rPr>
                        <a:t>3 (0.23)</a:t>
                      </a:r>
                    </a:p>
                  </a:txBody>
                  <a:tcPr marL="140712" marR="108240" marT="108240" marB="108240" anchor="ctr"/>
                </a:tc>
                <a:tc>
                  <a:txBody>
                    <a:bodyPr/>
                    <a:lstStyle/>
                    <a:p>
                      <a:pPr algn="r">
                        <a:buNone/>
                      </a:pPr>
                      <a:r>
                        <a:rPr lang="en-US" sz="1700" cap="none" spc="0">
                          <a:solidFill>
                            <a:srgbClr val="000000"/>
                          </a:solidFill>
                        </a:rPr>
                        <a:t>5 (0.38)</a:t>
                      </a:r>
                    </a:p>
                  </a:txBody>
                  <a:tcPr marL="140712" marR="108240" marT="108240" marB="108240" anchor="ctr"/>
                </a:tc>
                <a:tc>
                  <a:txBody>
                    <a:bodyPr/>
                    <a:lstStyle/>
                    <a:p>
                      <a:pPr algn="r">
                        <a:buNone/>
                      </a:pPr>
                      <a:r>
                        <a:rPr lang="en-US" sz="1700" cap="none" spc="0">
                          <a:solidFill>
                            <a:srgbClr val="000000"/>
                          </a:solidFill>
                        </a:rPr>
                        <a:t>5 (0.38)</a:t>
                      </a:r>
                    </a:p>
                  </a:txBody>
                  <a:tcPr marL="140712" marR="108240" marT="108240" marB="108240" anchor="ctr"/>
                </a:tc>
                <a:extLst>
                  <a:ext uri="{0D108BD9-81ED-4DB2-BD59-A6C34878D82A}">
                    <a16:rowId xmlns:a16="http://schemas.microsoft.com/office/drawing/2014/main" val="3029524395"/>
                  </a:ext>
                </a:extLst>
              </a:tr>
              <a:tr h="512337">
                <a:tc>
                  <a:txBody>
                    <a:bodyPr/>
                    <a:lstStyle/>
                    <a:p>
                      <a:pPr>
                        <a:buNone/>
                      </a:pPr>
                      <a:r>
                        <a:rPr lang="en-US" sz="1700" cap="none" spc="0" err="1">
                          <a:solidFill>
                            <a:srgbClr val="000000"/>
                          </a:solidFill>
                        </a:rPr>
                        <a:t>Facilidad</a:t>
                      </a:r>
                      <a:r>
                        <a:rPr lang="en-US" sz="1700" cap="none" spc="0">
                          <a:solidFill>
                            <a:srgbClr val="000000"/>
                          </a:solidFill>
                        </a:rPr>
                        <a:t> de </a:t>
                      </a:r>
                      <a:r>
                        <a:rPr lang="en-US" sz="1700" cap="none" spc="0" err="1">
                          <a:solidFill>
                            <a:srgbClr val="000000"/>
                          </a:solidFill>
                        </a:rPr>
                        <a:t>implementación</a:t>
                      </a:r>
                    </a:p>
                  </a:txBody>
                  <a:tcPr marL="140712" marR="108240" marT="108240" marB="108240" anchor="ctr"/>
                </a:tc>
                <a:tc>
                  <a:txBody>
                    <a:bodyPr/>
                    <a:lstStyle/>
                    <a:p>
                      <a:pPr algn="r">
                        <a:buNone/>
                      </a:pPr>
                      <a:r>
                        <a:rPr lang="en-US" sz="1700" cap="none" spc="0">
                          <a:solidFill>
                            <a:srgbClr val="000000"/>
                          </a:solidFill>
                        </a:rPr>
                        <a:t>15.38%</a:t>
                      </a:r>
                    </a:p>
                  </a:txBody>
                  <a:tcPr marL="140712" marR="108240" marT="108240" marB="108240" anchor="ctr"/>
                </a:tc>
                <a:tc>
                  <a:txBody>
                    <a:bodyPr/>
                    <a:lstStyle/>
                    <a:p>
                      <a:pPr algn="r">
                        <a:buNone/>
                      </a:pPr>
                      <a:r>
                        <a:rPr lang="en-US" sz="1700" cap="none" spc="0">
                          <a:solidFill>
                            <a:srgbClr val="000000"/>
                          </a:solidFill>
                        </a:rPr>
                        <a:t>5 (0.77)</a:t>
                      </a:r>
                    </a:p>
                  </a:txBody>
                  <a:tcPr marL="140712" marR="108240" marT="108240" marB="108240" anchor="ctr"/>
                </a:tc>
                <a:tc>
                  <a:txBody>
                    <a:bodyPr/>
                    <a:lstStyle/>
                    <a:p>
                      <a:pPr algn="r">
                        <a:buNone/>
                      </a:pPr>
                      <a:r>
                        <a:rPr lang="en-US" sz="1700" cap="none" spc="0">
                          <a:solidFill>
                            <a:srgbClr val="000000"/>
                          </a:solidFill>
                        </a:rPr>
                        <a:t>5 (0.77)</a:t>
                      </a:r>
                    </a:p>
                  </a:txBody>
                  <a:tcPr marL="140712" marR="108240" marT="108240" marB="108240" anchor="ctr"/>
                </a:tc>
                <a:tc>
                  <a:txBody>
                    <a:bodyPr/>
                    <a:lstStyle/>
                    <a:p>
                      <a:pPr algn="r">
                        <a:buNone/>
                      </a:pPr>
                      <a:r>
                        <a:rPr lang="en-US" sz="1700" cap="none" spc="0">
                          <a:solidFill>
                            <a:srgbClr val="000000"/>
                          </a:solidFill>
                        </a:rPr>
                        <a:t>3 (0.46)</a:t>
                      </a:r>
                    </a:p>
                  </a:txBody>
                  <a:tcPr marL="140712" marR="108240" marT="108240" marB="108240" anchor="ctr"/>
                </a:tc>
                <a:extLst>
                  <a:ext uri="{0D108BD9-81ED-4DB2-BD59-A6C34878D82A}">
                    <a16:rowId xmlns:a16="http://schemas.microsoft.com/office/drawing/2014/main" val="1855312793"/>
                  </a:ext>
                </a:extLst>
              </a:tr>
              <a:tr h="512337">
                <a:tc>
                  <a:txBody>
                    <a:bodyPr/>
                    <a:lstStyle/>
                    <a:p>
                      <a:pPr>
                        <a:buNone/>
                      </a:pPr>
                      <a:r>
                        <a:rPr lang="en-US" sz="1700" cap="none" spc="0">
                          <a:solidFill>
                            <a:srgbClr val="000000"/>
                          </a:solidFill>
                        </a:rPr>
                        <a:t>TOTAL</a:t>
                      </a:r>
                    </a:p>
                  </a:txBody>
                  <a:tcPr marL="140712" marR="108240" marT="108240" marB="108240" anchor="ctr"/>
                </a:tc>
                <a:tc>
                  <a:txBody>
                    <a:bodyPr/>
                    <a:lstStyle/>
                    <a:p>
                      <a:pPr algn="r">
                        <a:buNone/>
                      </a:pPr>
                      <a:r>
                        <a:rPr lang="en-US" sz="1700" cap="none" spc="0">
                          <a:solidFill>
                            <a:srgbClr val="000000"/>
                          </a:solidFill>
                        </a:rPr>
                        <a:t>100%</a:t>
                      </a:r>
                    </a:p>
                  </a:txBody>
                  <a:tcPr marL="140712" marR="108240" marT="108240" marB="108240" anchor="ctr"/>
                </a:tc>
                <a:tc>
                  <a:txBody>
                    <a:bodyPr/>
                    <a:lstStyle/>
                    <a:p>
                      <a:pPr algn="r">
                        <a:buNone/>
                      </a:pPr>
                      <a:r>
                        <a:rPr lang="en-US" sz="1700" cap="none" spc="0">
                          <a:solidFill>
                            <a:srgbClr val="000000"/>
                          </a:solidFill>
                        </a:rPr>
                        <a:t>4.85</a:t>
                      </a:r>
                    </a:p>
                  </a:txBody>
                  <a:tcPr marL="140712" marR="108240" marT="108240" marB="108240" anchor="ctr"/>
                </a:tc>
                <a:tc>
                  <a:txBody>
                    <a:bodyPr/>
                    <a:lstStyle/>
                    <a:p>
                      <a:pPr algn="r">
                        <a:buNone/>
                      </a:pPr>
                      <a:r>
                        <a:rPr lang="en-US" sz="1700" cap="none" spc="0">
                          <a:solidFill>
                            <a:srgbClr val="000000"/>
                          </a:solidFill>
                        </a:rPr>
                        <a:t>4.07</a:t>
                      </a:r>
                    </a:p>
                  </a:txBody>
                  <a:tcPr marL="140712" marR="108240" marT="108240" marB="108240" anchor="ctr"/>
                </a:tc>
                <a:tc>
                  <a:txBody>
                    <a:bodyPr/>
                    <a:lstStyle/>
                    <a:p>
                      <a:pPr algn="r">
                        <a:buNone/>
                      </a:pPr>
                      <a:r>
                        <a:rPr lang="en-US" sz="1700" cap="none" spc="0">
                          <a:solidFill>
                            <a:srgbClr val="000000"/>
                          </a:solidFill>
                        </a:rPr>
                        <a:t>3.14</a:t>
                      </a:r>
                    </a:p>
                  </a:txBody>
                  <a:tcPr marL="140712" marR="108240" marT="108240" marB="108240" anchor="ctr"/>
                </a:tc>
                <a:extLst>
                  <a:ext uri="{0D108BD9-81ED-4DB2-BD59-A6C34878D82A}">
                    <a16:rowId xmlns:a16="http://schemas.microsoft.com/office/drawing/2014/main" val="3968344672"/>
                  </a:ext>
                </a:extLst>
              </a:tr>
            </a:tbl>
          </a:graphicData>
        </a:graphic>
      </p:graphicFrame>
      <p:sp>
        <p:nvSpPr>
          <p:cNvPr id="16" name="TextBox 15">
            <a:extLst>
              <a:ext uri="{FF2B5EF4-FFF2-40B4-BE49-F238E27FC236}">
                <a16:creationId xmlns:a16="http://schemas.microsoft.com/office/drawing/2014/main" id="{BCB27270-3129-B570-A138-AD34014AB95B}"/>
              </a:ext>
            </a:extLst>
          </p:cNvPr>
          <p:cNvSpPr txBox="1"/>
          <p:nvPr/>
        </p:nvSpPr>
        <p:spPr>
          <a:xfrm>
            <a:off x="575095" y="6246962"/>
            <a:ext cx="6800490" cy="646331"/>
          </a:xfrm>
          <a:prstGeom prst="rect">
            <a:avLst/>
          </a:prstGeom>
          <a:noFill/>
        </p:spPr>
        <p:txBody>
          <a:bodyPr rot="0" spcFirstLastPara="0" vertOverflow="overflow" horzOverflow="overflow" vert="horz" wrap="square" lIns="60960" tIns="30480" rIns="60960" bIns="30480" numCol="1" spcCol="0" rtlCol="0" fromWordArt="0" anchor="t" anchorCtr="0" forceAA="0" compatLnSpc="1">
            <a:prstTxWarp prst="textNoShape">
              <a:avLst/>
            </a:prstTxWarp>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1100" b="1">
                <a:latin typeface="Segoe UI"/>
                <a:cs typeface="Segoe UI"/>
              </a:rPr>
              <a:t>Dong et al., 2025 – </a:t>
            </a:r>
            <a:r>
              <a:rPr lang="en-US" sz="1100" b="1" err="1">
                <a:latin typeface="Segoe UI"/>
                <a:cs typeface="Segoe UI"/>
              </a:rPr>
              <a:t>PeerJ</a:t>
            </a:r>
            <a:r>
              <a:rPr lang="en-US" sz="1100" b="1">
                <a:latin typeface="Segoe UI"/>
                <a:cs typeface="Segoe UI"/>
              </a:rPr>
              <a:t> Computer Science</a:t>
            </a:r>
            <a:br>
              <a:rPr lang="en-US" sz="1100" b="1">
                <a:latin typeface="Segoe UI"/>
                <a:cs typeface="Segoe UI"/>
              </a:rPr>
            </a:br>
            <a:r>
              <a:rPr lang="en-US" sz="1100" b="1">
                <a:latin typeface="Segoe UI"/>
                <a:cs typeface="Segoe UI"/>
              </a:rPr>
              <a:t> </a:t>
            </a:r>
            <a:r>
              <a:rPr lang="en-US" sz="1100" i="1">
                <a:latin typeface="Segoe UI"/>
                <a:cs typeface="Segoe UI"/>
              </a:rPr>
              <a:t>“A literature review of research on question generation in education”</a:t>
            </a:r>
            <a:endParaRPr lang="en-US"/>
          </a:p>
          <a:p>
            <a:endParaRPr lang="en-US" sz="800">
              <a:cs typeface="Arial"/>
            </a:endParaRPr>
          </a:p>
          <a:p>
            <a:pPr algn="ctr"/>
            <a:endParaRPr lang="en-US" sz="800"/>
          </a:p>
        </p:txBody>
      </p:sp>
      <p:sp>
        <p:nvSpPr>
          <p:cNvPr id="4" name="Rectangle 3">
            <a:extLst>
              <a:ext uri="{FF2B5EF4-FFF2-40B4-BE49-F238E27FC236}">
                <a16:creationId xmlns:a16="http://schemas.microsoft.com/office/drawing/2014/main" id="{63429409-DB01-96A9-CC94-EC9516C2267C}"/>
              </a:ext>
            </a:extLst>
          </p:cNvPr>
          <p:cNvSpPr/>
          <p:nvPr/>
        </p:nvSpPr>
        <p:spPr>
          <a:xfrm>
            <a:off x="7212274" y="2248893"/>
            <a:ext cx="1145871" cy="3584713"/>
          </a:xfrm>
          <a:prstGeom prst="rect">
            <a:avLst/>
          </a:prstGeom>
          <a:solidFill>
            <a:srgbClr val="FFE699">
              <a:alpha val="3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1310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1043631" y="809898"/>
            <a:ext cx="9942716" cy="155448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700" kern="1200">
                <a:solidFill>
                  <a:schemeClr val="tx1"/>
                </a:solidFill>
                <a:latin typeface="+mj-lt"/>
                <a:ea typeface="+mj-ea"/>
                <a:cs typeface="+mj-cs"/>
              </a:rPr>
              <a:t>FORMATO MINI</a:t>
            </a:r>
          </a:p>
          <a:p>
            <a:pPr>
              <a:lnSpc>
                <a:spcPct val="90000"/>
              </a:lnSpc>
              <a:spcBef>
                <a:spcPct val="0"/>
              </a:spcBef>
              <a:spcAft>
                <a:spcPts val="600"/>
              </a:spcAft>
            </a:pPr>
            <a:r>
              <a:rPr lang="en-US" sz="3700" kern="1200">
                <a:solidFill>
                  <a:schemeClr val="tx1"/>
                </a:solidFill>
                <a:latin typeface="+mj-lt"/>
                <a:ea typeface="+mj-ea"/>
                <a:cs typeface="+mj-cs"/>
              </a:rPr>
              <a:t>Serialización compacta para evaluaciones IRT</a:t>
            </a:r>
          </a:p>
        </p:txBody>
      </p:sp>
      <p:sp>
        <p:nvSpPr>
          <p:cNvPr id="3" name="TextBox 2"/>
          <p:cNvSpPr txBox="1"/>
          <p:nvPr/>
        </p:nvSpPr>
        <p:spPr>
          <a:xfrm>
            <a:off x="1045028" y="3017522"/>
            <a:ext cx="9941319" cy="3124658"/>
          </a:xfrm>
          <a:prstGeom prst="rect">
            <a:avLst/>
          </a:prstGeom>
        </p:spPr>
        <p:txBody>
          <a:bodyPr vert="horz" lIns="91440" tIns="45720" rIns="91440" bIns="45720" rtlCol="0" anchor="ctr">
            <a:normAutofit/>
          </a:bodyPr>
          <a:lstStyle/>
          <a:p>
            <a:pPr>
              <a:lnSpc>
                <a:spcPct val="90000"/>
              </a:lnSpc>
              <a:spcAft>
                <a:spcPts val="600"/>
              </a:spcAft>
            </a:pPr>
            <a:r>
              <a:rPr lang="en-US" sz="1700" kern="1200">
                <a:solidFill>
                  <a:schemeClr val="tx1"/>
                </a:solidFill>
                <a:latin typeface="+mn-lt"/>
                <a:ea typeface="+mn-ea"/>
                <a:cs typeface="+mn-cs"/>
              </a:rPr>
              <a:t>¿QUÉ ES?</a:t>
            </a:r>
            <a:endParaRPr lang="en-US">
              <a:ea typeface="+mn-ea"/>
              <a:cs typeface="+mn-cs"/>
            </a:endParaRPr>
          </a:p>
          <a:p>
            <a:pPr indent="-228600">
              <a:lnSpc>
                <a:spcPct val="90000"/>
              </a:lnSpc>
              <a:spcAft>
                <a:spcPts val="600"/>
              </a:spcAft>
              <a:buFont typeface="Arial" panose="020B0604020202020204" pitchFamily="34" charset="0"/>
              <a:buChar char="•"/>
            </a:pPr>
            <a:r>
              <a:rPr lang="en-US" sz="1700" kern="1200">
                <a:solidFill>
                  <a:schemeClr val="tx1"/>
                </a:solidFill>
                <a:latin typeface="+mn-lt"/>
                <a:ea typeface="+mn-ea"/>
                <a:cs typeface="+mn-cs"/>
              </a:rPr>
              <a:t>Formato de </a:t>
            </a:r>
            <a:r>
              <a:rPr lang="en-US" sz="1700" kern="1200" err="1">
                <a:solidFill>
                  <a:schemeClr val="tx1"/>
                </a:solidFill>
                <a:latin typeface="+mn-lt"/>
                <a:ea typeface="+mn-ea"/>
                <a:cs typeface="+mn-cs"/>
              </a:rPr>
              <a:t>texto</a:t>
            </a:r>
            <a:r>
              <a:rPr lang="en-US" sz="1700" kern="1200">
                <a:solidFill>
                  <a:schemeClr val="tx1"/>
                </a:solidFill>
                <a:latin typeface="+mn-lt"/>
                <a:ea typeface="+mn-ea"/>
                <a:cs typeface="+mn-cs"/>
              </a:rPr>
              <a:t> plano </a:t>
            </a:r>
            <a:r>
              <a:rPr lang="en-US" sz="1700" kern="1200" err="1">
                <a:solidFill>
                  <a:schemeClr val="tx1"/>
                </a:solidFill>
                <a:latin typeface="+mn-lt"/>
                <a:ea typeface="+mn-ea"/>
                <a:cs typeface="+mn-cs"/>
              </a:rPr>
              <a:t>eficiente</a:t>
            </a:r>
            <a:r>
              <a:rPr lang="en-US" sz="1700" kern="1200">
                <a:solidFill>
                  <a:schemeClr val="tx1"/>
                </a:solidFill>
                <a:latin typeface="+mn-lt"/>
                <a:ea typeface="+mn-ea"/>
                <a:cs typeface="+mn-cs"/>
              </a:rPr>
              <a:t> </a:t>
            </a:r>
            <a:r>
              <a:rPr lang="en-US" sz="1700" kern="1200" err="1">
                <a:solidFill>
                  <a:schemeClr val="tx1"/>
                </a:solidFill>
                <a:latin typeface="+mn-lt"/>
                <a:ea typeface="+mn-ea"/>
                <a:cs typeface="+mn-cs"/>
              </a:rPr>
              <a:t>en</a:t>
            </a:r>
            <a:r>
              <a:rPr lang="en-US" sz="1700" kern="1200">
                <a:solidFill>
                  <a:schemeClr val="tx1"/>
                </a:solidFill>
                <a:latin typeface="+mn-lt"/>
                <a:ea typeface="+mn-ea"/>
                <a:cs typeface="+mn-cs"/>
              </a:rPr>
              <a:t> TOKENS</a:t>
            </a:r>
            <a:endParaRPr lang="en-US" sz="1700" kern="1200">
              <a:solidFill>
                <a:schemeClr val="tx1"/>
              </a:solidFill>
              <a:latin typeface="+mn-lt"/>
              <a:ea typeface="+mn-ea"/>
            </a:endParaRPr>
          </a:p>
          <a:p>
            <a:pPr indent="-228600">
              <a:lnSpc>
                <a:spcPct val="90000"/>
              </a:lnSpc>
              <a:spcAft>
                <a:spcPts val="600"/>
              </a:spcAft>
              <a:buFont typeface="Arial" panose="020B0604020202020204" pitchFamily="34" charset="0"/>
              <a:buChar char="•"/>
            </a:pPr>
            <a:r>
              <a:rPr lang="en-US" sz="1700" kern="1200">
                <a:solidFill>
                  <a:schemeClr val="tx1"/>
                </a:solidFill>
                <a:latin typeface="+mn-lt"/>
                <a:ea typeface="+mn-ea"/>
                <a:cs typeface="+mn-cs"/>
              </a:rPr>
              <a:t>1 </a:t>
            </a:r>
            <a:r>
              <a:rPr lang="en-US" sz="1700" kern="1200" err="1">
                <a:solidFill>
                  <a:schemeClr val="tx1"/>
                </a:solidFill>
                <a:latin typeface="+mn-lt"/>
                <a:ea typeface="+mn-ea"/>
                <a:cs typeface="+mn-cs"/>
              </a:rPr>
              <a:t>línea</a:t>
            </a:r>
            <a:r>
              <a:rPr lang="en-US" sz="1700" kern="1200">
                <a:solidFill>
                  <a:schemeClr val="tx1"/>
                </a:solidFill>
                <a:latin typeface="+mn-lt"/>
                <a:ea typeface="+mn-ea"/>
                <a:cs typeface="+mn-cs"/>
              </a:rPr>
              <a:t> cabecera + 1 </a:t>
            </a:r>
            <a:r>
              <a:rPr lang="en-US" sz="1700" kern="1200" err="1">
                <a:solidFill>
                  <a:schemeClr val="tx1"/>
                </a:solidFill>
                <a:latin typeface="+mn-lt"/>
                <a:ea typeface="+mn-ea"/>
                <a:cs typeface="+mn-cs"/>
              </a:rPr>
              <a:t>línea</a:t>
            </a:r>
            <a:r>
              <a:rPr lang="en-US" sz="1700" kern="1200">
                <a:solidFill>
                  <a:schemeClr val="tx1"/>
                </a:solidFill>
                <a:latin typeface="+mn-lt"/>
                <a:ea typeface="+mn-ea"/>
                <a:cs typeface="+mn-cs"/>
              </a:rPr>
              <a:t> </a:t>
            </a:r>
            <a:r>
              <a:rPr lang="en-US" sz="1700" kern="1200" err="1">
                <a:solidFill>
                  <a:schemeClr val="tx1"/>
                </a:solidFill>
                <a:latin typeface="+mn-lt"/>
                <a:ea typeface="+mn-ea"/>
                <a:cs typeface="+mn-cs"/>
              </a:rPr>
              <a:t>por</a:t>
            </a:r>
            <a:r>
              <a:rPr lang="en-US" sz="1700" kern="1200">
                <a:solidFill>
                  <a:schemeClr val="tx1"/>
                </a:solidFill>
                <a:latin typeface="+mn-lt"/>
                <a:ea typeface="+mn-ea"/>
                <a:cs typeface="+mn-cs"/>
              </a:rPr>
              <a:t> </a:t>
            </a:r>
            <a:r>
              <a:rPr lang="en-US" sz="1700" kern="1200" err="1">
                <a:solidFill>
                  <a:schemeClr val="tx1"/>
                </a:solidFill>
                <a:latin typeface="+mn-lt"/>
                <a:ea typeface="+mn-ea"/>
                <a:cs typeface="+mn-cs"/>
              </a:rPr>
              <a:t>ítem</a:t>
            </a:r>
            <a:endParaRPr lang="en-US" sz="1700" kern="1200" err="1">
              <a:solidFill>
                <a:schemeClr val="tx1"/>
              </a:solidFill>
              <a:latin typeface="+mn-lt"/>
              <a:ea typeface="+mn-ea"/>
            </a:endParaRPr>
          </a:p>
          <a:p>
            <a:pPr indent="-228600">
              <a:lnSpc>
                <a:spcPct val="90000"/>
              </a:lnSpc>
              <a:spcAft>
                <a:spcPts val="600"/>
              </a:spcAft>
              <a:buFont typeface="Arial" panose="020B0604020202020204" pitchFamily="34" charset="0"/>
              <a:buChar char="•"/>
            </a:pPr>
            <a:r>
              <a:rPr lang="en-US" sz="1700" kern="1200">
                <a:solidFill>
                  <a:schemeClr val="tx1"/>
                </a:solidFill>
                <a:latin typeface="+mn-lt"/>
                <a:ea typeface="+mn-ea"/>
                <a:cs typeface="+mn-cs"/>
              </a:rPr>
              <a:t>Sin JSON → </a:t>
            </a:r>
            <a:r>
              <a:rPr lang="en-US" sz="1700" kern="1200" err="1">
                <a:solidFill>
                  <a:schemeClr val="tx1"/>
                </a:solidFill>
                <a:latin typeface="+mn-lt"/>
                <a:ea typeface="+mn-ea"/>
                <a:cs typeface="+mn-cs"/>
              </a:rPr>
              <a:t>mínimo</a:t>
            </a:r>
            <a:r>
              <a:rPr lang="en-US" sz="1700" kern="1200">
                <a:solidFill>
                  <a:schemeClr val="tx1"/>
                </a:solidFill>
                <a:latin typeface="+mn-lt"/>
                <a:ea typeface="+mn-ea"/>
                <a:cs typeface="+mn-cs"/>
              </a:rPr>
              <a:t> </a:t>
            </a:r>
            <a:r>
              <a:rPr lang="en-US" sz="1700" kern="1200" err="1">
                <a:solidFill>
                  <a:schemeClr val="tx1"/>
                </a:solidFill>
                <a:latin typeface="+mn-lt"/>
                <a:ea typeface="+mn-ea"/>
                <a:cs typeface="+mn-cs"/>
              </a:rPr>
              <a:t>costo</a:t>
            </a:r>
            <a:r>
              <a:rPr lang="en-US" sz="1700" kern="1200">
                <a:solidFill>
                  <a:schemeClr val="tx1"/>
                </a:solidFill>
                <a:latin typeface="+mn-lt"/>
                <a:ea typeface="+mn-ea"/>
                <a:cs typeface="+mn-cs"/>
              </a:rPr>
              <a:t> </a:t>
            </a:r>
            <a:r>
              <a:rPr lang="en-US" sz="1700" kern="1200" err="1">
                <a:solidFill>
                  <a:schemeClr val="tx1"/>
                </a:solidFill>
                <a:latin typeface="+mn-lt"/>
                <a:ea typeface="+mn-ea"/>
                <a:cs typeface="+mn-cs"/>
              </a:rPr>
              <a:t>en</a:t>
            </a:r>
            <a:r>
              <a:rPr lang="en-US" sz="1700" kern="1200">
                <a:solidFill>
                  <a:schemeClr val="tx1"/>
                </a:solidFill>
                <a:latin typeface="+mn-lt"/>
                <a:ea typeface="+mn-ea"/>
                <a:cs typeface="+mn-cs"/>
              </a:rPr>
              <a:t> tokens</a:t>
            </a:r>
            <a:endParaRPr lang="en-US" sz="1700" kern="1200">
              <a:solidFill>
                <a:schemeClr val="tx1"/>
              </a:solidFill>
              <a:latin typeface="+mn-lt"/>
              <a:ea typeface="+mn-ea"/>
            </a:endParaRPr>
          </a:p>
          <a:p>
            <a:pPr indent="-228600">
              <a:lnSpc>
                <a:spcPct val="90000"/>
              </a:lnSpc>
              <a:spcAft>
                <a:spcPts val="600"/>
              </a:spcAft>
              <a:buFont typeface="Arial" panose="020B0604020202020204" pitchFamily="34" charset="0"/>
              <a:buChar char="•"/>
            </a:pPr>
            <a:endParaRPr lang="en-US" sz="1700" kern="1200">
              <a:solidFill>
                <a:schemeClr val="tx1"/>
              </a:solidFill>
              <a:latin typeface="+mn-lt"/>
              <a:ea typeface="+mn-ea"/>
              <a:cs typeface="+mn-cs"/>
            </a:endParaRPr>
          </a:p>
          <a:p>
            <a:pPr>
              <a:lnSpc>
                <a:spcPct val="90000"/>
              </a:lnSpc>
              <a:spcAft>
                <a:spcPts val="600"/>
              </a:spcAft>
            </a:pPr>
            <a:r>
              <a:rPr lang="en-US" sz="1700" kern="1200">
                <a:solidFill>
                  <a:schemeClr val="tx1"/>
                </a:solidFill>
                <a:latin typeface="+mn-lt"/>
                <a:ea typeface="+mn-ea"/>
                <a:cs typeface="+mn-cs"/>
              </a:rPr>
              <a:t>VENTAJAS</a:t>
            </a:r>
            <a:endParaRPr lang="en-US" sz="1700" kern="1200">
              <a:solidFill>
                <a:schemeClr val="tx1"/>
              </a:solidFill>
              <a:latin typeface="+mn-lt"/>
              <a:ea typeface="+mn-ea"/>
            </a:endParaRPr>
          </a:p>
          <a:p>
            <a:pPr indent="-228600">
              <a:lnSpc>
                <a:spcPct val="90000"/>
              </a:lnSpc>
              <a:spcAft>
                <a:spcPts val="600"/>
              </a:spcAft>
              <a:buFont typeface="Arial" panose="020B0604020202020204" pitchFamily="34" charset="0"/>
              <a:buChar char="•"/>
            </a:pPr>
            <a:r>
              <a:rPr lang="en-US" sz="1700" kern="1200">
                <a:solidFill>
                  <a:schemeClr val="tx1"/>
                </a:solidFill>
                <a:latin typeface="+mn-lt"/>
                <a:ea typeface="+mn-ea"/>
                <a:cs typeface="+mn-cs"/>
              </a:rPr>
              <a:t>~3× </a:t>
            </a:r>
            <a:r>
              <a:rPr lang="en-US" sz="1700" kern="1200" err="1">
                <a:solidFill>
                  <a:schemeClr val="tx1"/>
                </a:solidFill>
                <a:latin typeface="+mn-lt"/>
                <a:ea typeface="+mn-ea"/>
                <a:cs typeface="+mn-cs"/>
              </a:rPr>
              <a:t>menos</a:t>
            </a:r>
            <a:r>
              <a:rPr lang="en-US" sz="1700" kern="1200">
                <a:solidFill>
                  <a:schemeClr val="tx1"/>
                </a:solidFill>
                <a:latin typeface="+mn-lt"/>
                <a:ea typeface="+mn-ea"/>
                <a:cs typeface="+mn-cs"/>
              </a:rPr>
              <a:t> tokens</a:t>
            </a:r>
            <a:endParaRPr lang="en-US" sz="1700" kern="1200">
              <a:solidFill>
                <a:schemeClr val="tx1"/>
              </a:solidFill>
              <a:latin typeface="+mn-lt"/>
              <a:ea typeface="+mn-ea"/>
            </a:endParaRPr>
          </a:p>
          <a:p>
            <a:pPr indent="-228600">
              <a:lnSpc>
                <a:spcPct val="90000"/>
              </a:lnSpc>
              <a:spcAft>
                <a:spcPts val="600"/>
              </a:spcAft>
              <a:buFont typeface="Arial" panose="020B0604020202020204" pitchFamily="34" charset="0"/>
              <a:buChar char="•"/>
            </a:pPr>
            <a:r>
              <a:rPr lang="en-US" sz="1700" kern="1200">
                <a:solidFill>
                  <a:schemeClr val="tx1"/>
                </a:solidFill>
                <a:latin typeface="+mn-lt"/>
                <a:ea typeface="+mn-ea"/>
                <a:cs typeface="+mn-cs"/>
              </a:rPr>
              <a:t>Más </a:t>
            </a:r>
            <a:r>
              <a:rPr lang="en-US" sz="1700" kern="1200" err="1">
                <a:solidFill>
                  <a:schemeClr val="tx1"/>
                </a:solidFill>
                <a:latin typeface="+mn-lt"/>
                <a:ea typeface="+mn-ea"/>
                <a:cs typeface="+mn-cs"/>
              </a:rPr>
              <a:t>rápido</a:t>
            </a:r>
            <a:endParaRPr lang="en-US" sz="1700" kern="1200" err="1">
              <a:solidFill>
                <a:schemeClr val="tx1"/>
              </a:solidFill>
              <a:latin typeface="+mn-lt"/>
              <a:ea typeface="+mn-ea"/>
            </a:endParaRPr>
          </a:p>
          <a:p>
            <a:pPr indent="-228600">
              <a:lnSpc>
                <a:spcPct val="90000"/>
              </a:lnSpc>
              <a:spcAft>
                <a:spcPts val="600"/>
              </a:spcAft>
              <a:buFont typeface="Arial" panose="020B0604020202020204" pitchFamily="34" charset="0"/>
              <a:buChar char="•"/>
            </a:pPr>
            <a:r>
              <a:rPr lang="en-US" sz="1700" kern="1200">
                <a:solidFill>
                  <a:schemeClr val="tx1"/>
                </a:solidFill>
                <a:latin typeface="+mn-lt"/>
                <a:ea typeface="+mn-ea"/>
                <a:cs typeface="+mn-cs"/>
              </a:rPr>
              <a:t>Más </a:t>
            </a:r>
            <a:r>
              <a:rPr lang="en-US" sz="1700" kern="1200" err="1">
                <a:solidFill>
                  <a:schemeClr val="tx1"/>
                </a:solidFill>
                <a:latin typeface="+mn-lt"/>
                <a:ea typeface="+mn-ea"/>
                <a:cs typeface="+mn-cs"/>
              </a:rPr>
              <a:t>barato</a:t>
            </a:r>
            <a:endParaRPr lang="en-US" sz="1700" kern="1200" err="1">
              <a:solidFill>
                <a:schemeClr val="tx1"/>
              </a:solidFill>
              <a:latin typeface="+mn-lt"/>
              <a:ea typeface="+mn-ea"/>
            </a:endParaRPr>
          </a:p>
          <a:p>
            <a:pPr indent="-228600">
              <a:lnSpc>
                <a:spcPct val="90000"/>
              </a:lnSpc>
              <a:spcAft>
                <a:spcPts val="600"/>
              </a:spcAft>
              <a:buFont typeface="Arial" panose="020B0604020202020204" pitchFamily="34" charset="0"/>
              <a:buChar char="•"/>
            </a:pPr>
            <a:r>
              <a:rPr lang="en-US" sz="1700" kern="1200">
                <a:solidFill>
                  <a:schemeClr val="tx1"/>
                </a:solidFill>
                <a:latin typeface="+mn-lt"/>
                <a:ea typeface="+mn-ea"/>
                <a:cs typeface="+mn-cs"/>
              </a:rPr>
              <a:t>Parsing </a:t>
            </a:r>
            <a:r>
              <a:rPr lang="en-US" sz="1700" kern="1200" err="1">
                <a:solidFill>
                  <a:schemeClr val="tx1"/>
                </a:solidFill>
                <a:latin typeface="+mn-lt"/>
                <a:ea typeface="+mn-ea"/>
                <a:cs typeface="+mn-cs"/>
              </a:rPr>
              <a:t>directo</a:t>
            </a:r>
            <a:r>
              <a:rPr lang="en-US" sz="1700" kern="1200">
                <a:solidFill>
                  <a:schemeClr val="tx1"/>
                </a:solidFill>
                <a:latin typeface="+mn-lt"/>
                <a:ea typeface="+mn-ea"/>
                <a:cs typeface="+mn-cs"/>
              </a:rPr>
              <a:t> + </a:t>
            </a:r>
            <a:r>
              <a:rPr lang="en-US" sz="1700" kern="1200" err="1">
                <a:solidFill>
                  <a:schemeClr val="tx1"/>
                </a:solidFill>
                <a:latin typeface="+mn-lt"/>
                <a:ea typeface="+mn-ea"/>
                <a:cs typeface="+mn-cs"/>
              </a:rPr>
              <a:t>listo</a:t>
            </a:r>
            <a:r>
              <a:rPr lang="en-US" sz="1700" kern="1200">
                <a:solidFill>
                  <a:schemeClr val="tx1"/>
                </a:solidFill>
                <a:latin typeface="+mn-lt"/>
                <a:ea typeface="+mn-ea"/>
                <a:cs typeface="+mn-cs"/>
              </a:rPr>
              <a:t> para CAT</a:t>
            </a:r>
            <a:endParaRPr lang="en-US" sz="1700" kern="1200">
              <a:solidFill>
                <a:schemeClr val="tx1"/>
              </a:solidFill>
              <a:latin typeface="+mn-lt"/>
              <a:ea typeface="+mn-ea"/>
            </a:endParaRP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6" name="Picture 5" descr="A black rectangle with green arrows&#10;&#10;AI-generated content may be incorrect.">
            <a:extLst>
              <a:ext uri="{FF2B5EF4-FFF2-40B4-BE49-F238E27FC236}">
                <a16:creationId xmlns:a16="http://schemas.microsoft.com/office/drawing/2014/main" id="{9E802933-21EC-E721-DB71-737FF0A8C5AF}"/>
              </a:ext>
            </a:extLst>
          </p:cNvPr>
          <p:cNvPicPr>
            <a:picLocks noChangeAspect="1"/>
          </p:cNvPicPr>
          <p:nvPr/>
        </p:nvPicPr>
        <p:blipFill>
          <a:blip r:embed="rId2"/>
          <a:stretch>
            <a:fillRect/>
          </a:stretch>
        </p:blipFill>
        <p:spPr>
          <a:xfrm>
            <a:off x="4911603" y="4524375"/>
            <a:ext cx="6870456" cy="997927"/>
          </a:xfrm>
          <a:prstGeom prst="rect">
            <a:avLst/>
          </a:prstGeom>
        </p:spPr>
      </p:pic>
    </p:spTree>
    <p:extLst>
      <p:ext uri="{BB962C8B-B14F-4D97-AF65-F5344CB8AC3E}">
        <p14:creationId xmlns:p14="http://schemas.microsoft.com/office/powerpoint/2010/main" val="134633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5A8AFA4-5C32-4100-9C6D-839A47E15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6B5F253-7949-47C2-9DBD-1570ECDA2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799" y="685800"/>
            <a:ext cx="5421703"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26D1D34-3495-282A-BDAC-D88E1B24BD77}"/>
              </a:ext>
            </a:extLst>
          </p:cNvPr>
          <p:cNvSpPr txBox="1"/>
          <p:nvPr/>
        </p:nvSpPr>
        <p:spPr>
          <a:xfrm>
            <a:off x="1668426" y="1254763"/>
            <a:ext cx="3738024" cy="4474652"/>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Aft>
                <a:spcPts val="600"/>
              </a:spcAft>
            </a:pPr>
            <a:endParaRPr lang="en-US" sz="1800" kern="1200">
              <a:latin typeface="+mj-lt"/>
              <a:ea typeface="+mj-ea"/>
            </a:endParaRPr>
          </a:p>
          <a:p>
            <a:pPr>
              <a:spcAft>
                <a:spcPts val="600"/>
              </a:spcAft>
            </a:pPr>
            <a:r>
              <a:rPr lang="en-US" kern="1200">
                <a:latin typeface="+mj-lt"/>
                <a:ea typeface="+mj-ea"/>
                <a:cs typeface="+mj-cs"/>
              </a:rPr>
              <a:t>  </a:t>
            </a:r>
            <a:r>
              <a:rPr lang="en-US" kern="1200" err="1">
                <a:latin typeface="+mj-lt"/>
                <a:ea typeface="+mj-ea"/>
                <a:cs typeface="+mj-cs"/>
              </a:rPr>
              <a:t>a|m</a:t>
            </a:r>
            <a:r>
              <a:rPr lang="en-US" kern="1200">
                <a:latin typeface="+mj-lt"/>
                <a:ea typeface="+mj-ea"/>
                <a:cs typeface="+mj-cs"/>
              </a:rPr>
              <a:t>=IRT3PL|d=20260503|n=2|l=</a:t>
            </a:r>
            <a:r>
              <a:rPr lang="en-US" kern="1200" err="1">
                <a:latin typeface="+mj-lt"/>
                <a:ea typeface="+mj-ea"/>
                <a:cs typeface="+mj-cs"/>
              </a:rPr>
              <a:t>es|t</a:t>
            </a:r>
            <a:r>
              <a:rPr lang="en-US" kern="1200">
                <a:latin typeface="+mj-lt"/>
                <a:ea typeface="+mj-ea"/>
                <a:cs typeface="+mj-cs"/>
              </a:rPr>
              <a:t>=</a:t>
            </a:r>
            <a:r>
              <a:rPr lang="en-US" kern="1200" err="1">
                <a:latin typeface="+mj-lt"/>
                <a:ea typeface="+mj-ea"/>
                <a:cs typeface="+mj-cs"/>
              </a:rPr>
              <a:t>fotosíntesis|bd</a:t>
            </a:r>
            <a:r>
              <a:rPr lang="en-US" kern="1200">
                <a:latin typeface="+mj-lt"/>
                <a:ea typeface="+mj-ea"/>
                <a:cs typeface="+mj-cs"/>
              </a:rPr>
              <a:t>=1,1,0,0,0,0|cat=0,-3,3,0.3,10,SH</a:t>
            </a:r>
            <a:endParaRPr lang="en-US" kern="1200">
              <a:latin typeface="+mj-lt"/>
              <a:ea typeface="+mj-ea"/>
            </a:endParaRPr>
          </a:p>
          <a:p>
            <a:pPr>
              <a:spcAft>
                <a:spcPts val="600"/>
              </a:spcAft>
            </a:pPr>
            <a:r>
              <a:rPr lang="en-US" kern="1200">
                <a:latin typeface="+mj-lt"/>
                <a:ea typeface="+mj-ea"/>
                <a:cs typeface="+mj-cs"/>
              </a:rPr>
              <a:t>  i1|L1|Organelo|La </a:t>
            </a:r>
            <a:r>
              <a:rPr lang="en-US" kern="1200" err="1">
                <a:latin typeface="+mj-lt"/>
                <a:ea typeface="+mj-ea"/>
                <a:cs typeface="+mj-cs"/>
              </a:rPr>
              <a:t>fotosíntesis</a:t>
            </a:r>
            <a:r>
              <a:rPr lang="en-US" kern="1200">
                <a:latin typeface="+mj-lt"/>
                <a:ea typeface="+mj-ea"/>
                <a:cs typeface="+mj-cs"/>
              </a:rPr>
              <a:t> </a:t>
            </a:r>
            <a:r>
              <a:rPr lang="en-US" kern="1200" err="1">
                <a:latin typeface="+mj-lt"/>
                <a:ea typeface="+mj-ea"/>
                <a:cs typeface="+mj-cs"/>
              </a:rPr>
              <a:t>ocurre</a:t>
            </a:r>
            <a:r>
              <a:rPr lang="en-US" kern="1200">
                <a:latin typeface="+mj-lt"/>
                <a:ea typeface="+mj-ea"/>
                <a:cs typeface="+mj-cs"/>
              </a:rPr>
              <a:t> </a:t>
            </a:r>
            <a:r>
              <a:rPr lang="en-US" kern="1200" err="1">
                <a:latin typeface="+mj-lt"/>
                <a:ea typeface="+mj-ea"/>
                <a:cs typeface="+mj-cs"/>
              </a:rPr>
              <a:t>en</a:t>
            </a:r>
            <a:r>
              <a:rPr lang="en-US" kern="1200">
                <a:latin typeface="+mj-lt"/>
                <a:ea typeface="+mj-ea"/>
                <a:cs typeface="+mj-cs"/>
              </a:rPr>
              <a:t>____|</a:t>
            </a:r>
            <a:r>
              <a:rPr lang="en-US" kern="1200" err="1">
                <a:latin typeface="+mj-lt"/>
                <a:ea typeface="+mj-ea"/>
                <a:cs typeface="+mj-cs"/>
              </a:rPr>
              <a:t>raíces,cloroplastos</a:t>
            </a:r>
            <a:r>
              <a:rPr lang="en-US" kern="1200">
                <a:latin typeface="+mj-lt"/>
                <a:ea typeface="+mj-ea"/>
                <a:cs typeface="+mj-cs"/>
              </a:rPr>
              <a:t>*,flores,tallo|0.9,-1.2,0.25|1|Fund,0.2,low</a:t>
            </a:r>
            <a:endParaRPr lang="en-US" kern="1200">
              <a:latin typeface="+mj-lt"/>
              <a:ea typeface="+mj-ea"/>
            </a:endParaRPr>
          </a:p>
          <a:p>
            <a:pPr>
              <a:spcAft>
                <a:spcPts val="600"/>
              </a:spcAft>
            </a:pPr>
            <a:r>
              <a:rPr lang="en-US" kern="1200">
                <a:latin typeface="+mj-lt"/>
                <a:ea typeface="+mj-ea"/>
                <a:cs typeface="+mj-cs"/>
              </a:rPr>
              <a:t>  i2|L4|Análisis|Sin luz, la planta ____|</a:t>
            </a:r>
            <a:r>
              <a:rPr lang="en-US" kern="1200" err="1">
                <a:latin typeface="+mj-lt"/>
                <a:ea typeface="+mj-ea"/>
                <a:cs typeface="+mj-cs"/>
              </a:rPr>
              <a:t>muere</a:t>
            </a:r>
            <a:r>
              <a:rPr lang="en-US" kern="1200">
                <a:latin typeface="+mj-lt"/>
                <a:ea typeface="+mj-ea"/>
                <a:cs typeface="+mj-cs"/>
              </a:rPr>
              <a:t> a </a:t>
            </a:r>
            <a:r>
              <a:rPr lang="en-US" kern="1200" err="1">
                <a:latin typeface="+mj-lt"/>
                <a:ea typeface="+mj-ea"/>
                <a:cs typeface="+mj-cs"/>
              </a:rPr>
              <a:t>largoplazo</a:t>
            </a:r>
            <a:r>
              <a:rPr lang="en-US" kern="1200">
                <a:latin typeface="+mj-lt"/>
                <a:ea typeface="+mj-ea"/>
                <a:cs typeface="+mj-cs"/>
              </a:rPr>
              <a:t>*,</a:t>
            </a:r>
            <a:r>
              <a:rPr lang="en-US" kern="1200" err="1">
                <a:latin typeface="+mj-lt"/>
                <a:ea typeface="+mj-ea"/>
                <a:cs typeface="+mj-cs"/>
              </a:rPr>
              <a:t>crece</a:t>
            </a:r>
            <a:r>
              <a:rPr lang="en-US" kern="1200">
                <a:latin typeface="+mj-lt"/>
                <a:ea typeface="+mj-ea"/>
                <a:cs typeface="+mj-cs"/>
              </a:rPr>
              <a:t> </a:t>
            </a:r>
            <a:r>
              <a:rPr lang="en-US" kern="1200" err="1">
                <a:latin typeface="+mj-lt"/>
                <a:ea typeface="+mj-ea"/>
                <a:cs typeface="+mj-cs"/>
              </a:rPr>
              <a:t>más,vive</a:t>
            </a:r>
            <a:r>
              <a:rPr lang="en-US" kern="1200">
                <a:latin typeface="+mj-lt"/>
                <a:ea typeface="+mj-ea"/>
                <a:cs typeface="+mj-cs"/>
              </a:rPr>
              <a:t> </a:t>
            </a:r>
            <a:r>
              <a:rPr lang="en-US" kern="1200" err="1">
                <a:latin typeface="+mj-lt"/>
                <a:ea typeface="+mj-ea"/>
                <a:cs typeface="+mj-cs"/>
              </a:rPr>
              <a:t>igual,produce</a:t>
            </a:r>
            <a:r>
              <a:rPr lang="en-US" kern="1200">
                <a:latin typeface="+mj-lt"/>
                <a:ea typeface="+mj-ea"/>
                <a:cs typeface="+mj-cs"/>
              </a:rPr>
              <a:t> </a:t>
            </a:r>
            <a:r>
              <a:rPr lang="en-US" kern="1200" err="1">
                <a:latin typeface="+mj-lt"/>
                <a:ea typeface="+mj-ea"/>
                <a:cs typeface="+mj-cs"/>
              </a:rPr>
              <a:t>másO</a:t>
            </a:r>
            <a:r>
              <a:rPr lang="en-US" kern="1200">
                <a:latin typeface="+mj-lt"/>
                <a:ea typeface="+mj-ea"/>
                <a:cs typeface="+mj-cs"/>
              </a:rPr>
              <a:t>₂|2.1,1.2,0.25|4|Eval,0.2,high</a:t>
            </a:r>
            <a:endParaRPr lang="en-US" kern="1200">
              <a:latin typeface="+mj-lt"/>
              <a:ea typeface="+mj-ea"/>
            </a:endParaRPr>
          </a:p>
          <a:p>
            <a:pPr>
              <a:spcAft>
                <a:spcPts val="600"/>
              </a:spcAft>
            </a:pPr>
            <a:endParaRPr lang="en-US" kern="1200">
              <a:latin typeface="+mj-lt"/>
              <a:ea typeface="+mj-ea"/>
            </a:endParaRPr>
          </a:p>
          <a:p>
            <a:pPr>
              <a:spcAft>
                <a:spcPts val="600"/>
              </a:spcAft>
            </a:pPr>
            <a:r>
              <a:rPr lang="en-US" kern="1200">
                <a:latin typeface="+mj-lt"/>
                <a:ea typeface="+mj-ea"/>
                <a:cs typeface="+mj-cs"/>
              </a:rPr>
              <a:t>CLAVE</a:t>
            </a:r>
            <a:endParaRPr lang="en-US" kern="1200">
              <a:latin typeface="+mj-lt"/>
              <a:ea typeface="+mj-ea"/>
            </a:endParaRPr>
          </a:p>
          <a:p>
            <a:pPr>
              <a:spcAft>
                <a:spcPts val="600"/>
              </a:spcAft>
            </a:pPr>
            <a:r>
              <a:rPr lang="en-US" kern="1200">
                <a:latin typeface="+mj-lt"/>
                <a:ea typeface="+mj-ea"/>
                <a:cs typeface="+mj-cs"/>
              </a:rPr>
              <a:t>* = </a:t>
            </a:r>
            <a:r>
              <a:rPr lang="en-US" kern="1200" err="1">
                <a:latin typeface="+mj-lt"/>
                <a:ea typeface="+mj-ea"/>
                <a:cs typeface="+mj-cs"/>
              </a:rPr>
              <a:t>respuesta</a:t>
            </a:r>
            <a:r>
              <a:rPr lang="en-US" kern="1200">
                <a:latin typeface="+mj-lt"/>
                <a:ea typeface="+mj-ea"/>
                <a:cs typeface="+mj-cs"/>
              </a:rPr>
              <a:t> </a:t>
            </a:r>
            <a:r>
              <a:rPr lang="en-US" kern="1200" err="1">
                <a:latin typeface="+mj-lt"/>
                <a:ea typeface="+mj-ea"/>
                <a:cs typeface="+mj-cs"/>
              </a:rPr>
              <a:t>correcta</a:t>
            </a:r>
            <a:endParaRPr lang="en-US" kern="1200">
              <a:latin typeface="+mj-lt"/>
              <a:ea typeface="+mj-ea"/>
            </a:endParaRPr>
          </a:p>
          <a:p>
            <a:pPr>
              <a:spcAft>
                <a:spcPts val="600"/>
              </a:spcAft>
            </a:pPr>
            <a:endParaRPr lang="en-US" kern="1200">
              <a:latin typeface="+mj-lt"/>
              <a:ea typeface="+mj-ea"/>
            </a:endParaRPr>
          </a:p>
          <a:p>
            <a:pPr>
              <a:spcAft>
                <a:spcPts val="600"/>
              </a:spcAft>
            </a:pPr>
            <a:endParaRPr lang="en-US" kern="1200">
              <a:ea typeface="+mj-ea"/>
            </a:endParaRPr>
          </a:p>
        </p:txBody>
      </p:sp>
      <p:pic>
        <p:nvPicPr>
          <p:cNvPr id="2" name="Picture 1" descr="A screenshot of a computer&#10;&#10;AI-generated content may be incorrect.">
            <a:extLst>
              <a:ext uri="{FF2B5EF4-FFF2-40B4-BE49-F238E27FC236}">
                <a16:creationId xmlns:a16="http://schemas.microsoft.com/office/drawing/2014/main" id="{B42F04C1-77F7-E116-39B0-B99E44069B66}"/>
              </a:ext>
            </a:extLst>
          </p:cNvPr>
          <p:cNvPicPr>
            <a:picLocks noChangeAspect="1"/>
          </p:cNvPicPr>
          <p:nvPr/>
        </p:nvPicPr>
        <p:blipFill>
          <a:blip r:embed="rId2"/>
          <a:srcRect b="3408"/>
          <a:stretch>
            <a:fillRect/>
          </a:stretch>
        </p:blipFill>
        <p:spPr>
          <a:xfrm>
            <a:off x="6107503" y="685799"/>
            <a:ext cx="5410200" cy="5486400"/>
          </a:xfrm>
          <a:prstGeom prst="rect">
            <a:avLst/>
          </a:prstGeom>
        </p:spPr>
      </p:pic>
    </p:spTree>
    <p:extLst>
      <p:ext uri="{BB962C8B-B14F-4D97-AF65-F5344CB8AC3E}">
        <p14:creationId xmlns:p14="http://schemas.microsoft.com/office/powerpoint/2010/main" val="23399948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5A7636-DD00-48F4-EA9E-04F24DFE6485}"/>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52863DB4-D1C5-7DC2-AB6A-0EA28D81EE0D}"/>
              </a:ext>
            </a:extLst>
          </p:cNvPr>
          <p:cNvSpPr txBox="1"/>
          <p:nvPr/>
        </p:nvSpPr>
        <p:spPr>
          <a:xfrm>
            <a:off x="638881" y="417576"/>
            <a:ext cx="10909640" cy="1249394"/>
          </a:xfrm>
          <a:prstGeom prst="rect">
            <a:avLst/>
          </a:prstGeom>
        </p:spPr>
        <p:txBody>
          <a:bodyPr vert="horz" lIns="60960" tIns="30480" rIns="60960" bIns="30480" rtlCol="0" anchor="ctr">
            <a:normAutofit fontScale="85000" lnSpcReduction="10000"/>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ct val="90000"/>
              </a:lnSpc>
              <a:spcBef>
                <a:spcPct val="0"/>
              </a:spcBef>
              <a:spcAft>
                <a:spcPts val="400"/>
              </a:spcAft>
            </a:pPr>
            <a:r>
              <a:rPr lang="en-US" sz="4100" err="1">
                <a:solidFill>
                  <a:schemeClr val="accent1">
                    <a:lumMod val="76000"/>
                  </a:schemeClr>
                </a:solidFill>
                <a:ea typeface="+mn-lt"/>
                <a:cs typeface="+mn-lt"/>
                <a:sym typeface="Poppins Light"/>
              </a:rPr>
              <a:t>Comparativa</a:t>
            </a:r>
            <a:r>
              <a:rPr lang="en-US" sz="4100">
                <a:solidFill>
                  <a:schemeClr val="accent1">
                    <a:lumMod val="76000"/>
                  </a:schemeClr>
                </a:solidFill>
                <a:ea typeface="+mn-lt"/>
                <a:cs typeface="+mn-lt"/>
                <a:sym typeface="Poppins Light"/>
              </a:rPr>
              <a:t> </a:t>
            </a:r>
            <a:r>
              <a:rPr lang="en-US" sz="4100" kern="1200">
                <a:solidFill>
                  <a:schemeClr val="accent1">
                    <a:lumMod val="76000"/>
                  </a:schemeClr>
                </a:solidFill>
                <a:ea typeface="+mn-lt"/>
                <a:cs typeface="+mn-lt"/>
                <a:sym typeface="Poppins Light"/>
              </a:rPr>
              <a:t>de </a:t>
            </a:r>
            <a:r>
              <a:rPr lang="en-US" sz="4100" err="1">
                <a:solidFill>
                  <a:schemeClr val="accent1">
                    <a:lumMod val="76000"/>
                  </a:schemeClr>
                </a:solidFill>
                <a:ea typeface="+mn-lt"/>
                <a:cs typeface="+mn-lt"/>
                <a:sym typeface="Poppins Light"/>
              </a:rPr>
              <a:t>Formatos</a:t>
            </a:r>
            <a:r>
              <a:rPr lang="en-US" sz="4100">
                <a:solidFill>
                  <a:schemeClr val="accent1">
                    <a:lumMod val="76000"/>
                  </a:schemeClr>
                </a:solidFill>
                <a:ea typeface="+mn-lt"/>
                <a:cs typeface="+mn-lt"/>
                <a:sym typeface="Poppins Light"/>
              </a:rPr>
              <a:t> de </a:t>
            </a:r>
            <a:r>
              <a:rPr lang="en-US" sz="4100" err="1">
                <a:solidFill>
                  <a:schemeClr val="accent1">
                    <a:lumMod val="76000"/>
                  </a:schemeClr>
                </a:solidFill>
                <a:ea typeface="+mn-lt"/>
                <a:cs typeface="+mn-lt"/>
                <a:sym typeface="Poppins Light"/>
              </a:rPr>
              <a:t>Serialización</a:t>
            </a:r>
            <a:r>
              <a:rPr lang="en-US" sz="4100">
                <a:solidFill>
                  <a:schemeClr val="accent1">
                    <a:lumMod val="76000"/>
                  </a:schemeClr>
                </a:solidFill>
                <a:ea typeface="+mn-lt"/>
                <a:cs typeface="+mn-lt"/>
                <a:sym typeface="Poppins Light"/>
              </a:rPr>
              <a:t> </a:t>
            </a:r>
            <a:r>
              <a:rPr lang="en-US" sz="4100" err="1">
                <a:solidFill>
                  <a:schemeClr val="accent1">
                    <a:lumMod val="76000"/>
                  </a:schemeClr>
                </a:solidFill>
                <a:ea typeface="+mn-lt"/>
                <a:cs typeface="+mn-lt"/>
                <a:sym typeface="Poppins Light"/>
              </a:rPr>
              <a:t>según</a:t>
            </a:r>
            <a:r>
              <a:rPr lang="en-US" sz="4100">
                <a:solidFill>
                  <a:schemeClr val="accent1">
                    <a:lumMod val="76000"/>
                  </a:schemeClr>
                </a:solidFill>
                <a:ea typeface="+mn-lt"/>
                <a:cs typeface="+mn-lt"/>
                <a:sym typeface="Poppins Light"/>
              </a:rPr>
              <a:t> </a:t>
            </a:r>
            <a:r>
              <a:rPr lang="en-US" sz="4100" err="1">
                <a:solidFill>
                  <a:schemeClr val="accent1">
                    <a:lumMod val="76000"/>
                  </a:schemeClr>
                </a:solidFill>
                <a:ea typeface="+mn-lt"/>
                <a:cs typeface="+mn-lt"/>
                <a:sym typeface="Poppins Light"/>
              </a:rPr>
              <a:t>Eficiencia</a:t>
            </a:r>
            <a:r>
              <a:rPr lang="en-US" sz="4100">
                <a:solidFill>
                  <a:schemeClr val="accent1">
                    <a:lumMod val="76000"/>
                  </a:schemeClr>
                </a:solidFill>
                <a:ea typeface="+mn-lt"/>
                <a:cs typeface="+mn-lt"/>
                <a:sym typeface="Poppins Light"/>
              </a:rPr>
              <a:t> </a:t>
            </a:r>
            <a:r>
              <a:rPr lang="en-US" sz="4100" err="1">
                <a:solidFill>
                  <a:schemeClr val="accent1">
                    <a:lumMod val="76000"/>
                  </a:schemeClr>
                </a:solidFill>
                <a:ea typeface="+mn-lt"/>
                <a:cs typeface="+mn-lt"/>
                <a:sym typeface="Poppins Light"/>
              </a:rPr>
              <a:t>Estructural</a:t>
            </a:r>
            <a:r>
              <a:rPr lang="en-US" sz="4100">
                <a:solidFill>
                  <a:schemeClr val="accent1">
                    <a:lumMod val="76000"/>
                  </a:schemeClr>
                </a:solidFill>
                <a:ea typeface="+mn-lt"/>
                <a:cs typeface="+mn-lt"/>
                <a:sym typeface="Poppins Light"/>
              </a:rPr>
              <a:t> e </a:t>
            </a:r>
            <a:r>
              <a:rPr lang="en-US" sz="4100" err="1">
                <a:solidFill>
                  <a:schemeClr val="accent1">
                    <a:lumMod val="76000"/>
                  </a:schemeClr>
                </a:solidFill>
                <a:ea typeface="+mn-lt"/>
                <a:cs typeface="+mn-lt"/>
                <a:sym typeface="Poppins Light"/>
              </a:rPr>
              <a:t>Interoperabilidad</a:t>
            </a:r>
            <a:r>
              <a:rPr lang="en-US" sz="4100">
                <a:solidFill>
                  <a:schemeClr val="accent1">
                    <a:lumMod val="76000"/>
                  </a:schemeClr>
                </a:solidFill>
                <a:ea typeface="+mn-lt"/>
                <a:cs typeface="+mn-lt"/>
                <a:sym typeface="Poppins Light"/>
              </a:rPr>
              <a:t> para LLMs</a:t>
            </a:r>
            <a:endParaRPr lang="en-US">
              <a:solidFill>
                <a:schemeClr val="accent1">
                  <a:lumMod val="76000"/>
                </a:schemeClr>
              </a:solidFill>
            </a:endParaRPr>
          </a:p>
        </p:txBody>
      </p:sp>
      <p:sp>
        <p:nvSpPr>
          <p:cNvPr id="16" name="TextBox 15">
            <a:extLst>
              <a:ext uri="{FF2B5EF4-FFF2-40B4-BE49-F238E27FC236}">
                <a16:creationId xmlns:a16="http://schemas.microsoft.com/office/drawing/2014/main" id="{95C3C895-9691-DDE1-5C6A-76099C0040E2}"/>
              </a:ext>
            </a:extLst>
          </p:cNvPr>
          <p:cNvSpPr txBox="1"/>
          <p:nvPr/>
        </p:nvSpPr>
        <p:spPr>
          <a:xfrm>
            <a:off x="340633" y="5582656"/>
            <a:ext cx="11424592" cy="984885"/>
          </a:xfrm>
          <a:prstGeom prst="rect">
            <a:avLst/>
          </a:prstGeom>
          <a:noFill/>
        </p:spPr>
        <p:txBody>
          <a:bodyPr rot="0" spcFirstLastPara="0" vertOverflow="overflow" horzOverflow="overflow" vert="horz" wrap="square" lIns="60960" tIns="30480" rIns="60960" bIns="30480" numCol="1" spcCol="0" rtlCol="0" fromWordArt="0" anchor="t" anchorCtr="0" forceAA="0" compatLnSpc="1">
            <a:prstTxWarp prst="textNoShape">
              <a:avLst/>
            </a:prstTxWarp>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err="1">
                <a:latin typeface="Consolas"/>
                <a:ea typeface="+mn-lt"/>
                <a:cs typeface="+mn-lt"/>
              </a:rPr>
              <a:t>tiktoken</a:t>
            </a:r>
            <a:r>
              <a:rPr lang="en-US">
                <a:ea typeface="+mn-lt"/>
                <a:cs typeface="+mn-lt"/>
              </a:rPr>
              <a:t> con </a:t>
            </a:r>
            <a:r>
              <a:rPr lang="en-US" err="1">
                <a:ea typeface="+mn-lt"/>
                <a:cs typeface="+mn-lt"/>
              </a:rPr>
              <a:t>el</a:t>
            </a:r>
            <a:r>
              <a:rPr lang="en-US">
                <a:ea typeface="+mn-lt"/>
                <a:cs typeface="+mn-lt"/>
              </a:rPr>
              <a:t> encoding </a:t>
            </a:r>
            <a:r>
              <a:rPr lang="en-US">
                <a:latin typeface="Consolas"/>
                <a:ea typeface="+mn-lt"/>
                <a:cs typeface="+mn-lt"/>
              </a:rPr>
              <a:t>cl100k_base</a:t>
            </a:r>
            <a:r>
              <a:rPr lang="en-US">
                <a:ea typeface="+mn-lt"/>
                <a:cs typeface="+mn-lt"/>
              </a:rPr>
              <a:t> </a:t>
            </a:r>
            <a:r>
              <a:rPr lang="en-US" err="1">
                <a:ea typeface="+mn-lt"/>
                <a:cs typeface="+mn-lt"/>
              </a:rPr>
              <a:t>fue</a:t>
            </a:r>
            <a:r>
              <a:rPr lang="en-US">
                <a:ea typeface="+mn-lt"/>
                <a:cs typeface="+mn-lt"/>
              </a:rPr>
              <a:t> </a:t>
            </a:r>
            <a:r>
              <a:rPr lang="en-US" err="1">
                <a:ea typeface="+mn-lt"/>
                <a:cs typeface="+mn-lt"/>
              </a:rPr>
              <a:t>utilizado</a:t>
            </a:r>
            <a:r>
              <a:rPr lang="en-US">
                <a:ea typeface="+mn-lt"/>
                <a:cs typeface="+mn-lt"/>
              </a:rPr>
              <a:t> para </a:t>
            </a:r>
            <a:r>
              <a:rPr lang="en-US" err="1">
                <a:ea typeface="+mn-lt"/>
                <a:cs typeface="+mn-lt"/>
              </a:rPr>
              <a:t>medir</a:t>
            </a:r>
            <a:r>
              <a:rPr lang="en-US">
                <a:ea typeface="+mn-lt"/>
                <a:cs typeface="+mn-lt"/>
              </a:rPr>
              <a:t> </a:t>
            </a:r>
            <a:r>
              <a:rPr lang="en-US" err="1">
                <a:ea typeface="+mn-lt"/>
                <a:cs typeface="+mn-lt"/>
              </a:rPr>
              <a:t>el</a:t>
            </a:r>
            <a:r>
              <a:rPr lang="en-US">
                <a:ea typeface="+mn-lt"/>
                <a:cs typeface="+mn-lt"/>
              </a:rPr>
              <a:t> </a:t>
            </a:r>
            <a:r>
              <a:rPr lang="en-US" err="1">
                <a:ea typeface="+mn-lt"/>
                <a:cs typeface="+mn-lt"/>
              </a:rPr>
              <a:t>consumo</a:t>
            </a:r>
            <a:r>
              <a:rPr lang="en-US">
                <a:ea typeface="+mn-lt"/>
                <a:cs typeface="+mn-lt"/>
              </a:rPr>
              <a:t> real de tokens </a:t>
            </a:r>
            <a:r>
              <a:rPr lang="en-US" err="1">
                <a:ea typeface="+mn-lt"/>
                <a:cs typeface="+mn-lt"/>
              </a:rPr>
              <a:t>en</a:t>
            </a:r>
            <a:r>
              <a:rPr lang="en-US">
                <a:ea typeface="+mn-lt"/>
                <a:cs typeface="+mn-lt"/>
              </a:rPr>
              <a:t> GPT-4/GPT-4o, </a:t>
            </a:r>
            <a:r>
              <a:rPr lang="en-US" err="1">
                <a:ea typeface="+mn-lt"/>
                <a:cs typeface="+mn-lt"/>
              </a:rPr>
              <a:t>mientras</a:t>
            </a:r>
            <a:r>
              <a:rPr lang="en-US">
                <a:ea typeface="+mn-lt"/>
                <a:cs typeface="+mn-lt"/>
              </a:rPr>
              <a:t> </a:t>
            </a:r>
            <a:r>
              <a:rPr lang="en-US" err="1">
                <a:ea typeface="+mn-lt"/>
                <a:cs typeface="+mn-lt"/>
              </a:rPr>
              <a:t>que</a:t>
            </a:r>
            <a:r>
              <a:rPr lang="en-US">
                <a:ea typeface="+mn-lt"/>
                <a:cs typeface="+mn-lt"/>
              </a:rPr>
              <a:t> </a:t>
            </a:r>
            <a:r>
              <a:rPr lang="en-US" err="1">
                <a:ea typeface="+mn-lt"/>
                <a:cs typeface="+mn-lt"/>
              </a:rPr>
              <a:t>el</a:t>
            </a:r>
            <a:r>
              <a:rPr lang="en-US">
                <a:ea typeface="+mn-lt"/>
                <a:cs typeface="+mn-lt"/>
              </a:rPr>
              <a:t> dataset APA 7ma </a:t>
            </a:r>
            <a:r>
              <a:rPr lang="en-US" err="1">
                <a:ea typeface="+mn-lt"/>
                <a:cs typeface="+mn-lt"/>
              </a:rPr>
              <a:t>edición</a:t>
            </a:r>
            <a:r>
              <a:rPr lang="en-US">
                <a:ea typeface="+mn-lt"/>
                <a:cs typeface="+mn-lt"/>
              </a:rPr>
              <a:t> con IRT 3PL y </a:t>
            </a:r>
            <a:r>
              <a:rPr lang="en-US" err="1">
                <a:ea typeface="+mn-lt"/>
                <a:cs typeface="+mn-lt"/>
              </a:rPr>
              <a:t>metadatos</a:t>
            </a:r>
            <a:r>
              <a:rPr lang="en-US">
                <a:ea typeface="+mn-lt"/>
                <a:cs typeface="+mn-lt"/>
              </a:rPr>
              <a:t> CAT </a:t>
            </a:r>
            <a:r>
              <a:rPr lang="en-US" err="1">
                <a:ea typeface="+mn-lt"/>
                <a:cs typeface="+mn-lt"/>
              </a:rPr>
              <a:t>permitió</a:t>
            </a:r>
            <a:r>
              <a:rPr lang="en-US">
                <a:ea typeface="+mn-lt"/>
                <a:cs typeface="+mn-lt"/>
              </a:rPr>
              <a:t> </a:t>
            </a:r>
            <a:r>
              <a:rPr lang="en-US" err="1">
                <a:ea typeface="+mn-lt"/>
                <a:cs typeface="+mn-lt"/>
              </a:rPr>
              <a:t>comparar</a:t>
            </a:r>
            <a:r>
              <a:rPr lang="en-US">
                <a:ea typeface="+mn-lt"/>
                <a:cs typeface="+mn-lt"/>
              </a:rPr>
              <a:t> de forma </a:t>
            </a:r>
            <a:r>
              <a:rPr lang="en-US" err="1">
                <a:ea typeface="+mn-lt"/>
                <a:cs typeface="+mn-lt"/>
              </a:rPr>
              <a:t>uniforme</a:t>
            </a:r>
            <a:r>
              <a:rPr lang="en-US">
                <a:ea typeface="+mn-lt"/>
                <a:cs typeface="+mn-lt"/>
              </a:rPr>
              <a:t> </a:t>
            </a:r>
            <a:r>
              <a:rPr lang="en-US" err="1">
                <a:ea typeface="+mn-lt"/>
                <a:cs typeface="+mn-lt"/>
              </a:rPr>
              <a:t>los</a:t>
            </a:r>
            <a:r>
              <a:rPr lang="en-US">
                <a:ea typeface="+mn-lt"/>
                <a:cs typeface="+mn-lt"/>
              </a:rPr>
              <a:t> </a:t>
            </a:r>
            <a:r>
              <a:rPr lang="en-US" err="1">
                <a:ea typeface="+mn-lt"/>
                <a:cs typeface="+mn-lt"/>
              </a:rPr>
              <a:t>formatos</a:t>
            </a:r>
            <a:r>
              <a:rPr lang="en-US">
                <a:ea typeface="+mn-lt"/>
                <a:cs typeface="+mn-lt"/>
              </a:rPr>
              <a:t> JSON, MINI, YAML, XML y TOON. La </a:t>
            </a:r>
            <a:r>
              <a:rPr lang="en-US" err="1">
                <a:ea typeface="+mn-lt"/>
                <a:cs typeface="+mn-lt"/>
              </a:rPr>
              <a:t>serialización</a:t>
            </a:r>
            <a:r>
              <a:rPr lang="en-US">
                <a:ea typeface="+mn-lt"/>
                <a:cs typeface="+mn-lt"/>
              </a:rPr>
              <a:t> </a:t>
            </a:r>
            <a:r>
              <a:rPr lang="en-US" err="1">
                <a:ea typeface="+mn-lt"/>
                <a:cs typeface="+mn-lt"/>
              </a:rPr>
              <a:t>equivalente</a:t>
            </a:r>
            <a:r>
              <a:rPr lang="en-US">
                <a:ea typeface="+mn-lt"/>
                <a:cs typeface="+mn-lt"/>
              </a:rPr>
              <a:t> </a:t>
            </a:r>
            <a:r>
              <a:rPr lang="en-US" err="1">
                <a:ea typeface="+mn-lt"/>
                <a:cs typeface="+mn-lt"/>
              </a:rPr>
              <a:t>aseguró</a:t>
            </a:r>
            <a:r>
              <a:rPr lang="en-US">
                <a:ea typeface="+mn-lt"/>
                <a:cs typeface="+mn-lt"/>
              </a:rPr>
              <a:t> </a:t>
            </a:r>
            <a:r>
              <a:rPr lang="en-US" err="1">
                <a:ea typeface="+mn-lt"/>
                <a:cs typeface="+mn-lt"/>
              </a:rPr>
              <a:t>que</a:t>
            </a:r>
            <a:r>
              <a:rPr lang="en-US">
                <a:ea typeface="+mn-lt"/>
                <a:cs typeface="+mn-lt"/>
              </a:rPr>
              <a:t> las </a:t>
            </a:r>
            <a:r>
              <a:rPr lang="en-US" err="1">
                <a:ea typeface="+mn-lt"/>
                <a:cs typeface="+mn-lt"/>
              </a:rPr>
              <a:t>diferencias</a:t>
            </a:r>
            <a:r>
              <a:rPr lang="en-US">
                <a:ea typeface="+mn-lt"/>
                <a:cs typeface="+mn-lt"/>
              </a:rPr>
              <a:t> </a:t>
            </a:r>
            <a:r>
              <a:rPr lang="en-US" err="1">
                <a:ea typeface="+mn-lt"/>
                <a:cs typeface="+mn-lt"/>
              </a:rPr>
              <a:t>provinieran</a:t>
            </a:r>
            <a:r>
              <a:rPr lang="en-US">
                <a:ea typeface="+mn-lt"/>
                <a:cs typeface="+mn-lt"/>
              </a:rPr>
              <a:t> </a:t>
            </a:r>
            <a:r>
              <a:rPr lang="en-US" err="1">
                <a:ea typeface="+mn-lt"/>
                <a:cs typeface="+mn-lt"/>
              </a:rPr>
              <a:t>únicamente</a:t>
            </a:r>
            <a:r>
              <a:rPr lang="en-US">
                <a:ea typeface="+mn-lt"/>
                <a:cs typeface="+mn-lt"/>
              </a:rPr>
              <a:t> de la </a:t>
            </a:r>
            <a:r>
              <a:rPr lang="en-US" err="1">
                <a:ea typeface="+mn-lt"/>
                <a:cs typeface="+mn-lt"/>
              </a:rPr>
              <a:t>estructura</a:t>
            </a:r>
            <a:r>
              <a:rPr lang="en-US">
                <a:ea typeface="+mn-lt"/>
                <a:cs typeface="+mn-lt"/>
              </a:rPr>
              <a:t> de </a:t>
            </a:r>
            <a:r>
              <a:rPr lang="en-US" err="1">
                <a:ea typeface="+mn-lt"/>
                <a:cs typeface="+mn-lt"/>
              </a:rPr>
              <a:t>cada</a:t>
            </a:r>
            <a:r>
              <a:rPr lang="en-US">
                <a:ea typeface="+mn-lt"/>
                <a:cs typeface="+mn-lt"/>
              </a:rPr>
              <a:t> </a:t>
            </a:r>
            <a:r>
              <a:rPr lang="en-US" err="1">
                <a:ea typeface="+mn-lt"/>
                <a:cs typeface="+mn-lt"/>
              </a:rPr>
              <a:t>formato</a:t>
            </a:r>
            <a:r>
              <a:rPr lang="en-US">
                <a:ea typeface="+mn-lt"/>
                <a:cs typeface="+mn-lt"/>
              </a:rPr>
              <a:t>, y </a:t>
            </a:r>
            <a:r>
              <a:rPr lang="en-US">
                <a:latin typeface="Consolas"/>
                <a:ea typeface="+mn-lt"/>
                <a:cs typeface="+mn-lt"/>
              </a:rPr>
              <a:t>Chart.js 4.4.1</a:t>
            </a:r>
            <a:r>
              <a:rPr lang="en-US">
                <a:ea typeface="+mn-lt"/>
                <a:cs typeface="+mn-lt"/>
              </a:rPr>
              <a:t> se </a:t>
            </a:r>
            <a:r>
              <a:rPr lang="en-US" err="1">
                <a:ea typeface="+mn-lt"/>
                <a:cs typeface="+mn-lt"/>
              </a:rPr>
              <a:t>utilizó</a:t>
            </a:r>
            <a:r>
              <a:rPr lang="en-US">
                <a:ea typeface="+mn-lt"/>
                <a:cs typeface="+mn-lt"/>
              </a:rPr>
              <a:t> para </a:t>
            </a:r>
            <a:r>
              <a:rPr lang="en-US" err="1">
                <a:ea typeface="+mn-lt"/>
                <a:cs typeface="+mn-lt"/>
              </a:rPr>
              <a:t>visualizar</a:t>
            </a:r>
            <a:r>
              <a:rPr lang="en-US">
                <a:ea typeface="+mn-lt"/>
                <a:cs typeface="+mn-lt"/>
              </a:rPr>
              <a:t> </a:t>
            </a:r>
            <a:r>
              <a:rPr lang="en-US" err="1">
                <a:ea typeface="+mn-lt"/>
                <a:cs typeface="+mn-lt"/>
              </a:rPr>
              <a:t>comparativamente</a:t>
            </a:r>
            <a:r>
              <a:rPr lang="en-US">
                <a:ea typeface="+mn-lt"/>
                <a:cs typeface="+mn-lt"/>
              </a:rPr>
              <a:t> </a:t>
            </a:r>
            <a:r>
              <a:rPr lang="en-US" err="1">
                <a:ea typeface="+mn-lt"/>
                <a:cs typeface="+mn-lt"/>
              </a:rPr>
              <a:t>métricas</a:t>
            </a:r>
            <a:r>
              <a:rPr lang="en-US">
                <a:ea typeface="+mn-lt"/>
                <a:cs typeface="+mn-lt"/>
              </a:rPr>
              <a:t> </a:t>
            </a:r>
            <a:r>
              <a:rPr lang="en-US" err="1">
                <a:ea typeface="+mn-lt"/>
                <a:cs typeface="+mn-lt"/>
              </a:rPr>
              <a:t>como</a:t>
            </a:r>
            <a:r>
              <a:rPr lang="en-US">
                <a:ea typeface="+mn-lt"/>
                <a:cs typeface="+mn-lt"/>
              </a:rPr>
              <a:t> tokens, overhead </a:t>
            </a:r>
            <a:r>
              <a:rPr lang="en-US" err="1">
                <a:ea typeface="+mn-lt"/>
                <a:cs typeface="+mn-lt"/>
              </a:rPr>
              <a:t>estructural</a:t>
            </a:r>
            <a:r>
              <a:rPr lang="en-US">
                <a:ea typeface="+mn-lt"/>
                <a:cs typeface="+mn-lt"/>
              </a:rPr>
              <a:t> y </a:t>
            </a:r>
            <a:r>
              <a:rPr lang="en-US" err="1">
                <a:ea typeface="+mn-lt"/>
                <a:cs typeface="+mn-lt"/>
              </a:rPr>
              <a:t>reducción</a:t>
            </a:r>
            <a:r>
              <a:rPr lang="en-US">
                <a:ea typeface="+mn-lt"/>
                <a:cs typeface="+mn-lt"/>
              </a:rPr>
              <a:t> </a:t>
            </a:r>
            <a:r>
              <a:rPr lang="en-US" err="1">
                <a:ea typeface="+mn-lt"/>
                <a:cs typeface="+mn-lt"/>
              </a:rPr>
              <a:t>porcentual</a:t>
            </a:r>
            <a:r>
              <a:rPr lang="en-US">
                <a:ea typeface="+mn-lt"/>
                <a:cs typeface="+mn-lt"/>
              </a:rPr>
              <a:t>.</a:t>
            </a:r>
            <a:endParaRPr lang="es-ES" sz="2400">
              <a:ea typeface="+mn-lt"/>
              <a:cs typeface="+mn-lt"/>
            </a:endParaRPr>
          </a:p>
          <a:p>
            <a:endParaRPr lang="en-US">
              <a:cs typeface="Arial"/>
            </a:endParaRPr>
          </a:p>
        </p:txBody>
      </p:sp>
      <p:graphicFrame>
        <p:nvGraphicFramePr>
          <p:cNvPr id="4" name="Tabla 3">
            <a:extLst>
              <a:ext uri="{FF2B5EF4-FFF2-40B4-BE49-F238E27FC236}">
                <a16:creationId xmlns:a16="http://schemas.microsoft.com/office/drawing/2014/main" id="{7AF11902-BD2D-0B63-E573-4DE816B662E4}"/>
              </a:ext>
            </a:extLst>
          </p:cNvPr>
          <p:cNvGraphicFramePr>
            <a:graphicFrameLocks noGrp="1"/>
          </p:cNvGraphicFramePr>
          <p:nvPr>
            <p:extLst>
              <p:ext uri="{D42A27DB-BD31-4B8C-83A1-F6EECF244321}">
                <p14:modId xmlns:p14="http://schemas.microsoft.com/office/powerpoint/2010/main" val="921508940"/>
              </p:ext>
            </p:extLst>
          </p:nvPr>
        </p:nvGraphicFramePr>
        <p:xfrm>
          <a:off x="636738" y="1607505"/>
          <a:ext cx="10496255" cy="3654002"/>
        </p:xfrm>
        <a:graphic>
          <a:graphicData uri="http://schemas.openxmlformats.org/drawingml/2006/table">
            <a:tbl>
              <a:tblPr bandRow="1">
                <a:tableStyleId>{5FD0F851-EC5A-4D38-B0AD-8093EC10F338}</a:tableStyleId>
              </a:tblPr>
              <a:tblGrid>
                <a:gridCol w="1499465">
                  <a:extLst>
                    <a:ext uri="{9D8B030D-6E8A-4147-A177-3AD203B41FA5}">
                      <a16:colId xmlns:a16="http://schemas.microsoft.com/office/drawing/2014/main" val="1628082150"/>
                    </a:ext>
                  </a:extLst>
                </a:gridCol>
                <a:gridCol w="1499465">
                  <a:extLst>
                    <a:ext uri="{9D8B030D-6E8A-4147-A177-3AD203B41FA5}">
                      <a16:colId xmlns:a16="http://schemas.microsoft.com/office/drawing/2014/main" val="400164279"/>
                    </a:ext>
                  </a:extLst>
                </a:gridCol>
                <a:gridCol w="1499465">
                  <a:extLst>
                    <a:ext uri="{9D8B030D-6E8A-4147-A177-3AD203B41FA5}">
                      <a16:colId xmlns:a16="http://schemas.microsoft.com/office/drawing/2014/main" val="1264765121"/>
                    </a:ext>
                  </a:extLst>
                </a:gridCol>
                <a:gridCol w="1499465">
                  <a:extLst>
                    <a:ext uri="{9D8B030D-6E8A-4147-A177-3AD203B41FA5}">
                      <a16:colId xmlns:a16="http://schemas.microsoft.com/office/drawing/2014/main" val="4231410888"/>
                    </a:ext>
                  </a:extLst>
                </a:gridCol>
                <a:gridCol w="1499465">
                  <a:extLst>
                    <a:ext uri="{9D8B030D-6E8A-4147-A177-3AD203B41FA5}">
                      <a16:colId xmlns:a16="http://schemas.microsoft.com/office/drawing/2014/main" val="1065335588"/>
                    </a:ext>
                  </a:extLst>
                </a:gridCol>
                <a:gridCol w="1499465">
                  <a:extLst>
                    <a:ext uri="{9D8B030D-6E8A-4147-A177-3AD203B41FA5}">
                      <a16:colId xmlns:a16="http://schemas.microsoft.com/office/drawing/2014/main" val="2452016719"/>
                    </a:ext>
                  </a:extLst>
                </a:gridCol>
                <a:gridCol w="1499465">
                  <a:extLst>
                    <a:ext uri="{9D8B030D-6E8A-4147-A177-3AD203B41FA5}">
                      <a16:colId xmlns:a16="http://schemas.microsoft.com/office/drawing/2014/main" val="2526997995"/>
                    </a:ext>
                  </a:extLst>
                </a:gridCol>
              </a:tblGrid>
              <a:tr h="359315">
                <a:tc>
                  <a:txBody>
                    <a:bodyPr/>
                    <a:lstStyle/>
                    <a:p>
                      <a:pPr>
                        <a:buNone/>
                      </a:pPr>
                      <a:r>
                        <a:rPr lang="es-ES"/>
                        <a:t>Criterio</a:t>
                      </a:r>
                    </a:p>
                  </a:txBody>
                  <a:tcPr anchor="ctr"/>
                </a:tc>
                <a:tc>
                  <a:txBody>
                    <a:bodyPr/>
                    <a:lstStyle/>
                    <a:p>
                      <a:pPr algn="r">
                        <a:buNone/>
                      </a:pPr>
                      <a:r>
                        <a:rPr lang="es-ES"/>
                        <a:t>Peso</a:t>
                      </a:r>
                    </a:p>
                  </a:txBody>
                  <a:tcPr anchor="ctr"/>
                </a:tc>
                <a:tc>
                  <a:txBody>
                    <a:bodyPr/>
                    <a:lstStyle/>
                    <a:p>
                      <a:pPr algn="r">
                        <a:buNone/>
                      </a:pPr>
                      <a:r>
                        <a:rPr lang="es-ES"/>
                        <a:t>MINI</a:t>
                      </a:r>
                    </a:p>
                  </a:txBody>
                  <a:tcPr anchor="ctr"/>
                </a:tc>
                <a:tc>
                  <a:txBody>
                    <a:bodyPr/>
                    <a:lstStyle/>
                    <a:p>
                      <a:pPr algn="r">
                        <a:buNone/>
                      </a:pPr>
                      <a:r>
                        <a:rPr lang="es-ES"/>
                        <a:t>JSON</a:t>
                      </a:r>
                    </a:p>
                  </a:txBody>
                  <a:tcPr anchor="ctr"/>
                </a:tc>
                <a:tc>
                  <a:txBody>
                    <a:bodyPr/>
                    <a:lstStyle/>
                    <a:p>
                      <a:pPr algn="r">
                        <a:buNone/>
                      </a:pPr>
                      <a:r>
                        <a:rPr lang="es-ES"/>
                        <a:t>YAML</a:t>
                      </a:r>
                    </a:p>
                  </a:txBody>
                  <a:tcPr anchor="ctr"/>
                </a:tc>
                <a:tc>
                  <a:txBody>
                    <a:bodyPr/>
                    <a:lstStyle/>
                    <a:p>
                      <a:pPr algn="r">
                        <a:buNone/>
                      </a:pPr>
                      <a:r>
                        <a:rPr lang="es-ES"/>
                        <a:t>XML</a:t>
                      </a:r>
                    </a:p>
                  </a:txBody>
                  <a:tcPr anchor="ctr"/>
                </a:tc>
                <a:tc>
                  <a:txBody>
                    <a:bodyPr/>
                    <a:lstStyle/>
                    <a:p>
                      <a:pPr algn="r">
                        <a:buNone/>
                      </a:pPr>
                      <a:r>
                        <a:rPr lang="es-ES"/>
                        <a:t>TOON</a:t>
                      </a:r>
                    </a:p>
                  </a:txBody>
                  <a:tcPr anchor="ctr"/>
                </a:tc>
                <a:extLst>
                  <a:ext uri="{0D108BD9-81ED-4DB2-BD59-A6C34878D82A}">
                    <a16:rowId xmlns:a16="http://schemas.microsoft.com/office/drawing/2014/main" val="1398070716"/>
                  </a:ext>
                </a:extLst>
              </a:tr>
              <a:tr h="604303">
                <a:tc>
                  <a:txBody>
                    <a:bodyPr/>
                    <a:lstStyle/>
                    <a:p>
                      <a:pPr>
                        <a:buNone/>
                      </a:pPr>
                      <a:r>
                        <a:rPr lang="es-ES"/>
                        <a:t>Eficiencia de tokens</a:t>
                      </a:r>
                    </a:p>
                  </a:txBody>
                  <a:tcPr anchor="ctr"/>
                </a:tc>
                <a:tc>
                  <a:txBody>
                    <a:bodyPr/>
                    <a:lstStyle/>
                    <a:p>
                      <a:pPr algn="r">
                        <a:buNone/>
                      </a:pPr>
                      <a:r>
                        <a:rPr lang="es-ES"/>
                        <a:t>30.77%</a:t>
                      </a:r>
                    </a:p>
                  </a:txBody>
                  <a:tcPr anchor="ctr"/>
                </a:tc>
                <a:tc>
                  <a:txBody>
                    <a:bodyPr/>
                    <a:lstStyle/>
                    <a:p>
                      <a:pPr algn="r">
                        <a:buNone/>
                      </a:pPr>
                      <a:r>
                        <a:rPr lang="es-ES"/>
                        <a:t>5 (1.54)</a:t>
                      </a:r>
                    </a:p>
                  </a:txBody>
                  <a:tcPr anchor="ctr"/>
                </a:tc>
                <a:tc>
                  <a:txBody>
                    <a:bodyPr/>
                    <a:lstStyle/>
                    <a:p>
                      <a:pPr algn="r">
                        <a:buNone/>
                      </a:pPr>
                      <a:r>
                        <a:rPr lang="es-ES"/>
                        <a:t>2 (0.62)</a:t>
                      </a:r>
                    </a:p>
                  </a:txBody>
                  <a:tcPr anchor="ctr"/>
                </a:tc>
                <a:tc>
                  <a:txBody>
                    <a:bodyPr/>
                    <a:lstStyle/>
                    <a:p>
                      <a:pPr algn="r">
                        <a:buNone/>
                      </a:pPr>
                      <a:r>
                        <a:rPr lang="es-ES"/>
                        <a:t>3 (0.92)</a:t>
                      </a:r>
                    </a:p>
                  </a:txBody>
                  <a:tcPr anchor="ctr"/>
                </a:tc>
                <a:tc>
                  <a:txBody>
                    <a:bodyPr/>
                    <a:lstStyle/>
                    <a:p>
                      <a:pPr algn="r">
                        <a:buNone/>
                      </a:pPr>
                      <a:r>
                        <a:rPr lang="es-ES"/>
                        <a:t>1 (0.31)</a:t>
                      </a:r>
                    </a:p>
                  </a:txBody>
                  <a:tcPr anchor="ctr"/>
                </a:tc>
                <a:tc>
                  <a:txBody>
                    <a:bodyPr/>
                    <a:lstStyle/>
                    <a:p>
                      <a:pPr algn="r">
                        <a:buNone/>
                      </a:pPr>
                      <a:r>
                        <a:rPr lang="es-ES"/>
                        <a:t>4 (1.23)</a:t>
                      </a:r>
                    </a:p>
                  </a:txBody>
                  <a:tcPr anchor="ctr"/>
                </a:tc>
                <a:extLst>
                  <a:ext uri="{0D108BD9-81ED-4DB2-BD59-A6C34878D82A}">
                    <a16:rowId xmlns:a16="http://schemas.microsoft.com/office/drawing/2014/main" val="1895645287"/>
                  </a:ext>
                </a:extLst>
              </a:tr>
              <a:tr h="604303">
                <a:tc>
                  <a:txBody>
                    <a:bodyPr/>
                    <a:lstStyle/>
                    <a:p>
                      <a:pPr>
                        <a:buNone/>
                      </a:pPr>
                      <a:r>
                        <a:rPr lang="es-ES" err="1"/>
                        <a:t>Overhead</a:t>
                      </a:r>
                      <a:r>
                        <a:rPr lang="es-ES"/>
                        <a:t> estructural</a:t>
                      </a:r>
                    </a:p>
                  </a:txBody>
                  <a:tcPr anchor="ctr"/>
                </a:tc>
                <a:tc>
                  <a:txBody>
                    <a:bodyPr/>
                    <a:lstStyle/>
                    <a:p>
                      <a:pPr algn="r">
                        <a:buNone/>
                      </a:pPr>
                      <a:r>
                        <a:rPr lang="es-ES"/>
                        <a:t>30.77%</a:t>
                      </a:r>
                    </a:p>
                  </a:txBody>
                  <a:tcPr anchor="ctr"/>
                </a:tc>
                <a:tc>
                  <a:txBody>
                    <a:bodyPr/>
                    <a:lstStyle/>
                    <a:p>
                      <a:pPr algn="r">
                        <a:buNone/>
                      </a:pPr>
                      <a:r>
                        <a:rPr lang="es-ES"/>
                        <a:t>5 (1.54)</a:t>
                      </a:r>
                    </a:p>
                  </a:txBody>
                  <a:tcPr anchor="ctr"/>
                </a:tc>
                <a:tc>
                  <a:txBody>
                    <a:bodyPr/>
                    <a:lstStyle/>
                    <a:p>
                      <a:pPr algn="r">
                        <a:buNone/>
                      </a:pPr>
                      <a:r>
                        <a:rPr lang="es-ES"/>
                        <a:t>2 (0.62)</a:t>
                      </a:r>
                    </a:p>
                  </a:txBody>
                  <a:tcPr anchor="ctr"/>
                </a:tc>
                <a:tc>
                  <a:txBody>
                    <a:bodyPr/>
                    <a:lstStyle/>
                    <a:p>
                      <a:pPr algn="r">
                        <a:buNone/>
                      </a:pPr>
                      <a:r>
                        <a:rPr lang="es-ES"/>
                        <a:t>4 (1.23)</a:t>
                      </a:r>
                    </a:p>
                  </a:txBody>
                  <a:tcPr anchor="ctr"/>
                </a:tc>
                <a:tc>
                  <a:txBody>
                    <a:bodyPr/>
                    <a:lstStyle/>
                    <a:p>
                      <a:pPr algn="r">
                        <a:buNone/>
                      </a:pPr>
                      <a:r>
                        <a:rPr lang="es-ES"/>
                        <a:t>2 (0.62)</a:t>
                      </a:r>
                    </a:p>
                  </a:txBody>
                  <a:tcPr anchor="ctr"/>
                </a:tc>
                <a:tc>
                  <a:txBody>
                    <a:bodyPr/>
                    <a:lstStyle/>
                    <a:p>
                      <a:pPr algn="r">
                        <a:buNone/>
                      </a:pPr>
                      <a:r>
                        <a:rPr lang="es-ES"/>
                        <a:t>4 (1.23)</a:t>
                      </a:r>
                    </a:p>
                  </a:txBody>
                  <a:tcPr anchor="ctr"/>
                </a:tc>
                <a:extLst>
                  <a:ext uri="{0D108BD9-81ED-4DB2-BD59-A6C34878D82A}">
                    <a16:rowId xmlns:a16="http://schemas.microsoft.com/office/drawing/2014/main" val="171920691"/>
                  </a:ext>
                </a:extLst>
              </a:tr>
              <a:tr h="604303">
                <a:tc>
                  <a:txBody>
                    <a:bodyPr/>
                    <a:lstStyle/>
                    <a:p>
                      <a:pPr>
                        <a:buNone/>
                      </a:pPr>
                      <a:r>
                        <a:rPr lang="es-ES"/>
                        <a:t>Facilidad de </a:t>
                      </a:r>
                      <a:r>
                        <a:rPr lang="es-ES" err="1"/>
                        <a:t>parsing</a:t>
                      </a:r>
                      <a:r>
                        <a:rPr lang="es-ES"/>
                        <a:t> LLM</a:t>
                      </a:r>
                    </a:p>
                  </a:txBody>
                  <a:tcPr anchor="ctr"/>
                </a:tc>
                <a:tc>
                  <a:txBody>
                    <a:bodyPr/>
                    <a:lstStyle/>
                    <a:p>
                      <a:pPr algn="r">
                        <a:buNone/>
                      </a:pPr>
                      <a:r>
                        <a:rPr lang="es-ES"/>
                        <a:t>15.38%</a:t>
                      </a:r>
                    </a:p>
                  </a:txBody>
                  <a:tcPr anchor="ctr"/>
                </a:tc>
                <a:tc>
                  <a:txBody>
                    <a:bodyPr/>
                    <a:lstStyle/>
                    <a:p>
                      <a:pPr algn="r">
                        <a:buNone/>
                      </a:pPr>
                      <a:r>
                        <a:rPr lang="es-ES"/>
                        <a:t>5 (0.77)</a:t>
                      </a:r>
                    </a:p>
                  </a:txBody>
                  <a:tcPr anchor="ctr"/>
                </a:tc>
                <a:tc>
                  <a:txBody>
                    <a:bodyPr/>
                    <a:lstStyle/>
                    <a:p>
                      <a:pPr algn="r">
                        <a:buNone/>
                      </a:pPr>
                      <a:r>
                        <a:rPr lang="es-ES"/>
                        <a:t>4 (0.62)</a:t>
                      </a:r>
                    </a:p>
                  </a:txBody>
                  <a:tcPr anchor="ctr"/>
                </a:tc>
                <a:tc>
                  <a:txBody>
                    <a:bodyPr/>
                    <a:lstStyle/>
                    <a:p>
                      <a:pPr algn="r">
                        <a:buNone/>
                      </a:pPr>
                      <a:r>
                        <a:rPr lang="es-ES"/>
                        <a:t>3 (0.46)</a:t>
                      </a:r>
                    </a:p>
                  </a:txBody>
                  <a:tcPr anchor="ctr"/>
                </a:tc>
                <a:tc>
                  <a:txBody>
                    <a:bodyPr/>
                    <a:lstStyle/>
                    <a:p>
                      <a:pPr algn="r">
                        <a:buNone/>
                      </a:pPr>
                      <a:r>
                        <a:rPr lang="es-ES"/>
                        <a:t>2 (0.31)</a:t>
                      </a:r>
                    </a:p>
                  </a:txBody>
                  <a:tcPr anchor="ctr"/>
                </a:tc>
                <a:tc>
                  <a:txBody>
                    <a:bodyPr/>
                    <a:lstStyle/>
                    <a:p>
                      <a:pPr algn="r">
                        <a:buNone/>
                      </a:pPr>
                      <a:r>
                        <a:rPr lang="es-ES"/>
                        <a:t>3 (0.46)</a:t>
                      </a:r>
                    </a:p>
                  </a:txBody>
                  <a:tcPr anchor="ctr"/>
                </a:tc>
                <a:extLst>
                  <a:ext uri="{0D108BD9-81ED-4DB2-BD59-A6C34878D82A}">
                    <a16:rowId xmlns:a16="http://schemas.microsoft.com/office/drawing/2014/main" val="23659549"/>
                  </a:ext>
                </a:extLst>
              </a:tr>
              <a:tr h="359315">
                <a:tc>
                  <a:txBody>
                    <a:bodyPr/>
                    <a:lstStyle/>
                    <a:p>
                      <a:pPr>
                        <a:buNone/>
                      </a:pPr>
                      <a:r>
                        <a:rPr lang="es-ES"/>
                        <a:t>Interoperabilidad</a:t>
                      </a:r>
                    </a:p>
                  </a:txBody>
                  <a:tcPr anchor="ctr"/>
                </a:tc>
                <a:tc>
                  <a:txBody>
                    <a:bodyPr/>
                    <a:lstStyle/>
                    <a:p>
                      <a:pPr algn="r">
                        <a:buNone/>
                      </a:pPr>
                      <a:r>
                        <a:rPr lang="es-ES"/>
                        <a:t>7.69%</a:t>
                      </a:r>
                    </a:p>
                  </a:txBody>
                  <a:tcPr anchor="ctr"/>
                </a:tc>
                <a:tc>
                  <a:txBody>
                    <a:bodyPr/>
                    <a:lstStyle/>
                    <a:p>
                      <a:pPr algn="r">
                        <a:buNone/>
                      </a:pPr>
                      <a:r>
                        <a:rPr lang="es-ES"/>
                        <a:t>2 (0.15)</a:t>
                      </a:r>
                    </a:p>
                  </a:txBody>
                  <a:tcPr anchor="ctr"/>
                </a:tc>
                <a:tc>
                  <a:txBody>
                    <a:bodyPr/>
                    <a:lstStyle/>
                    <a:p>
                      <a:pPr algn="r">
                        <a:buNone/>
                      </a:pPr>
                      <a:r>
                        <a:rPr lang="es-ES"/>
                        <a:t>5 (0.38)</a:t>
                      </a:r>
                    </a:p>
                  </a:txBody>
                  <a:tcPr anchor="ctr"/>
                </a:tc>
                <a:tc>
                  <a:txBody>
                    <a:bodyPr/>
                    <a:lstStyle/>
                    <a:p>
                      <a:pPr algn="r">
                        <a:buNone/>
                      </a:pPr>
                      <a:r>
                        <a:rPr lang="es-ES"/>
                        <a:t>4 (0.31)</a:t>
                      </a:r>
                    </a:p>
                  </a:txBody>
                  <a:tcPr anchor="ctr"/>
                </a:tc>
                <a:tc>
                  <a:txBody>
                    <a:bodyPr/>
                    <a:lstStyle/>
                    <a:p>
                      <a:pPr algn="r">
                        <a:buNone/>
                      </a:pPr>
                      <a:r>
                        <a:rPr lang="es-ES"/>
                        <a:t>5 (0.38)</a:t>
                      </a:r>
                    </a:p>
                  </a:txBody>
                  <a:tcPr anchor="ctr"/>
                </a:tc>
                <a:tc>
                  <a:txBody>
                    <a:bodyPr/>
                    <a:lstStyle/>
                    <a:p>
                      <a:pPr algn="r">
                        <a:buNone/>
                      </a:pPr>
                      <a:r>
                        <a:rPr lang="es-ES"/>
                        <a:t>1 (0.08)</a:t>
                      </a:r>
                    </a:p>
                  </a:txBody>
                  <a:tcPr anchor="ctr"/>
                </a:tc>
                <a:extLst>
                  <a:ext uri="{0D108BD9-81ED-4DB2-BD59-A6C34878D82A}">
                    <a16:rowId xmlns:a16="http://schemas.microsoft.com/office/drawing/2014/main" val="3833597460"/>
                  </a:ext>
                </a:extLst>
              </a:tr>
              <a:tr h="604303">
                <a:tc>
                  <a:txBody>
                    <a:bodyPr/>
                    <a:lstStyle/>
                    <a:p>
                      <a:pPr>
                        <a:buNone/>
                      </a:pPr>
                      <a:r>
                        <a:rPr lang="es-ES"/>
                        <a:t>Facilidad de implementación</a:t>
                      </a:r>
                    </a:p>
                  </a:txBody>
                  <a:tcPr anchor="ctr"/>
                </a:tc>
                <a:tc>
                  <a:txBody>
                    <a:bodyPr/>
                    <a:lstStyle/>
                    <a:p>
                      <a:pPr algn="r">
                        <a:buNone/>
                      </a:pPr>
                      <a:r>
                        <a:rPr lang="es-ES"/>
                        <a:t>15.38%</a:t>
                      </a:r>
                    </a:p>
                  </a:txBody>
                  <a:tcPr anchor="ctr"/>
                </a:tc>
                <a:tc>
                  <a:txBody>
                    <a:bodyPr/>
                    <a:lstStyle/>
                    <a:p>
                      <a:pPr algn="r">
                        <a:buNone/>
                      </a:pPr>
                      <a:r>
                        <a:rPr lang="es-ES"/>
                        <a:t>4 (0.62)</a:t>
                      </a:r>
                    </a:p>
                  </a:txBody>
                  <a:tcPr anchor="ctr"/>
                </a:tc>
                <a:tc>
                  <a:txBody>
                    <a:bodyPr/>
                    <a:lstStyle/>
                    <a:p>
                      <a:pPr algn="r">
                        <a:buNone/>
                      </a:pPr>
                      <a:r>
                        <a:rPr lang="es-ES"/>
                        <a:t>5 (0.77)</a:t>
                      </a:r>
                    </a:p>
                  </a:txBody>
                  <a:tcPr anchor="ctr"/>
                </a:tc>
                <a:tc>
                  <a:txBody>
                    <a:bodyPr/>
                    <a:lstStyle/>
                    <a:p>
                      <a:pPr algn="r">
                        <a:buNone/>
                      </a:pPr>
                      <a:r>
                        <a:rPr lang="es-ES"/>
                        <a:t>4 (0.62)</a:t>
                      </a:r>
                    </a:p>
                  </a:txBody>
                  <a:tcPr anchor="ctr"/>
                </a:tc>
                <a:tc>
                  <a:txBody>
                    <a:bodyPr/>
                    <a:lstStyle/>
                    <a:p>
                      <a:pPr algn="r">
                        <a:buNone/>
                      </a:pPr>
                      <a:r>
                        <a:rPr lang="es-ES"/>
                        <a:t>3 (0.46)</a:t>
                      </a:r>
                    </a:p>
                  </a:txBody>
                  <a:tcPr anchor="ctr"/>
                </a:tc>
                <a:tc>
                  <a:txBody>
                    <a:bodyPr/>
                    <a:lstStyle/>
                    <a:p>
                      <a:pPr algn="r">
                        <a:buNone/>
                      </a:pPr>
                      <a:r>
                        <a:rPr lang="es-ES"/>
                        <a:t>2 (0.31)</a:t>
                      </a:r>
                    </a:p>
                  </a:txBody>
                  <a:tcPr anchor="ctr"/>
                </a:tc>
                <a:extLst>
                  <a:ext uri="{0D108BD9-81ED-4DB2-BD59-A6C34878D82A}">
                    <a16:rowId xmlns:a16="http://schemas.microsoft.com/office/drawing/2014/main" val="3369744823"/>
                  </a:ext>
                </a:extLst>
              </a:tr>
              <a:tr h="359315">
                <a:tc>
                  <a:txBody>
                    <a:bodyPr/>
                    <a:lstStyle/>
                    <a:p>
                      <a:pPr>
                        <a:buNone/>
                      </a:pPr>
                      <a:r>
                        <a:rPr lang="es-ES"/>
                        <a:t>TOTAL</a:t>
                      </a:r>
                    </a:p>
                  </a:txBody>
                  <a:tcPr anchor="ctr"/>
                </a:tc>
                <a:tc>
                  <a:txBody>
                    <a:bodyPr/>
                    <a:lstStyle/>
                    <a:p>
                      <a:pPr algn="r">
                        <a:buNone/>
                      </a:pPr>
                      <a:r>
                        <a:rPr lang="es-ES"/>
                        <a:t>100%</a:t>
                      </a:r>
                    </a:p>
                  </a:txBody>
                  <a:tcPr anchor="ctr"/>
                </a:tc>
                <a:tc>
                  <a:txBody>
                    <a:bodyPr/>
                    <a:lstStyle/>
                    <a:p>
                      <a:pPr algn="r">
                        <a:buNone/>
                      </a:pPr>
                      <a:r>
                        <a:rPr lang="es-ES"/>
                        <a:t>4.62</a:t>
                      </a:r>
                    </a:p>
                  </a:txBody>
                  <a:tcPr anchor="ctr"/>
                </a:tc>
                <a:tc>
                  <a:txBody>
                    <a:bodyPr/>
                    <a:lstStyle/>
                    <a:p>
                      <a:pPr algn="r">
                        <a:buNone/>
                      </a:pPr>
                      <a:r>
                        <a:rPr lang="es-ES"/>
                        <a:t>3.01</a:t>
                      </a:r>
                    </a:p>
                  </a:txBody>
                  <a:tcPr anchor="ctr"/>
                </a:tc>
                <a:tc>
                  <a:txBody>
                    <a:bodyPr/>
                    <a:lstStyle/>
                    <a:p>
                      <a:pPr algn="r">
                        <a:buNone/>
                      </a:pPr>
                      <a:r>
                        <a:rPr lang="es-ES"/>
                        <a:t>3.54</a:t>
                      </a:r>
                    </a:p>
                  </a:txBody>
                  <a:tcPr anchor="ctr"/>
                </a:tc>
                <a:tc>
                  <a:txBody>
                    <a:bodyPr/>
                    <a:lstStyle/>
                    <a:p>
                      <a:pPr algn="r">
                        <a:buNone/>
                      </a:pPr>
                      <a:r>
                        <a:rPr lang="es-ES"/>
                        <a:t>2.08</a:t>
                      </a:r>
                    </a:p>
                  </a:txBody>
                  <a:tcPr anchor="ctr"/>
                </a:tc>
                <a:tc>
                  <a:txBody>
                    <a:bodyPr/>
                    <a:lstStyle/>
                    <a:p>
                      <a:pPr algn="r">
                        <a:buNone/>
                      </a:pPr>
                      <a:r>
                        <a:rPr lang="es-ES"/>
                        <a:t>3.31</a:t>
                      </a:r>
                    </a:p>
                  </a:txBody>
                  <a:tcPr anchor="ctr"/>
                </a:tc>
                <a:extLst>
                  <a:ext uri="{0D108BD9-81ED-4DB2-BD59-A6C34878D82A}">
                    <a16:rowId xmlns:a16="http://schemas.microsoft.com/office/drawing/2014/main" val="814990729"/>
                  </a:ext>
                </a:extLst>
              </a:tr>
            </a:tbl>
          </a:graphicData>
        </a:graphic>
      </p:graphicFrame>
      <p:sp>
        <p:nvSpPr>
          <p:cNvPr id="5" name="Rectangle 4">
            <a:extLst>
              <a:ext uri="{FF2B5EF4-FFF2-40B4-BE49-F238E27FC236}">
                <a16:creationId xmlns:a16="http://schemas.microsoft.com/office/drawing/2014/main" id="{EB255494-B872-52EF-8415-5C8D9AB6E7B1}"/>
              </a:ext>
            </a:extLst>
          </p:cNvPr>
          <p:cNvSpPr/>
          <p:nvPr/>
        </p:nvSpPr>
        <p:spPr>
          <a:xfrm>
            <a:off x="4174434" y="1598653"/>
            <a:ext cx="1206831" cy="3655833"/>
          </a:xfrm>
          <a:prstGeom prst="rect">
            <a:avLst/>
          </a:prstGeom>
          <a:solidFill>
            <a:srgbClr val="FFE699">
              <a:alpha val="3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4230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8D8A9C-17A8-4CDA-AB00-30C37EB72C36}"/>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C17E6FA8-9A08-D4DE-CDC8-CA39C851D22F}"/>
              </a:ext>
            </a:extLst>
          </p:cNvPr>
          <p:cNvSpPr txBox="1"/>
          <p:nvPr/>
        </p:nvSpPr>
        <p:spPr>
          <a:xfrm>
            <a:off x="638881" y="320926"/>
            <a:ext cx="10909640" cy="1249394"/>
          </a:xfrm>
          <a:prstGeom prst="rect">
            <a:avLst/>
          </a:prstGeom>
        </p:spPr>
        <p:txBody>
          <a:bodyPr vert="horz" lIns="60960" tIns="30480" rIns="60960" bIns="30480" rtlCol="0" anchor="ctr">
            <a:normAutofit fontScale="85000" lnSpcReduction="20000"/>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ct val="90000"/>
              </a:lnSpc>
              <a:spcBef>
                <a:spcPct val="0"/>
              </a:spcBef>
              <a:spcAft>
                <a:spcPts val="400"/>
              </a:spcAft>
            </a:pPr>
            <a:r>
              <a:rPr lang="en-US" sz="4100" err="1">
                <a:solidFill>
                  <a:schemeClr val="accent1">
                    <a:lumMod val="76000"/>
                  </a:schemeClr>
                </a:solidFill>
                <a:ea typeface="+mn-lt"/>
                <a:cs typeface="+mn-lt"/>
                <a:sym typeface="Poppins Light"/>
              </a:rPr>
              <a:t>Comparativa</a:t>
            </a:r>
            <a:r>
              <a:rPr lang="en-US" sz="4100">
                <a:solidFill>
                  <a:schemeClr val="accent1">
                    <a:lumMod val="76000"/>
                  </a:schemeClr>
                </a:solidFill>
                <a:ea typeface="+mn-lt"/>
                <a:cs typeface="+mn-lt"/>
                <a:sym typeface="Poppins Light"/>
              </a:rPr>
              <a:t> </a:t>
            </a:r>
            <a:r>
              <a:rPr lang="en-US" sz="4100" kern="1200">
                <a:solidFill>
                  <a:schemeClr val="accent1">
                    <a:lumMod val="76000"/>
                  </a:schemeClr>
                </a:solidFill>
                <a:ea typeface="+mn-lt"/>
                <a:cs typeface="+mn-lt"/>
                <a:sym typeface="Poppins Light"/>
              </a:rPr>
              <a:t>de </a:t>
            </a:r>
            <a:r>
              <a:rPr lang="en-US" sz="4100" err="1">
                <a:solidFill>
                  <a:schemeClr val="accent1">
                    <a:lumMod val="76000"/>
                  </a:schemeClr>
                </a:solidFill>
                <a:ea typeface="+mn-lt"/>
                <a:cs typeface="+mn-lt"/>
                <a:sym typeface="Poppins Light"/>
              </a:rPr>
              <a:t>Modelos</a:t>
            </a:r>
            <a:r>
              <a:rPr lang="en-US" sz="4100">
                <a:solidFill>
                  <a:schemeClr val="accent1">
                    <a:lumMod val="76000"/>
                  </a:schemeClr>
                </a:solidFill>
                <a:ea typeface="+mn-lt"/>
                <a:cs typeface="+mn-lt"/>
                <a:sym typeface="Poppins Light"/>
              </a:rPr>
              <a:t> Locales </a:t>
            </a:r>
            <a:r>
              <a:rPr lang="en-US" sz="4100" err="1">
                <a:solidFill>
                  <a:schemeClr val="accent1">
                    <a:lumMod val="76000"/>
                  </a:schemeClr>
                </a:solidFill>
                <a:ea typeface="+mn-lt"/>
                <a:cs typeface="+mn-lt"/>
                <a:sym typeface="Poppins Light"/>
              </a:rPr>
              <a:t>según</a:t>
            </a:r>
            <a:r>
              <a:rPr lang="en-US" sz="4100">
                <a:solidFill>
                  <a:schemeClr val="accent1">
                    <a:lumMod val="76000"/>
                  </a:schemeClr>
                </a:solidFill>
                <a:ea typeface="+mn-lt"/>
                <a:cs typeface="+mn-lt"/>
                <a:sym typeface="Poppins Light"/>
              </a:rPr>
              <a:t> </a:t>
            </a:r>
            <a:r>
              <a:rPr lang="en-US" sz="4100" err="1">
                <a:solidFill>
                  <a:schemeClr val="accent1">
                    <a:lumMod val="76000"/>
                  </a:schemeClr>
                </a:solidFill>
                <a:ea typeface="+mn-lt"/>
                <a:cs typeface="+mn-lt"/>
                <a:sym typeface="Poppins Light"/>
              </a:rPr>
              <a:t>Capacidad</a:t>
            </a:r>
            <a:r>
              <a:rPr lang="en-US" sz="4100">
                <a:solidFill>
                  <a:schemeClr val="accent1">
                    <a:lumMod val="76000"/>
                  </a:schemeClr>
                </a:solidFill>
                <a:ea typeface="+mn-lt"/>
                <a:cs typeface="+mn-lt"/>
                <a:sym typeface="Poppins Light"/>
              </a:rPr>
              <a:t> de </a:t>
            </a:r>
            <a:r>
              <a:rPr lang="en-US" sz="4100" err="1">
                <a:solidFill>
                  <a:schemeClr val="accent1">
                    <a:lumMod val="76000"/>
                  </a:schemeClr>
                </a:solidFill>
                <a:ea typeface="+mn-lt"/>
                <a:cs typeface="+mn-lt"/>
                <a:sym typeface="Poppins Light"/>
              </a:rPr>
              <a:t>Razonamiento</a:t>
            </a:r>
            <a:r>
              <a:rPr lang="en-US" sz="4100">
                <a:solidFill>
                  <a:schemeClr val="accent1">
                    <a:lumMod val="76000"/>
                  </a:schemeClr>
                </a:solidFill>
                <a:ea typeface="+mn-lt"/>
                <a:cs typeface="+mn-lt"/>
                <a:sym typeface="Poppins Light"/>
              </a:rPr>
              <a:t>, </a:t>
            </a:r>
            <a:r>
              <a:rPr lang="en-US" sz="4100" err="1">
                <a:solidFill>
                  <a:schemeClr val="accent1">
                    <a:lumMod val="76000"/>
                  </a:schemeClr>
                </a:solidFill>
                <a:ea typeface="+mn-lt"/>
                <a:cs typeface="+mn-lt"/>
                <a:sym typeface="Poppins Light"/>
              </a:rPr>
              <a:t>Eficiencia</a:t>
            </a:r>
            <a:r>
              <a:rPr lang="en-US" sz="4100">
                <a:solidFill>
                  <a:schemeClr val="accent1">
                    <a:lumMod val="76000"/>
                  </a:schemeClr>
                </a:solidFill>
                <a:ea typeface="+mn-lt"/>
                <a:cs typeface="+mn-lt"/>
                <a:sym typeface="Poppins Light"/>
              </a:rPr>
              <a:t> de Hardware y Adaptabilidad</a:t>
            </a:r>
            <a:endParaRPr lang="en-US">
              <a:solidFill>
                <a:schemeClr val="accent1">
                  <a:lumMod val="76000"/>
                </a:schemeClr>
              </a:solidFill>
            </a:endParaRPr>
          </a:p>
        </p:txBody>
      </p:sp>
      <p:graphicFrame>
        <p:nvGraphicFramePr>
          <p:cNvPr id="5" name="Tabla 4">
            <a:extLst>
              <a:ext uri="{FF2B5EF4-FFF2-40B4-BE49-F238E27FC236}">
                <a16:creationId xmlns:a16="http://schemas.microsoft.com/office/drawing/2014/main" id="{896B2BD4-D147-8614-2FA5-54820A45B884}"/>
              </a:ext>
            </a:extLst>
          </p:cNvPr>
          <p:cNvGraphicFramePr>
            <a:graphicFrameLocks noGrp="1"/>
          </p:cNvGraphicFramePr>
          <p:nvPr>
            <p:extLst>
              <p:ext uri="{D42A27DB-BD31-4B8C-83A1-F6EECF244321}">
                <p14:modId xmlns:p14="http://schemas.microsoft.com/office/powerpoint/2010/main" val="485685851"/>
              </p:ext>
            </p:extLst>
          </p:nvPr>
        </p:nvGraphicFramePr>
        <p:xfrm>
          <a:off x="888776" y="1571999"/>
          <a:ext cx="10412164" cy="4120751"/>
        </p:xfrm>
        <a:graphic>
          <a:graphicData uri="http://schemas.openxmlformats.org/drawingml/2006/table">
            <a:tbl>
              <a:tblPr bandRow="1">
                <a:tableStyleId>{5FD0F851-EC5A-4D38-B0AD-8093EC10F338}</a:tableStyleId>
              </a:tblPr>
              <a:tblGrid>
                <a:gridCol w="1487452">
                  <a:extLst>
                    <a:ext uri="{9D8B030D-6E8A-4147-A177-3AD203B41FA5}">
                      <a16:colId xmlns:a16="http://schemas.microsoft.com/office/drawing/2014/main" val="3907245211"/>
                    </a:ext>
                  </a:extLst>
                </a:gridCol>
                <a:gridCol w="1487452">
                  <a:extLst>
                    <a:ext uri="{9D8B030D-6E8A-4147-A177-3AD203B41FA5}">
                      <a16:colId xmlns:a16="http://schemas.microsoft.com/office/drawing/2014/main" val="3004874502"/>
                    </a:ext>
                  </a:extLst>
                </a:gridCol>
                <a:gridCol w="1487452">
                  <a:extLst>
                    <a:ext uri="{9D8B030D-6E8A-4147-A177-3AD203B41FA5}">
                      <a16:colId xmlns:a16="http://schemas.microsoft.com/office/drawing/2014/main" val="3626604652"/>
                    </a:ext>
                  </a:extLst>
                </a:gridCol>
                <a:gridCol w="1487452">
                  <a:extLst>
                    <a:ext uri="{9D8B030D-6E8A-4147-A177-3AD203B41FA5}">
                      <a16:colId xmlns:a16="http://schemas.microsoft.com/office/drawing/2014/main" val="974318807"/>
                    </a:ext>
                  </a:extLst>
                </a:gridCol>
                <a:gridCol w="1487452">
                  <a:extLst>
                    <a:ext uri="{9D8B030D-6E8A-4147-A177-3AD203B41FA5}">
                      <a16:colId xmlns:a16="http://schemas.microsoft.com/office/drawing/2014/main" val="2448822225"/>
                    </a:ext>
                  </a:extLst>
                </a:gridCol>
                <a:gridCol w="1487452">
                  <a:extLst>
                    <a:ext uri="{9D8B030D-6E8A-4147-A177-3AD203B41FA5}">
                      <a16:colId xmlns:a16="http://schemas.microsoft.com/office/drawing/2014/main" val="2772917086"/>
                    </a:ext>
                  </a:extLst>
                </a:gridCol>
                <a:gridCol w="1487452">
                  <a:extLst>
                    <a:ext uri="{9D8B030D-6E8A-4147-A177-3AD203B41FA5}">
                      <a16:colId xmlns:a16="http://schemas.microsoft.com/office/drawing/2014/main" val="292081190"/>
                    </a:ext>
                  </a:extLst>
                </a:gridCol>
              </a:tblGrid>
              <a:tr h="341425">
                <a:tc>
                  <a:txBody>
                    <a:bodyPr/>
                    <a:lstStyle/>
                    <a:p>
                      <a:pPr>
                        <a:buNone/>
                      </a:pPr>
                      <a:r>
                        <a:rPr lang="es-ES"/>
                        <a:t>Criterio</a:t>
                      </a:r>
                    </a:p>
                  </a:txBody>
                  <a:tcPr anchor="ctr"/>
                </a:tc>
                <a:tc>
                  <a:txBody>
                    <a:bodyPr/>
                    <a:lstStyle/>
                    <a:p>
                      <a:pPr algn="r">
                        <a:buNone/>
                      </a:pPr>
                      <a:r>
                        <a:rPr lang="es-ES"/>
                        <a:t>Peso</a:t>
                      </a:r>
                    </a:p>
                  </a:txBody>
                  <a:tcPr anchor="ctr"/>
                </a:tc>
                <a:tc>
                  <a:txBody>
                    <a:bodyPr/>
                    <a:lstStyle/>
                    <a:p>
                      <a:pPr algn="r">
                        <a:buNone/>
                      </a:pPr>
                      <a:r>
                        <a:rPr lang="es-ES"/>
                        <a:t>Qwen3 30B</a:t>
                      </a:r>
                    </a:p>
                  </a:txBody>
                  <a:tcPr anchor="ctr"/>
                </a:tc>
                <a:tc>
                  <a:txBody>
                    <a:bodyPr/>
                    <a:lstStyle/>
                    <a:p>
                      <a:pPr algn="r">
                        <a:buNone/>
                      </a:pPr>
                      <a:r>
                        <a:rPr lang="es-ES"/>
                        <a:t>Llama 3 70B</a:t>
                      </a:r>
                    </a:p>
                  </a:txBody>
                  <a:tcPr anchor="ctr"/>
                </a:tc>
                <a:tc>
                  <a:txBody>
                    <a:bodyPr/>
                    <a:lstStyle/>
                    <a:p>
                      <a:pPr algn="r">
                        <a:buNone/>
                      </a:pPr>
                      <a:r>
                        <a:rPr lang="es-ES"/>
                        <a:t>DeepSeek R1 32B</a:t>
                      </a:r>
                    </a:p>
                  </a:txBody>
                  <a:tcPr anchor="ctr"/>
                </a:tc>
                <a:tc>
                  <a:txBody>
                    <a:bodyPr/>
                    <a:lstStyle/>
                    <a:p>
                      <a:pPr algn="r">
                        <a:buNone/>
                      </a:pPr>
                      <a:r>
                        <a:rPr lang="es-ES"/>
                        <a:t>Mistral Large</a:t>
                      </a:r>
                    </a:p>
                  </a:txBody>
                  <a:tcPr anchor="ctr"/>
                </a:tc>
                <a:tc>
                  <a:txBody>
                    <a:bodyPr/>
                    <a:lstStyle/>
                    <a:p>
                      <a:pPr algn="r">
                        <a:buNone/>
                      </a:pPr>
                      <a:r>
                        <a:rPr lang="es-ES"/>
                        <a:t>Gemma 3 27B</a:t>
                      </a:r>
                    </a:p>
                  </a:txBody>
                  <a:tcPr anchor="ctr"/>
                </a:tc>
                <a:extLst>
                  <a:ext uri="{0D108BD9-81ED-4DB2-BD59-A6C34878D82A}">
                    <a16:rowId xmlns:a16="http://schemas.microsoft.com/office/drawing/2014/main" val="428307472"/>
                  </a:ext>
                </a:extLst>
              </a:tr>
              <a:tr h="574214">
                <a:tc>
                  <a:txBody>
                    <a:bodyPr/>
                    <a:lstStyle/>
                    <a:p>
                      <a:pPr>
                        <a:buNone/>
                      </a:pPr>
                      <a:r>
                        <a:rPr lang="es-ES"/>
                        <a:t>Calidad de razonamiento</a:t>
                      </a:r>
                    </a:p>
                  </a:txBody>
                  <a:tcPr anchor="ctr"/>
                </a:tc>
                <a:tc>
                  <a:txBody>
                    <a:bodyPr/>
                    <a:lstStyle/>
                    <a:p>
                      <a:pPr algn="r">
                        <a:buNone/>
                      </a:pPr>
                      <a:r>
                        <a:rPr lang="es-ES"/>
                        <a:t>30.77%</a:t>
                      </a:r>
                    </a:p>
                  </a:txBody>
                  <a:tcPr anchor="ctr"/>
                </a:tc>
                <a:tc>
                  <a:txBody>
                    <a:bodyPr/>
                    <a:lstStyle/>
                    <a:p>
                      <a:pPr algn="r">
                        <a:buNone/>
                      </a:pPr>
                      <a:r>
                        <a:rPr lang="es-ES"/>
                        <a:t>5 (1.54)</a:t>
                      </a:r>
                    </a:p>
                  </a:txBody>
                  <a:tcPr anchor="ctr"/>
                </a:tc>
                <a:tc>
                  <a:txBody>
                    <a:bodyPr/>
                    <a:lstStyle/>
                    <a:p>
                      <a:pPr algn="r">
                        <a:buNone/>
                      </a:pPr>
                      <a:r>
                        <a:rPr lang="es-ES"/>
                        <a:t>5 (1.54)</a:t>
                      </a:r>
                    </a:p>
                  </a:txBody>
                  <a:tcPr anchor="ctr"/>
                </a:tc>
                <a:tc>
                  <a:txBody>
                    <a:bodyPr/>
                    <a:lstStyle/>
                    <a:p>
                      <a:pPr algn="r">
                        <a:buNone/>
                      </a:pPr>
                      <a:r>
                        <a:rPr lang="es-ES"/>
                        <a:t>5 (1.54)</a:t>
                      </a:r>
                    </a:p>
                  </a:txBody>
                  <a:tcPr anchor="ctr"/>
                </a:tc>
                <a:tc>
                  <a:txBody>
                    <a:bodyPr/>
                    <a:lstStyle/>
                    <a:p>
                      <a:pPr algn="r">
                        <a:buNone/>
                      </a:pPr>
                      <a:r>
                        <a:rPr lang="es-ES"/>
                        <a:t>4 (1.23)</a:t>
                      </a:r>
                    </a:p>
                  </a:txBody>
                  <a:tcPr anchor="ctr"/>
                </a:tc>
                <a:tc>
                  <a:txBody>
                    <a:bodyPr/>
                    <a:lstStyle/>
                    <a:p>
                      <a:pPr algn="r">
                        <a:buNone/>
                      </a:pPr>
                      <a:r>
                        <a:rPr lang="es-ES"/>
                        <a:t>3 (0.92)</a:t>
                      </a:r>
                    </a:p>
                  </a:txBody>
                  <a:tcPr anchor="ctr"/>
                </a:tc>
                <a:extLst>
                  <a:ext uri="{0D108BD9-81ED-4DB2-BD59-A6C34878D82A}">
                    <a16:rowId xmlns:a16="http://schemas.microsoft.com/office/drawing/2014/main" val="457997543"/>
                  </a:ext>
                </a:extLst>
              </a:tr>
              <a:tr h="574214">
                <a:tc>
                  <a:txBody>
                    <a:bodyPr/>
                    <a:lstStyle/>
                    <a:p>
                      <a:pPr>
                        <a:buNone/>
                      </a:pPr>
                      <a:r>
                        <a:rPr lang="es-ES"/>
                        <a:t>Precisión estructural MINI</a:t>
                      </a:r>
                    </a:p>
                  </a:txBody>
                  <a:tcPr anchor="ctr"/>
                </a:tc>
                <a:tc>
                  <a:txBody>
                    <a:bodyPr/>
                    <a:lstStyle/>
                    <a:p>
                      <a:pPr algn="r">
                        <a:buNone/>
                      </a:pPr>
                      <a:r>
                        <a:rPr lang="es-ES"/>
                        <a:t>30.77%</a:t>
                      </a:r>
                    </a:p>
                  </a:txBody>
                  <a:tcPr anchor="ctr"/>
                </a:tc>
                <a:tc>
                  <a:txBody>
                    <a:bodyPr/>
                    <a:lstStyle/>
                    <a:p>
                      <a:pPr algn="r">
                        <a:buNone/>
                      </a:pPr>
                      <a:r>
                        <a:rPr lang="es-ES"/>
                        <a:t>5 (1.54)</a:t>
                      </a:r>
                    </a:p>
                  </a:txBody>
                  <a:tcPr anchor="ctr"/>
                </a:tc>
                <a:tc>
                  <a:txBody>
                    <a:bodyPr/>
                    <a:lstStyle/>
                    <a:p>
                      <a:pPr algn="r">
                        <a:buNone/>
                      </a:pPr>
                      <a:r>
                        <a:rPr lang="es-ES"/>
                        <a:t>4 (1.23)</a:t>
                      </a:r>
                    </a:p>
                  </a:txBody>
                  <a:tcPr anchor="ctr"/>
                </a:tc>
                <a:tc>
                  <a:txBody>
                    <a:bodyPr/>
                    <a:lstStyle/>
                    <a:p>
                      <a:pPr algn="r">
                        <a:buNone/>
                      </a:pPr>
                      <a:r>
                        <a:rPr lang="es-ES"/>
                        <a:t>4 (1.23)</a:t>
                      </a:r>
                    </a:p>
                  </a:txBody>
                  <a:tcPr anchor="ctr"/>
                </a:tc>
                <a:tc>
                  <a:txBody>
                    <a:bodyPr/>
                    <a:lstStyle/>
                    <a:p>
                      <a:pPr algn="r">
                        <a:buNone/>
                      </a:pPr>
                      <a:r>
                        <a:rPr lang="es-ES"/>
                        <a:t>3 (0.92)</a:t>
                      </a:r>
                    </a:p>
                  </a:txBody>
                  <a:tcPr anchor="ctr"/>
                </a:tc>
                <a:tc>
                  <a:txBody>
                    <a:bodyPr/>
                    <a:lstStyle/>
                    <a:p>
                      <a:pPr algn="r">
                        <a:buNone/>
                      </a:pPr>
                      <a:r>
                        <a:rPr lang="es-ES"/>
                        <a:t>3 (0.92)</a:t>
                      </a:r>
                    </a:p>
                  </a:txBody>
                  <a:tcPr anchor="ctr"/>
                </a:tc>
                <a:extLst>
                  <a:ext uri="{0D108BD9-81ED-4DB2-BD59-A6C34878D82A}">
                    <a16:rowId xmlns:a16="http://schemas.microsoft.com/office/drawing/2014/main" val="3399840131"/>
                  </a:ext>
                </a:extLst>
              </a:tr>
              <a:tr h="574214">
                <a:tc>
                  <a:txBody>
                    <a:bodyPr/>
                    <a:lstStyle/>
                    <a:p>
                      <a:pPr>
                        <a:buNone/>
                      </a:pPr>
                      <a:r>
                        <a:rPr lang="es-ES"/>
                        <a:t>Eficiencia VRAM / inferencia</a:t>
                      </a:r>
                    </a:p>
                  </a:txBody>
                  <a:tcPr anchor="ctr"/>
                </a:tc>
                <a:tc>
                  <a:txBody>
                    <a:bodyPr/>
                    <a:lstStyle/>
                    <a:p>
                      <a:pPr algn="r">
                        <a:buNone/>
                      </a:pPr>
                      <a:r>
                        <a:rPr lang="es-ES"/>
                        <a:t>15.38%</a:t>
                      </a:r>
                    </a:p>
                  </a:txBody>
                  <a:tcPr anchor="ctr"/>
                </a:tc>
                <a:tc>
                  <a:txBody>
                    <a:bodyPr/>
                    <a:lstStyle/>
                    <a:p>
                      <a:pPr algn="r">
                        <a:buNone/>
                      </a:pPr>
                      <a:r>
                        <a:rPr lang="es-ES"/>
                        <a:t>5 (0.77)</a:t>
                      </a:r>
                    </a:p>
                  </a:txBody>
                  <a:tcPr anchor="ctr"/>
                </a:tc>
                <a:tc>
                  <a:txBody>
                    <a:bodyPr/>
                    <a:lstStyle/>
                    <a:p>
                      <a:pPr algn="r">
                        <a:buNone/>
                      </a:pPr>
                      <a:r>
                        <a:rPr lang="es-ES"/>
                        <a:t>1 (0.15)</a:t>
                      </a:r>
                    </a:p>
                  </a:txBody>
                  <a:tcPr anchor="ctr"/>
                </a:tc>
                <a:tc>
                  <a:txBody>
                    <a:bodyPr/>
                    <a:lstStyle/>
                    <a:p>
                      <a:pPr algn="r">
                        <a:buNone/>
                      </a:pPr>
                      <a:r>
                        <a:rPr lang="es-ES"/>
                        <a:t>4 (0.62)</a:t>
                      </a:r>
                    </a:p>
                  </a:txBody>
                  <a:tcPr anchor="ctr"/>
                </a:tc>
                <a:tc>
                  <a:txBody>
                    <a:bodyPr/>
                    <a:lstStyle/>
                    <a:p>
                      <a:pPr algn="r">
                        <a:buNone/>
                      </a:pPr>
                      <a:r>
                        <a:rPr lang="es-ES"/>
                        <a:t>2 (0.31)</a:t>
                      </a:r>
                    </a:p>
                  </a:txBody>
                  <a:tcPr anchor="ctr"/>
                </a:tc>
                <a:tc>
                  <a:txBody>
                    <a:bodyPr/>
                    <a:lstStyle/>
                    <a:p>
                      <a:pPr algn="r">
                        <a:buNone/>
                      </a:pPr>
                      <a:r>
                        <a:rPr lang="es-ES"/>
                        <a:t>5 (0.77)</a:t>
                      </a:r>
                    </a:p>
                  </a:txBody>
                  <a:tcPr anchor="ctr"/>
                </a:tc>
                <a:extLst>
                  <a:ext uri="{0D108BD9-81ED-4DB2-BD59-A6C34878D82A}">
                    <a16:rowId xmlns:a16="http://schemas.microsoft.com/office/drawing/2014/main" val="2100935404"/>
                  </a:ext>
                </a:extLst>
              </a:tr>
              <a:tr h="807004">
                <a:tc>
                  <a:txBody>
                    <a:bodyPr/>
                    <a:lstStyle/>
                    <a:p>
                      <a:pPr>
                        <a:buNone/>
                      </a:pPr>
                      <a:r>
                        <a:rPr lang="es-ES"/>
                        <a:t>Compatibilidad AMD ROCm/Vulkan</a:t>
                      </a:r>
                    </a:p>
                  </a:txBody>
                  <a:tcPr anchor="ctr"/>
                </a:tc>
                <a:tc>
                  <a:txBody>
                    <a:bodyPr/>
                    <a:lstStyle/>
                    <a:p>
                      <a:pPr algn="r">
                        <a:buNone/>
                      </a:pPr>
                      <a:r>
                        <a:rPr lang="es-ES"/>
                        <a:t>7.69%</a:t>
                      </a:r>
                    </a:p>
                  </a:txBody>
                  <a:tcPr anchor="ctr"/>
                </a:tc>
                <a:tc>
                  <a:txBody>
                    <a:bodyPr/>
                    <a:lstStyle/>
                    <a:p>
                      <a:pPr algn="r">
                        <a:buNone/>
                      </a:pPr>
                      <a:r>
                        <a:rPr lang="es-ES"/>
                        <a:t>5 (0.38)</a:t>
                      </a:r>
                    </a:p>
                  </a:txBody>
                  <a:tcPr anchor="ctr"/>
                </a:tc>
                <a:tc>
                  <a:txBody>
                    <a:bodyPr/>
                    <a:lstStyle/>
                    <a:p>
                      <a:pPr algn="r">
                        <a:buNone/>
                      </a:pPr>
                      <a:r>
                        <a:rPr lang="es-ES"/>
                        <a:t>3 (0.23)</a:t>
                      </a:r>
                    </a:p>
                  </a:txBody>
                  <a:tcPr anchor="ctr"/>
                </a:tc>
                <a:tc>
                  <a:txBody>
                    <a:bodyPr/>
                    <a:lstStyle/>
                    <a:p>
                      <a:pPr algn="r">
                        <a:buNone/>
                      </a:pPr>
                      <a:r>
                        <a:rPr lang="es-ES"/>
                        <a:t>4 (0.31)</a:t>
                      </a:r>
                    </a:p>
                  </a:txBody>
                  <a:tcPr anchor="ctr"/>
                </a:tc>
                <a:tc>
                  <a:txBody>
                    <a:bodyPr/>
                    <a:lstStyle/>
                    <a:p>
                      <a:pPr algn="r">
                        <a:buNone/>
                      </a:pPr>
                      <a:r>
                        <a:rPr lang="es-ES"/>
                        <a:t>2 (0.15)</a:t>
                      </a:r>
                    </a:p>
                  </a:txBody>
                  <a:tcPr anchor="ctr"/>
                </a:tc>
                <a:tc>
                  <a:txBody>
                    <a:bodyPr/>
                    <a:lstStyle/>
                    <a:p>
                      <a:pPr algn="r">
                        <a:buNone/>
                      </a:pPr>
                      <a:r>
                        <a:rPr lang="es-ES"/>
                        <a:t>5 (0.38)</a:t>
                      </a:r>
                    </a:p>
                  </a:txBody>
                  <a:tcPr anchor="ctr"/>
                </a:tc>
                <a:extLst>
                  <a:ext uri="{0D108BD9-81ED-4DB2-BD59-A6C34878D82A}">
                    <a16:rowId xmlns:a16="http://schemas.microsoft.com/office/drawing/2014/main" val="373985286"/>
                  </a:ext>
                </a:extLst>
              </a:tr>
              <a:tr h="574214">
                <a:tc>
                  <a:txBody>
                    <a:bodyPr/>
                    <a:lstStyle/>
                    <a:p>
                      <a:pPr>
                        <a:buNone/>
                      </a:pPr>
                      <a:r>
                        <a:rPr lang="es-ES"/>
                        <a:t>Facilidad de fine-tuning</a:t>
                      </a:r>
                    </a:p>
                  </a:txBody>
                  <a:tcPr anchor="ctr"/>
                </a:tc>
                <a:tc>
                  <a:txBody>
                    <a:bodyPr/>
                    <a:lstStyle/>
                    <a:p>
                      <a:pPr algn="r">
                        <a:buNone/>
                      </a:pPr>
                      <a:r>
                        <a:rPr lang="es-ES"/>
                        <a:t>15.38%</a:t>
                      </a:r>
                    </a:p>
                  </a:txBody>
                  <a:tcPr anchor="ctr"/>
                </a:tc>
                <a:tc>
                  <a:txBody>
                    <a:bodyPr/>
                    <a:lstStyle/>
                    <a:p>
                      <a:pPr algn="r">
                        <a:buNone/>
                      </a:pPr>
                      <a:r>
                        <a:rPr lang="es-ES"/>
                        <a:t>5 (0.77)</a:t>
                      </a:r>
                    </a:p>
                  </a:txBody>
                  <a:tcPr anchor="ctr"/>
                </a:tc>
                <a:tc>
                  <a:txBody>
                    <a:bodyPr/>
                    <a:lstStyle/>
                    <a:p>
                      <a:pPr algn="r">
                        <a:buNone/>
                      </a:pPr>
                      <a:r>
                        <a:rPr lang="es-ES"/>
                        <a:t>3 (0.46)</a:t>
                      </a:r>
                    </a:p>
                  </a:txBody>
                  <a:tcPr anchor="ctr"/>
                </a:tc>
                <a:tc>
                  <a:txBody>
                    <a:bodyPr/>
                    <a:lstStyle/>
                    <a:p>
                      <a:pPr algn="r">
                        <a:buNone/>
                      </a:pPr>
                      <a:r>
                        <a:rPr lang="es-ES"/>
                        <a:t>4 (0.62)</a:t>
                      </a:r>
                    </a:p>
                  </a:txBody>
                  <a:tcPr anchor="ctr"/>
                </a:tc>
                <a:tc>
                  <a:txBody>
                    <a:bodyPr/>
                    <a:lstStyle/>
                    <a:p>
                      <a:pPr algn="r">
                        <a:buNone/>
                      </a:pPr>
                      <a:r>
                        <a:rPr lang="es-ES"/>
                        <a:t>3 (0.46)</a:t>
                      </a:r>
                    </a:p>
                  </a:txBody>
                  <a:tcPr anchor="ctr"/>
                </a:tc>
                <a:tc>
                  <a:txBody>
                    <a:bodyPr/>
                    <a:lstStyle/>
                    <a:p>
                      <a:pPr algn="r">
                        <a:buNone/>
                      </a:pPr>
                      <a:r>
                        <a:rPr lang="es-ES"/>
                        <a:t>4 (0.62)</a:t>
                      </a:r>
                    </a:p>
                  </a:txBody>
                  <a:tcPr anchor="ctr"/>
                </a:tc>
                <a:extLst>
                  <a:ext uri="{0D108BD9-81ED-4DB2-BD59-A6C34878D82A}">
                    <a16:rowId xmlns:a16="http://schemas.microsoft.com/office/drawing/2014/main" val="2133541116"/>
                  </a:ext>
                </a:extLst>
              </a:tr>
              <a:tr h="341425">
                <a:tc>
                  <a:txBody>
                    <a:bodyPr/>
                    <a:lstStyle/>
                    <a:p>
                      <a:pPr>
                        <a:buNone/>
                      </a:pPr>
                      <a:r>
                        <a:rPr lang="es-ES"/>
                        <a:t>TOTAL</a:t>
                      </a:r>
                    </a:p>
                  </a:txBody>
                  <a:tcPr anchor="ctr"/>
                </a:tc>
                <a:tc>
                  <a:txBody>
                    <a:bodyPr/>
                    <a:lstStyle/>
                    <a:p>
                      <a:pPr algn="r">
                        <a:buNone/>
                      </a:pPr>
                      <a:r>
                        <a:rPr lang="es-ES"/>
                        <a:t>100%</a:t>
                      </a:r>
                    </a:p>
                  </a:txBody>
                  <a:tcPr anchor="ctr"/>
                </a:tc>
                <a:tc>
                  <a:txBody>
                    <a:bodyPr/>
                    <a:lstStyle/>
                    <a:p>
                      <a:pPr algn="r">
                        <a:buNone/>
                      </a:pPr>
                      <a:r>
                        <a:rPr lang="es-ES"/>
                        <a:t>5.00</a:t>
                      </a:r>
                    </a:p>
                  </a:txBody>
                  <a:tcPr anchor="ctr"/>
                </a:tc>
                <a:tc>
                  <a:txBody>
                    <a:bodyPr/>
                    <a:lstStyle/>
                    <a:p>
                      <a:pPr algn="r">
                        <a:buNone/>
                      </a:pPr>
                      <a:r>
                        <a:rPr lang="es-ES"/>
                        <a:t>3.61</a:t>
                      </a:r>
                    </a:p>
                  </a:txBody>
                  <a:tcPr anchor="ctr"/>
                </a:tc>
                <a:tc>
                  <a:txBody>
                    <a:bodyPr/>
                    <a:lstStyle/>
                    <a:p>
                      <a:pPr algn="r">
                        <a:buNone/>
                      </a:pPr>
                      <a:r>
                        <a:rPr lang="es-ES"/>
                        <a:t>4.32</a:t>
                      </a:r>
                    </a:p>
                  </a:txBody>
                  <a:tcPr anchor="ctr"/>
                </a:tc>
                <a:tc>
                  <a:txBody>
                    <a:bodyPr/>
                    <a:lstStyle/>
                    <a:p>
                      <a:pPr algn="r">
                        <a:buNone/>
                      </a:pPr>
                      <a:r>
                        <a:rPr lang="es-ES"/>
                        <a:t>3.07</a:t>
                      </a:r>
                    </a:p>
                  </a:txBody>
                  <a:tcPr anchor="ctr"/>
                </a:tc>
                <a:tc>
                  <a:txBody>
                    <a:bodyPr/>
                    <a:lstStyle/>
                    <a:p>
                      <a:pPr algn="r">
                        <a:buNone/>
                      </a:pPr>
                      <a:r>
                        <a:rPr lang="es-ES"/>
                        <a:t>3.61</a:t>
                      </a:r>
                    </a:p>
                  </a:txBody>
                  <a:tcPr anchor="ctr"/>
                </a:tc>
                <a:extLst>
                  <a:ext uri="{0D108BD9-81ED-4DB2-BD59-A6C34878D82A}">
                    <a16:rowId xmlns:a16="http://schemas.microsoft.com/office/drawing/2014/main" val="3602963206"/>
                  </a:ext>
                </a:extLst>
              </a:tr>
            </a:tbl>
          </a:graphicData>
        </a:graphic>
      </p:graphicFrame>
      <p:sp>
        <p:nvSpPr>
          <p:cNvPr id="7" name="CuadroTexto 6">
            <a:extLst>
              <a:ext uri="{FF2B5EF4-FFF2-40B4-BE49-F238E27FC236}">
                <a16:creationId xmlns:a16="http://schemas.microsoft.com/office/drawing/2014/main" id="{FC199D3A-F055-6F6E-0673-1A0B29C9CF53}"/>
              </a:ext>
            </a:extLst>
          </p:cNvPr>
          <p:cNvSpPr txBox="1"/>
          <p:nvPr/>
        </p:nvSpPr>
        <p:spPr>
          <a:xfrm>
            <a:off x="6096000" y="6021103"/>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err="1"/>
              <a:t>Bommasani</a:t>
            </a:r>
            <a:r>
              <a:rPr lang="en-US"/>
              <a:t>, R., et al. (2021). </a:t>
            </a:r>
            <a:r>
              <a:rPr lang="en-US" i="1"/>
              <a:t>On the Opportunities and Risks of Foundation Models</a:t>
            </a:r>
            <a:r>
              <a:rPr lang="en-US"/>
              <a:t>. Stanford Center for Research on Foundation Models (CRFM).</a:t>
            </a:r>
            <a:endParaRPr lang="es-ES"/>
          </a:p>
        </p:txBody>
      </p:sp>
      <p:sp>
        <p:nvSpPr>
          <p:cNvPr id="4" name="Rectangle 3">
            <a:extLst>
              <a:ext uri="{FF2B5EF4-FFF2-40B4-BE49-F238E27FC236}">
                <a16:creationId xmlns:a16="http://schemas.microsoft.com/office/drawing/2014/main" id="{91A69C93-69A2-E44C-E978-D9B70873D759}"/>
              </a:ext>
            </a:extLst>
          </p:cNvPr>
          <p:cNvSpPr/>
          <p:nvPr/>
        </p:nvSpPr>
        <p:spPr>
          <a:xfrm>
            <a:off x="4174434" y="1568173"/>
            <a:ext cx="1369391" cy="4102873"/>
          </a:xfrm>
          <a:prstGeom prst="rect">
            <a:avLst/>
          </a:prstGeom>
          <a:solidFill>
            <a:srgbClr val="FFE699">
              <a:alpha val="3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57090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72724B-5948-8AA9-E46B-E25025E0E374}"/>
            </a:ext>
          </a:extLst>
        </p:cNvPr>
        <p:cNvGrpSpPr/>
        <p:nvPr/>
      </p:nvGrpSpPr>
      <p:grpSpPr>
        <a:xfrm>
          <a:off x="0" y="0"/>
          <a:ext cx="0" cy="0"/>
          <a:chOff x="0" y="0"/>
          <a:chExt cx="0" cy="0"/>
        </a:xfrm>
      </p:grpSpPr>
      <p:pic>
        <p:nvPicPr>
          <p:cNvPr id="5" name="Picture 4" descr="Educational product testing best practice | Haremi">
            <a:extLst>
              <a:ext uri="{FF2B5EF4-FFF2-40B4-BE49-F238E27FC236}">
                <a16:creationId xmlns:a16="http://schemas.microsoft.com/office/drawing/2014/main" id="{8A7C9022-E880-8B35-9F61-F4CDDC6D7EBC}"/>
              </a:ext>
            </a:extLst>
          </p:cNvPr>
          <p:cNvPicPr>
            <a:picLocks noChangeAspect="1"/>
          </p:cNvPicPr>
          <p:nvPr/>
        </p:nvPicPr>
        <p:blipFill>
          <a:blip r:embed="rId3"/>
          <a:stretch>
            <a:fillRect/>
          </a:stretch>
        </p:blipFill>
        <p:spPr>
          <a:xfrm>
            <a:off x="3924664" y="2454772"/>
            <a:ext cx="3841630" cy="2236398"/>
          </a:xfrm>
          <a:prstGeom prst="rect">
            <a:avLst/>
          </a:prstGeom>
        </p:spPr>
      </p:pic>
      <p:sp>
        <p:nvSpPr>
          <p:cNvPr id="3" name="TextBox 3">
            <a:extLst>
              <a:ext uri="{FF2B5EF4-FFF2-40B4-BE49-F238E27FC236}">
                <a16:creationId xmlns:a16="http://schemas.microsoft.com/office/drawing/2014/main" id="{8EFC4264-7B8C-CF5B-C1F3-7F7325CC6993}"/>
              </a:ext>
            </a:extLst>
          </p:cNvPr>
          <p:cNvSpPr txBox="1"/>
          <p:nvPr/>
        </p:nvSpPr>
        <p:spPr>
          <a:xfrm>
            <a:off x="660301" y="481310"/>
            <a:ext cx="6038447" cy="841256"/>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2733" b="1">
                <a:solidFill>
                  <a:schemeClr val="accent1">
                    <a:lumMod val="76000"/>
                  </a:schemeClr>
                </a:solidFill>
                <a:ea typeface="+mn-lt"/>
                <a:cs typeface="+mn-lt"/>
                <a:sym typeface="Poppins Light"/>
              </a:rPr>
              <a:t>Benchmarking de Frameworks de Testing </a:t>
            </a:r>
            <a:r>
              <a:rPr lang="en-US" sz="2733" b="1" err="1">
                <a:solidFill>
                  <a:schemeClr val="accent1">
                    <a:lumMod val="76000"/>
                  </a:schemeClr>
                </a:solidFill>
                <a:ea typeface="+mn-lt"/>
                <a:cs typeface="+mn-lt"/>
                <a:sym typeface="Poppins Light"/>
              </a:rPr>
              <a:t>Adaptativo</a:t>
            </a:r>
            <a:endParaRPr lang="en-US" sz="800" err="1">
              <a:solidFill>
                <a:schemeClr val="accent1">
                  <a:lumMod val="76000"/>
                </a:schemeClr>
              </a:solidFill>
            </a:endParaRPr>
          </a:p>
        </p:txBody>
      </p:sp>
      <p:sp>
        <p:nvSpPr>
          <p:cNvPr id="4" name="TextBox 7">
            <a:extLst>
              <a:ext uri="{FF2B5EF4-FFF2-40B4-BE49-F238E27FC236}">
                <a16:creationId xmlns:a16="http://schemas.microsoft.com/office/drawing/2014/main" id="{ED8DEFCF-E9E3-CDFC-8E1B-F5ACE7C5C65C}"/>
              </a:ext>
            </a:extLst>
          </p:cNvPr>
          <p:cNvSpPr txBox="1"/>
          <p:nvPr/>
        </p:nvSpPr>
        <p:spPr>
          <a:xfrm>
            <a:off x="656899" y="1766041"/>
            <a:ext cx="4217375" cy="287386"/>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291"/>
              </a:lnSpc>
            </a:pPr>
            <a:r>
              <a:rPr lang="en-US" sz="1867" b="1" err="1">
                <a:latin typeface="Poppins Light"/>
                <a:cs typeface="Poppins Light"/>
              </a:rPr>
              <a:t>Precisión</a:t>
            </a:r>
            <a:r>
              <a:rPr lang="en-US" sz="1867" b="1">
                <a:latin typeface="Poppins Light"/>
                <a:cs typeface="Poppins Light"/>
              </a:rPr>
              <a:t> de </a:t>
            </a:r>
            <a:r>
              <a:rPr lang="en-US" sz="1867" b="1" err="1">
                <a:latin typeface="Poppins Light"/>
                <a:cs typeface="Poppins Light"/>
              </a:rPr>
              <a:t>medición</a:t>
            </a:r>
            <a:endParaRPr lang="en-US" sz="800" err="1"/>
          </a:p>
        </p:txBody>
      </p:sp>
      <p:sp>
        <p:nvSpPr>
          <p:cNvPr id="7" name="TextBox 8">
            <a:extLst>
              <a:ext uri="{FF2B5EF4-FFF2-40B4-BE49-F238E27FC236}">
                <a16:creationId xmlns:a16="http://schemas.microsoft.com/office/drawing/2014/main" id="{91E94FCA-0206-E984-AD7F-45E67D7F213A}"/>
              </a:ext>
            </a:extLst>
          </p:cNvPr>
          <p:cNvSpPr txBox="1"/>
          <p:nvPr/>
        </p:nvSpPr>
        <p:spPr>
          <a:xfrm>
            <a:off x="671277" y="2237548"/>
            <a:ext cx="5203924" cy="215444"/>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28600" indent="-228600" algn="just">
              <a:buFont typeface="Arial"/>
              <a:buChar char="•"/>
            </a:pPr>
            <a:r>
              <a:rPr lang="en-US" sz="1400" err="1">
                <a:solidFill>
                  <a:srgbClr val="3D3D42"/>
                </a:solidFill>
                <a:ea typeface="+mn-lt"/>
                <a:cs typeface="+mn-lt"/>
              </a:rPr>
              <a:t>Estimación</a:t>
            </a:r>
            <a:r>
              <a:rPr lang="en-US" sz="1400">
                <a:solidFill>
                  <a:srgbClr val="3D3D42"/>
                </a:solidFill>
                <a:ea typeface="+mn-lt"/>
                <a:cs typeface="+mn-lt"/>
              </a:rPr>
              <a:t> </a:t>
            </a:r>
            <a:r>
              <a:rPr lang="en-US" sz="1400" err="1">
                <a:solidFill>
                  <a:srgbClr val="3D3D42"/>
                </a:solidFill>
                <a:ea typeface="+mn-lt"/>
                <a:cs typeface="+mn-lt"/>
              </a:rPr>
              <a:t>confiable</a:t>
            </a:r>
            <a:r>
              <a:rPr lang="en-US" sz="1400">
                <a:solidFill>
                  <a:srgbClr val="3D3D42"/>
                </a:solidFill>
                <a:ea typeface="+mn-lt"/>
                <a:cs typeface="+mn-lt"/>
              </a:rPr>
              <a:t> de </a:t>
            </a:r>
            <a:r>
              <a:rPr lang="en-US" sz="1400" err="1">
                <a:solidFill>
                  <a:srgbClr val="3D3D42"/>
                </a:solidFill>
                <a:ea typeface="+mn-lt"/>
                <a:cs typeface="+mn-lt"/>
              </a:rPr>
              <a:t>habilidad</a:t>
            </a:r>
          </a:p>
        </p:txBody>
      </p:sp>
      <p:sp>
        <p:nvSpPr>
          <p:cNvPr id="8" name="TextBox 7">
            <a:extLst>
              <a:ext uri="{FF2B5EF4-FFF2-40B4-BE49-F238E27FC236}">
                <a16:creationId xmlns:a16="http://schemas.microsoft.com/office/drawing/2014/main" id="{C6BB351E-368A-941C-92C5-BAF3A8EA6540}"/>
              </a:ext>
            </a:extLst>
          </p:cNvPr>
          <p:cNvSpPr txBox="1"/>
          <p:nvPr/>
        </p:nvSpPr>
        <p:spPr>
          <a:xfrm>
            <a:off x="642522" y="4900305"/>
            <a:ext cx="4217375" cy="288284"/>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291"/>
              </a:lnSpc>
            </a:pPr>
            <a:r>
              <a:rPr lang="en-US" sz="1867" b="1" err="1">
                <a:latin typeface="Poppins Light"/>
                <a:ea typeface="Calibri"/>
                <a:cs typeface="Poppins Light"/>
              </a:rPr>
              <a:t>Flexibilidad</a:t>
            </a:r>
            <a:r>
              <a:rPr lang="en-US" sz="1867" b="1">
                <a:latin typeface="Poppins Light"/>
                <a:ea typeface="Calibri"/>
                <a:cs typeface="Poppins Light"/>
              </a:rPr>
              <a:t> </a:t>
            </a:r>
            <a:r>
              <a:rPr lang="en-US" sz="1867" b="1" err="1">
                <a:latin typeface="Poppins Light"/>
                <a:ea typeface="Calibri"/>
                <a:cs typeface="Poppins Light"/>
              </a:rPr>
              <a:t>metodológica</a:t>
            </a:r>
          </a:p>
        </p:txBody>
      </p:sp>
      <p:sp>
        <p:nvSpPr>
          <p:cNvPr id="9" name="TextBox 8">
            <a:extLst>
              <a:ext uri="{FF2B5EF4-FFF2-40B4-BE49-F238E27FC236}">
                <a16:creationId xmlns:a16="http://schemas.microsoft.com/office/drawing/2014/main" id="{A95C458B-D79C-D301-9350-C928189389FF}"/>
              </a:ext>
            </a:extLst>
          </p:cNvPr>
          <p:cNvSpPr txBox="1"/>
          <p:nvPr/>
        </p:nvSpPr>
        <p:spPr>
          <a:xfrm>
            <a:off x="642522" y="5386189"/>
            <a:ext cx="5203924" cy="43595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28600" indent="-228600" algn="just">
              <a:buFont typeface="Arial"/>
              <a:buChar char="•"/>
            </a:pPr>
            <a:r>
              <a:rPr lang="en-US" sz="1400" err="1">
                <a:solidFill>
                  <a:srgbClr val="3D3D42"/>
                </a:solidFill>
                <a:ea typeface="+mn-lt"/>
                <a:cs typeface="+mn-lt"/>
              </a:rPr>
              <a:t>Adaptación</a:t>
            </a:r>
            <a:r>
              <a:rPr lang="en-US" sz="1400">
                <a:solidFill>
                  <a:srgbClr val="3D3D42"/>
                </a:solidFill>
                <a:ea typeface="+mn-lt"/>
                <a:cs typeface="+mn-lt"/>
              </a:rPr>
              <a:t> a </a:t>
            </a:r>
            <a:r>
              <a:rPr lang="en-US" sz="1400" err="1">
                <a:solidFill>
                  <a:srgbClr val="3D3D42"/>
                </a:solidFill>
                <a:ea typeface="+mn-lt"/>
                <a:cs typeface="+mn-lt"/>
              </a:rPr>
              <a:t>distintos</a:t>
            </a:r>
            <a:r>
              <a:rPr lang="en-US" sz="1400">
                <a:solidFill>
                  <a:srgbClr val="3D3D42"/>
                </a:solidFill>
                <a:ea typeface="+mn-lt"/>
                <a:cs typeface="+mn-lt"/>
              </a:rPr>
              <a:t> </a:t>
            </a:r>
            <a:r>
              <a:rPr lang="en-US" sz="1400" err="1">
                <a:solidFill>
                  <a:srgbClr val="3D3D42"/>
                </a:solidFill>
                <a:ea typeface="+mn-lt"/>
                <a:cs typeface="+mn-lt"/>
              </a:rPr>
              <a:t>contextos</a:t>
            </a:r>
            <a:r>
              <a:rPr lang="en-US" sz="1400">
                <a:solidFill>
                  <a:srgbClr val="3D3D42"/>
                </a:solidFill>
                <a:ea typeface="+mn-lt"/>
                <a:cs typeface="+mn-lt"/>
              </a:rPr>
              <a:t> </a:t>
            </a:r>
            <a:r>
              <a:rPr lang="en-US" sz="1400" err="1">
                <a:solidFill>
                  <a:srgbClr val="3D3D42"/>
                </a:solidFill>
                <a:ea typeface="+mn-lt"/>
                <a:cs typeface="+mn-lt"/>
              </a:rPr>
              <a:t>educativos</a:t>
            </a:r>
            <a:r>
              <a:rPr lang="en-US" sz="1400">
                <a:solidFill>
                  <a:srgbClr val="3D3D42"/>
                </a:solidFill>
                <a:ea typeface="+mn-lt"/>
                <a:cs typeface="+mn-lt"/>
              </a:rPr>
              <a:t>.</a:t>
            </a:r>
          </a:p>
          <a:p>
            <a:pPr marL="228611" indent="-228611" algn="just">
              <a:buFont typeface="Arial"/>
              <a:buChar char="•"/>
            </a:pPr>
            <a:endParaRPr lang="en-US" sz="1433">
              <a:solidFill>
                <a:srgbClr val="3D3D42"/>
              </a:solidFill>
              <a:latin typeface="Calibri"/>
              <a:ea typeface="Calibri"/>
              <a:cs typeface="Calibri"/>
            </a:endParaRPr>
          </a:p>
        </p:txBody>
      </p:sp>
      <p:sp>
        <p:nvSpPr>
          <p:cNvPr id="10" name="TextBox 7">
            <a:extLst>
              <a:ext uri="{FF2B5EF4-FFF2-40B4-BE49-F238E27FC236}">
                <a16:creationId xmlns:a16="http://schemas.microsoft.com/office/drawing/2014/main" id="{0F95CD4E-06F2-972B-CE12-E7BC186559CA}"/>
              </a:ext>
            </a:extLst>
          </p:cNvPr>
          <p:cNvSpPr txBox="1"/>
          <p:nvPr/>
        </p:nvSpPr>
        <p:spPr>
          <a:xfrm>
            <a:off x="6695389" y="1766040"/>
            <a:ext cx="4217375" cy="288284"/>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291"/>
              </a:lnSpc>
            </a:pPr>
            <a:r>
              <a:rPr lang="en-US" sz="1867" b="1" err="1">
                <a:latin typeface="Poppins Light"/>
                <a:ea typeface="Calibri"/>
                <a:cs typeface="Poppins Light"/>
              </a:rPr>
              <a:t>Escalabilidad</a:t>
            </a:r>
          </a:p>
        </p:txBody>
      </p:sp>
      <p:sp>
        <p:nvSpPr>
          <p:cNvPr id="11" name="TextBox 8">
            <a:extLst>
              <a:ext uri="{FF2B5EF4-FFF2-40B4-BE49-F238E27FC236}">
                <a16:creationId xmlns:a16="http://schemas.microsoft.com/office/drawing/2014/main" id="{6B19BF67-CFB2-7CBF-2D5D-05AB26A26578}"/>
              </a:ext>
            </a:extLst>
          </p:cNvPr>
          <p:cNvSpPr txBox="1"/>
          <p:nvPr/>
        </p:nvSpPr>
        <p:spPr>
          <a:xfrm>
            <a:off x="6695389" y="2237547"/>
            <a:ext cx="5203924" cy="43595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28600" indent="-228600" algn="just">
              <a:buFont typeface="Arial"/>
              <a:buChar char="•"/>
            </a:pPr>
            <a:r>
              <a:rPr lang="en-US" sz="1400" err="1">
                <a:solidFill>
                  <a:srgbClr val="3D3D42"/>
                </a:solidFill>
                <a:ea typeface="+mn-lt"/>
                <a:cs typeface="+mn-lt"/>
                <a:sym typeface="Roboto"/>
              </a:rPr>
              <a:t>Pruebas</a:t>
            </a:r>
            <a:r>
              <a:rPr lang="en-US" sz="1400">
                <a:solidFill>
                  <a:srgbClr val="3D3D42"/>
                </a:solidFill>
                <a:ea typeface="+mn-lt"/>
                <a:cs typeface="+mn-lt"/>
                <a:sym typeface="Roboto"/>
              </a:rPr>
              <a:t> </a:t>
            </a:r>
            <a:r>
              <a:rPr lang="en-US" sz="1400" err="1">
                <a:solidFill>
                  <a:srgbClr val="3D3D42"/>
                </a:solidFill>
                <a:ea typeface="+mn-lt"/>
                <a:cs typeface="+mn-lt"/>
                <a:sym typeface="Roboto"/>
              </a:rPr>
              <a:t>más</a:t>
            </a:r>
            <a:r>
              <a:rPr lang="en-US" sz="1400">
                <a:solidFill>
                  <a:srgbClr val="3D3D42"/>
                </a:solidFill>
                <a:ea typeface="+mn-lt"/>
                <a:cs typeface="+mn-lt"/>
                <a:sym typeface="Roboto"/>
              </a:rPr>
              <a:t> </a:t>
            </a:r>
            <a:r>
              <a:rPr lang="en-US" sz="1400" err="1">
                <a:solidFill>
                  <a:srgbClr val="3D3D42"/>
                </a:solidFill>
                <a:ea typeface="+mn-lt"/>
                <a:cs typeface="+mn-lt"/>
                <a:sym typeface="Roboto"/>
              </a:rPr>
              <a:t>cortas</a:t>
            </a:r>
            <a:r>
              <a:rPr lang="en-US" sz="1400">
                <a:solidFill>
                  <a:srgbClr val="3D3D42"/>
                </a:solidFill>
                <a:ea typeface="+mn-lt"/>
                <a:cs typeface="+mn-lt"/>
                <a:sym typeface="Roboto"/>
              </a:rPr>
              <a:t> sin </a:t>
            </a:r>
            <a:r>
              <a:rPr lang="en-US" sz="1400" err="1">
                <a:solidFill>
                  <a:srgbClr val="3D3D42"/>
                </a:solidFill>
                <a:ea typeface="+mn-lt"/>
                <a:cs typeface="+mn-lt"/>
                <a:sym typeface="Roboto"/>
              </a:rPr>
              <a:t>perder</a:t>
            </a:r>
            <a:r>
              <a:rPr lang="en-US" sz="1400">
                <a:solidFill>
                  <a:srgbClr val="3D3D42"/>
                </a:solidFill>
                <a:ea typeface="+mn-lt"/>
                <a:cs typeface="+mn-lt"/>
                <a:sym typeface="Roboto"/>
              </a:rPr>
              <a:t> </a:t>
            </a:r>
            <a:r>
              <a:rPr lang="en-US" sz="1400" err="1">
                <a:solidFill>
                  <a:srgbClr val="3D3D42"/>
                </a:solidFill>
                <a:ea typeface="+mn-lt"/>
                <a:cs typeface="+mn-lt"/>
                <a:sym typeface="Roboto"/>
              </a:rPr>
              <a:t>precisión</a:t>
            </a:r>
            <a:endParaRPr lang="en-US" sz="1400" err="1">
              <a:solidFill>
                <a:srgbClr val="3D3D42"/>
              </a:solidFill>
              <a:ea typeface="+mn-lt"/>
              <a:cs typeface="+mn-lt"/>
            </a:endParaRPr>
          </a:p>
          <a:p>
            <a:pPr marL="228611" indent="-228611" algn="just">
              <a:buFont typeface="Arial"/>
              <a:buChar char="•"/>
            </a:pPr>
            <a:endParaRPr lang="en-US" sz="1433">
              <a:solidFill>
                <a:srgbClr val="3D3D42"/>
              </a:solidFill>
              <a:latin typeface="Calibri"/>
              <a:ea typeface="Calibri"/>
              <a:cs typeface="Calibri"/>
            </a:endParaRPr>
          </a:p>
        </p:txBody>
      </p:sp>
      <p:sp>
        <p:nvSpPr>
          <p:cNvPr id="12" name="TextBox 7">
            <a:extLst>
              <a:ext uri="{FF2B5EF4-FFF2-40B4-BE49-F238E27FC236}">
                <a16:creationId xmlns:a16="http://schemas.microsoft.com/office/drawing/2014/main" id="{B2A07E21-EC6C-32FD-4FEB-AEDC9DB3C4C6}"/>
              </a:ext>
            </a:extLst>
          </p:cNvPr>
          <p:cNvSpPr txBox="1"/>
          <p:nvPr/>
        </p:nvSpPr>
        <p:spPr>
          <a:xfrm>
            <a:off x="6666635" y="4900305"/>
            <a:ext cx="4217375" cy="288284"/>
          </a:xfrm>
          <a:prstGeom prst="rect">
            <a:avLst/>
          </a:prstGeom>
          <a:noFill/>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291"/>
              </a:lnSpc>
            </a:pPr>
            <a:r>
              <a:rPr lang="en-US" sz="1867" b="1" err="1">
                <a:latin typeface="Poppins Light"/>
                <a:ea typeface="Calibri"/>
                <a:cs typeface="Poppins Light"/>
              </a:rPr>
              <a:t>Facilidad</a:t>
            </a:r>
            <a:r>
              <a:rPr lang="en-US" sz="1867" b="1">
                <a:latin typeface="Poppins Light"/>
                <a:ea typeface="Calibri"/>
                <a:cs typeface="Poppins Light"/>
              </a:rPr>
              <a:t> de </a:t>
            </a:r>
            <a:r>
              <a:rPr lang="en-US" sz="1867" b="1" err="1">
                <a:latin typeface="Poppins Light"/>
                <a:ea typeface="Calibri"/>
                <a:cs typeface="Poppins Light"/>
              </a:rPr>
              <a:t>implementación</a:t>
            </a:r>
          </a:p>
        </p:txBody>
      </p:sp>
      <p:sp>
        <p:nvSpPr>
          <p:cNvPr id="13" name="TextBox 8">
            <a:extLst>
              <a:ext uri="{FF2B5EF4-FFF2-40B4-BE49-F238E27FC236}">
                <a16:creationId xmlns:a16="http://schemas.microsoft.com/office/drawing/2014/main" id="{5F692803-E241-8B50-344C-2FDBD20579B7}"/>
              </a:ext>
            </a:extLst>
          </p:cNvPr>
          <p:cNvSpPr txBox="1"/>
          <p:nvPr/>
        </p:nvSpPr>
        <p:spPr>
          <a:xfrm>
            <a:off x="6666635" y="5386189"/>
            <a:ext cx="5203924" cy="65646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28600" indent="-228600" algn="just">
              <a:buFont typeface="Arial"/>
              <a:buChar char="•"/>
            </a:pPr>
            <a:r>
              <a:rPr lang="en-US" sz="1400" err="1">
                <a:solidFill>
                  <a:srgbClr val="3D3D42"/>
                </a:solidFill>
                <a:ea typeface="+mn-lt"/>
                <a:cs typeface="+mn-lt"/>
              </a:rPr>
              <a:t>Madurez</a:t>
            </a:r>
            <a:r>
              <a:rPr lang="en-US" sz="1400">
                <a:solidFill>
                  <a:srgbClr val="3D3D42"/>
                </a:solidFill>
                <a:ea typeface="+mn-lt"/>
                <a:cs typeface="+mn-lt"/>
              </a:rPr>
              <a:t> </a:t>
            </a:r>
            <a:r>
              <a:rPr lang="en-US" sz="1400" err="1">
                <a:solidFill>
                  <a:srgbClr val="3D3D42"/>
                </a:solidFill>
                <a:ea typeface="+mn-lt"/>
                <a:cs typeface="+mn-lt"/>
              </a:rPr>
              <a:t>metodológica</a:t>
            </a:r>
            <a:r>
              <a:rPr lang="en-US" sz="1400">
                <a:solidFill>
                  <a:srgbClr val="3D3D42"/>
                </a:solidFill>
                <a:ea typeface="+mn-lt"/>
                <a:cs typeface="+mn-lt"/>
              </a:rPr>
              <a:t> </a:t>
            </a:r>
            <a:r>
              <a:rPr lang="en-US" sz="1400" err="1">
                <a:solidFill>
                  <a:srgbClr val="3D3D42"/>
                </a:solidFill>
                <a:ea typeface="+mn-lt"/>
                <a:cs typeface="+mn-lt"/>
              </a:rPr>
              <a:t>comprobada</a:t>
            </a:r>
            <a:r>
              <a:rPr lang="en-US" sz="1400">
                <a:solidFill>
                  <a:srgbClr val="3D3D42"/>
                </a:solidFill>
                <a:ea typeface="+mn-lt"/>
                <a:cs typeface="+mn-lt"/>
              </a:rPr>
              <a:t>.</a:t>
            </a:r>
          </a:p>
          <a:p>
            <a:pPr marL="228611" indent="-228611" algn="just">
              <a:buFont typeface="Arial"/>
              <a:buChar char="•"/>
            </a:pPr>
            <a:endParaRPr lang="en-US" sz="1433">
              <a:solidFill>
                <a:srgbClr val="3D3D42"/>
              </a:solidFill>
              <a:ea typeface="+mn-lt"/>
              <a:cs typeface="+mn-lt"/>
            </a:endParaRPr>
          </a:p>
          <a:p>
            <a:pPr marL="228611" indent="-228611" algn="just">
              <a:buFont typeface="Arial"/>
              <a:buChar char="•"/>
            </a:pPr>
            <a:endParaRPr lang="en-US" sz="1433">
              <a:solidFill>
                <a:srgbClr val="3D3D42"/>
              </a:solidFill>
              <a:ea typeface="+mn-lt"/>
              <a:cs typeface="+mn-lt"/>
            </a:endParaRPr>
          </a:p>
        </p:txBody>
      </p:sp>
      <p:sp>
        <p:nvSpPr>
          <p:cNvPr id="2" name="TextBox 1">
            <a:extLst>
              <a:ext uri="{FF2B5EF4-FFF2-40B4-BE49-F238E27FC236}">
                <a16:creationId xmlns:a16="http://schemas.microsoft.com/office/drawing/2014/main" id="{0741947E-544A-570F-963D-9D902E1ED24D}"/>
              </a:ext>
            </a:extLst>
          </p:cNvPr>
          <p:cNvSpPr txBox="1"/>
          <p:nvPr/>
        </p:nvSpPr>
        <p:spPr>
          <a:xfrm>
            <a:off x="6252575" y="6122096"/>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i="0">
                <a:latin typeface="Segoe UI"/>
                <a:ea typeface="Segoe UI"/>
                <a:cs typeface="Segoe UI"/>
              </a:rPr>
              <a:t>El Msayer, M., Bouihi, B., et al. (2026).</a:t>
            </a:r>
            <a:br>
              <a:rPr lang="en-US" b="0" i="0">
                <a:latin typeface="Segoe UI"/>
                <a:ea typeface="Segoe UI"/>
                <a:cs typeface="Segoe UI"/>
              </a:rPr>
            </a:br>
            <a:r>
              <a:rPr lang="en-US" b="0" i="1">
                <a:latin typeface="Segoe UI"/>
                <a:ea typeface="Segoe UI"/>
                <a:cs typeface="Segoe UI"/>
              </a:rPr>
              <a:t>Designing formative adaptive assessment integrating CAT and IRT.</a:t>
            </a:r>
          </a:p>
          <a:p>
            <a:pPr algn="ctr"/>
            <a:endParaRPr lang="en-US"/>
          </a:p>
        </p:txBody>
      </p:sp>
    </p:spTree>
    <p:extLst>
      <p:ext uri="{BB962C8B-B14F-4D97-AF65-F5344CB8AC3E}">
        <p14:creationId xmlns:p14="http://schemas.microsoft.com/office/powerpoint/2010/main" val="13285065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94AF62-56B4-61D5-CA9F-5681C499DEE2}"/>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D4C47099-CA20-A0B0-437F-192E65BDCBDB}"/>
              </a:ext>
            </a:extLst>
          </p:cNvPr>
          <p:cNvSpPr txBox="1"/>
          <p:nvPr/>
        </p:nvSpPr>
        <p:spPr>
          <a:xfrm>
            <a:off x="638881" y="417576"/>
            <a:ext cx="10909640" cy="1249394"/>
          </a:xfrm>
          <a:prstGeom prst="rect">
            <a:avLst/>
          </a:prstGeom>
        </p:spPr>
        <p:txBody>
          <a:bodyPr vert="horz" lIns="60960" tIns="30480" rIns="60960" bIns="30480" rtlCol="0" anchor="ctr">
            <a:normAutofit fontScale="85000" lnSpcReduction="20000"/>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ct val="90000"/>
              </a:lnSpc>
              <a:spcBef>
                <a:spcPct val="0"/>
              </a:spcBef>
              <a:spcAft>
                <a:spcPts val="400"/>
              </a:spcAft>
            </a:pPr>
            <a:r>
              <a:rPr lang="en-US" sz="4100">
                <a:solidFill>
                  <a:schemeClr val="accent1">
                    <a:lumMod val="76000"/>
                  </a:schemeClr>
                </a:solidFill>
                <a:ea typeface="+mn-lt"/>
                <a:cs typeface="+mn-lt"/>
                <a:sym typeface="Poppins Light"/>
              </a:rPr>
              <a:t>Comparativa </a:t>
            </a:r>
            <a:r>
              <a:rPr lang="en-US" sz="4100" kern="1200">
                <a:solidFill>
                  <a:schemeClr val="accent1">
                    <a:lumMod val="76000"/>
                  </a:schemeClr>
                </a:solidFill>
                <a:ea typeface="+mn-lt"/>
                <a:cs typeface="+mn-lt"/>
                <a:sym typeface="Poppins Light"/>
              </a:rPr>
              <a:t>de Frameworks de Testing Adaptativo</a:t>
            </a:r>
            <a:r>
              <a:rPr lang="en-US" sz="4100">
                <a:solidFill>
                  <a:schemeClr val="accent1">
                    <a:lumMod val="76000"/>
                  </a:schemeClr>
                </a:solidFill>
                <a:ea typeface="+mn-lt"/>
                <a:cs typeface="+mn-lt"/>
                <a:sym typeface="Poppins Light"/>
              </a:rPr>
              <a:t> según Precisión de Medición, Implementación y Escalabilidad</a:t>
            </a:r>
            <a:endParaRPr lang="en-US"/>
          </a:p>
        </p:txBody>
      </p:sp>
      <p:graphicFrame>
        <p:nvGraphicFramePr>
          <p:cNvPr id="6" name="Table 5">
            <a:extLst>
              <a:ext uri="{FF2B5EF4-FFF2-40B4-BE49-F238E27FC236}">
                <a16:creationId xmlns:a16="http://schemas.microsoft.com/office/drawing/2014/main" id="{6C24ED9A-938F-08A4-E4B7-67E7E322F990}"/>
              </a:ext>
            </a:extLst>
          </p:cNvPr>
          <p:cNvGraphicFramePr>
            <a:graphicFrameLocks noGrp="1"/>
          </p:cNvGraphicFramePr>
          <p:nvPr/>
        </p:nvGraphicFramePr>
        <p:xfrm>
          <a:off x="320040" y="2326542"/>
          <a:ext cx="11548873" cy="3021270"/>
        </p:xfrm>
        <a:graphic>
          <a:graphicData uri="http://schemas.openxmlformats.org/drawingml/2006/table">
            <a:tbl>
              <a:tblPr bandRow="1">
                <a:tableStyleId>{3B4B98B0-60AC-42C2-AFA5-B58CD77FA1E5}</a:tableStyleId>
              </a:tblPr>
              <a:tblGrid>
                <a:gridCol w="3780525">
                  <a:extLst>
                    <a:ext uri="{9D8B030D-6E8A-4147-A177-3AD203B41FA5}">
                      <a16:colId xmlns:a16="http://schemas.microsoft.com/office/drawing/2014/main" val="3739262622"/>
                    </a:ext>
                  </a:extLst>
                </a:gridCol>
                <a:gridCol w="1517011">
                  <a:extLst>
                    <a:ext uri="{9D8B030D-6E8A-4147-A177-3AD203B41FA5}">
                      <a16:colId xmlns:a16="http://schemas.microsoft.com/office/drawing/2014/main" val="3064834716"/>
                    </a:ext>
                  </a:extLst>
                </a:gridCol>
                <a:gridCol w="1919706">
                  <a:extLst>
                    <a:ext uri="{9D8B030D-6E8A-4147-A177-3AD203B41FA5}">
                      <a16:colId xmlns:a16="http://schemas.microsoft.com/office/drawing/2014/main" val="933556322"/>
                    </a:ext>
                  </a:extLst>
                </a:gridCol>
                <a:gridCol w="1556834">
                  <a:extLst>
                    <a:ext uri="{9D8B030D-6E8A-4147-A177-3AD203B41FA5}">
                      <a16:colId xmlns:a16="http://schemas.microsoft.com/office/drawing/2014/main" val="2161543295"/>
                    </a:ext>
                  </a:extLst>
                </a:gridCol>
                <a:gridCol w="2774797">
                  <a:extLst>
                    <a:ext uri="{9D8B030D-6E8A-4147-A177-3AD203B41FA5}">
                      <a16:colId xmlns:a16="http://schemas.microsoft.com/office/drawing/2014/main" val="1277129067"/>
                    </a:ext>
                  </a:extLst>
                </a:gridCol>
              </a:tblGrid>
              <a:tr h="431610">
                <a:tc>
                  <a:txBody>
                    <a:bodyPr/>
                    <a:lstStyle/>
                    <a:p>
                      <a:pPr>
                        <a:buNone/>
                      </a:pPr>
                      <a:r>
                        <a:rPr lang="en-US" sz="1700" cap="none" spc="0" err="1">
                          <a:solidFill>
                            <a:srgbClr val="000000"/>
                          </a:solidFill>
                        </a:rPr>
                        <a:t>Criterio</a:t>
                      </a:r>
                    </a:p>
                  </a:txBody>
                  <a:tcPr marL="94513" marR="94513" marT="47257" marB="94513" anchor="ctr"/>
                </a:tc>
                <a:tc>
                  <a:txBody>
                    <a:bodyPr/>
                    <a:lstStyle/>
                    <a:p>
                      <a:pPr algn="r">
                        <a:buNone/>
                      </a:pPr>
                      <a:r>
                        <a:rPr lang="en-US" sz="1700" cap="none" spc="0">
                          <a:solidFill>
                            <a:srgbClr val="000000"/>
                          </a:solidFill>
                        </a:rPr>
                        <a:t>Peso</a:t>
                      </a:r>
                    </a:p>
                  </a:txBody>
                  <a:tcPr marL="94513" marR="94513" marT="47257" marB="94513" anchor="ctr"/>
                </a:tc>
                <a:tc>
                  <a:txBody>
                    <a:bodyPr/>
                    <a:lstStyle/>
                    <a:p>
                      <a:pPr algn="r">
                        <a:buNone/>
                      </a:pPr>
                      <a:r>
                        <a:rPr lang="en-US" sz="1700" cap="none" spc="0">
                          <a:solidFill>
                            <a:srgbClr val="000000"/>
                          </a:solidFill>
                        </a:rPr>
                        <a:t>IRT </a:t>
                      </a:r>
                      <a:r>
                        <a:rPr lang="en-US" sz="1700" cap="none" spc="0" err="1">
                          <a:solidFill>
                            <a:srgbClr val="000000"/>
                          </a:solidFill>
                        </a:rPr>
                        <a:t>clásico</a:t>
                      </a:r>
                    </a:p>
                  </a:txBody>
                  <a:tcPr marL="94513" marR="94513" marT="47257" marB="94513" anchor="ctr"/>
                </a:tc>
                <a:tc>
                  <a:txBody>
                    <a:bodyPr/>
                    <a:lstStyle/>
                    <a:p>
                      <a:pPr algn="r">
                        <a:buNone/>
                      </a:pPr>
                      <a:r>
                        <a:rPr lang="en-US" sz="1700" cap="none" spc="0">
                          <a:solidFill>
                            <a:srgbClr val="000000"/>
                          </a:solidFill>
                        </a:rPr>
                        <a:t>GECAT</a:t>
                      </a:r>
                    </a:p>
                  </a:txBody>
                  <a:tcPr marL="94513" marR="94513" marT="47257" marB="94513" anchor="ctr"/>
                </a:tc>
                <a:tc>
                  <a:txBody>
                    <a:bodyPr/>
                    <a:lstStyle/>
                    <a:p>
                      <a:pPr algn="r">
                        <a:buNone/>
                      </a:pPr>
                      <a:r>
                        <a:rPr lang="en-US" sz="1700" cap="none" spc="0" err="1">
                          <a:solidFill>
                            <a:srgbClr val="000000"/>
                          </a:solidFill>
                        </a:rPr>
                        <a:t>Híbrido</a:t>
                      </a:r>
                      <a:r>
                        <a:rPr lang="en-US" sz="1700" cap="none" spc="0">
                          <a:solidFill>
                            <a:srgbClr val="000000"/>
                          </a:solidFill>
                        </a:rPr>
                        <a:t> IRT+LLM</a:t>
                      </a:r>
                    </a:p>
                  </a:txBody>
                  <a:tcPr marL="94513" marR="94513" marT="47257" marB="94513" anchor="ctr"/>
                </a:tc>
                <a:extLst>
                  <a:ext uri="{0D108BD9-81ED-4DB2-BD59-A6C34878D82A}">
                    <a16:rowId xmlns:a16="http://schemas.microsoft.com/office/drawing/2014/main" val="620326974"/>
                  </a:ext>
                </a:extLst>
              </a:tr>
              <a:tr h="431610">
                <a:tc>
                  <a:txBody>
                    <a:bodyPr/>
                    <a:lstStyle/>
                    <a:p>
                      <a:pPr>
                        <a:buNone/>
                      </a:pPr>
                      <a:r>
                        <a:rPr lang="en-US" sz="1700" cap="none" spc="0" err="1">
                          <a:solidFill>
                            <a:srgbClr val="000000"/>
                          </a:solidFill>
                        </a:rPr>
                        <a:t>Precisión</a:t>
                      </a:r>
                      <a:r>
                        <a:rPr lang="en-US" sz="1700" cap="none" spc="0">
                          <a:solidFill>
                            <a:srgbClr val="000000"/>
                          </a:solidFill>
                        </a:rPr>
                        <a:t> de </a:t>
                      </a:r>
                      <a:r>
                        <a:rPr lang="en-US" sz="1700" cap="none" spc="0" err="1">
                          <a:solidFill>
                            <a:srgbClr val="000000"/>
                          </a:solidFill>
                        </a:rPr>
                        <a:t>medición</a:t>
                      </a:r>
                    </a:p>
                  </a:txBody>
                  <a:tcPr marL="94513" marR="94513" marT="47257" marB="94513" anchor="ctr"/>
                </a:tc>
                <a:tc>
                  <a:txBody>
                    <a:bodyPr/>
                    <a:lstStyle/>
                    <a:p>
                      <a:pPr algn="r">
                        <a:buNone/>
                      </a:pPr>
                      <a:r>
                        <a:rPr lang="en-US" sz="1700" cap="none" spc="0">
                          <a:solidFill>
                            <a:srgbClr val="000000"/>
                          </a:solidFill>
                        </a:rPr>
                        <a:t>25.00%</a:t>
                      </a:r>
                    </a:p>
                  </a:txBody>
                  <a:tcPr marL="94513" marR="94513" marT="47257" marB="94513" anchor="ctr"/>
                </a:tc>
                <a:tc>
                  <a:txBody>
                    <a:bodyPr/>
                    <a:lstStyle/>
                    <a:p>
                      <a:pPr algn="r">
                        <a:buNone/>
                      </a:pPr>
                      <a:r>
                        <a:rPr lang="en-US" sz="1700" cap="none" spc="0">
                          <a:solidFill>
                            <a:srgbClr val="000000"/>
                          </a:solidFill>
                        </a:rPr>
                        <a:t>5 (1.25)</a:t>
                      </a:r>
                    </a:p>
                  </a:txBody>
                  <a:tcPr marL="94513" marR="94513" marT="47257" marB="94513" anchor="ctr"/>
                </a:tc>
                <a:tc>
                  <a:txBody>
                    <a:bodyPr/>
                    <a:lstStyle/>
                    <a:p>
                      <a:pPr algn="r">
                        <a:buNone/>
                      </a:pPr>
                      <a:r>
                        <a:rPr lang="en-US" sz="1700" cap="none" spc="0">
                          <a:solidFill>
                            <a:srgbClr val="000000"/>
                          </a:solidFill>
                        </a:rPr>
                        <a:t>5 (1.25)</a:t>
                      </a:r>
                    </a:p>
                  </a:txBody>
                  <a:tcPr marL="94513" marR="94513" marT="47257" marB="94513" anchor="ctr"/>
                </a:tc>
                <a:tc>
                  <a:txBody>
                    <a:bodyPr/>
                    <a:lstStyle/>
                    <a:p>
                      <a:pPr algn="r">
                        <a:buNone/>
                      </a:pPr>
                      <a:r>
                        <a:rPr lang="en-US" sz="1700" cap="none" spc="0">
                          <a:solidFill>
                            <a:srgbClr val="000000"/>
                          </a:solidFill>
                        </a:rPr>
                        <a:t>4 (1.00)</a:t>
                      </a:r>
                    </a:p>
                  </a:txBody>
                  <a:tcPr marL="94513" marR="94513" marT="47257" marB="94513" anchor="ctr"/>
                </a:tc>
                <a:extLst>
                  <a:ext uri="{0D108BD9-81ED-4DB2-BD59-A6C34878D82A}">
                    <a16:rowId xmlns:a16="http://schemas.microsoft.com/office/drawing/2014/main" val="458933568"/>
                  </a:ext>
                </a:extLst>
              </a:tr>
              <a:tr h="431610">
                <a:tc>
                  <a:txBody>
                    <a:bodyPr/>
                    <a:lstStyle/>
                    <a:p>
                      <a:pPr>
                        <a:buNone/>
                      </a:pPr>
                      <a:r>
                        <a:rPr lang="en-US" sz="1700" cap="none" spc="0">
                          <a:solidFill>
                            <a:srgbClr val="000000"/>
                          </a:solidFill>
                        </a:rPr>
                        <a:t>Control de </a:t>
                      </a:r>
                      <a:r>
                        <a:rPr lang="en-US" sz="1700" cap="none" spc="0" err="1">
                          <a:solidFill>
                            <a:srgbClr val="000000"/>
                          </a:solidFill>
                        </a:rPr>
                        <a:t>exposición</a:t>
                      </a:r>
                    </a:p>
                  </a:txBody>
                  <a:tcPr marL="94513" marR="94513" marT="47257" marB="94513" anchor="ctr"/>
                </a:tc>
                <a:tc>
                  <a:txBody>
                    <a:bodyPr/>
                    <a:lstStyle/>
                    <a:p>
                      <a:pPr algn="r">
                        <a:buNone/>
                      </a:pPr>
                      <a:r>
                        <a:rPr lang="en-US" sz="1700" cap="none" spc="0">
                          <a:solidFill>
                            <a:srgbClr val="000000"/>
                          </a:solidFill>
                        </a:rPr>
                        <a:t>16.67%</a:t>
                      </a:r>
                    </a:p>
                  </a:txBody>
                  <a:tcPr marL="94513" marR="94513" marT="47257" marB="94513" anchor="ctr"/>
                </a:tc>
                <a:tc>
                  <a:txBody>
                    <a:bodyPr/>
                    <a:lstStyle/>
                    <a:p>
                      <a:pPr algn="r">
                        <a:buNone/>
                      </a:pPr>
                      <a:r>
                        <a:rPr lang="en-US" sz="1700" cap="none" spc="0">
                          <a:solidFill>
                            <a:srgbClr val="000000"/>
                          </a:solidFill>
                        </a:rPr>
                        <a:t>3 (0.50)</a:t>
                      </a:r>
                    </a:p>
                  </a:txBody>
                  <a:tcPr marL="94513" marR="94513" marT="47257" marB="94513" anchor="ctr"/>
                </a:tc>
                <a:tc>
                  <a:txBody>
                    <a:bodyPr/>
                    <a:lstStyle/>
                    <a:p>
                      <a:pPr algn="r">
                        <a:buNone/>
                      </a:pPr>
                      <a:r>
                        <a:rPr lang="en-US" sz="1700" cap="none" spc="0">
                          <a:solidFill>
                            <a:srgbClr val="000000"/>
                          </a:solidFill>
                        </a:rPr>
                        <a:t>5 (0.83)</a:t>
                      </a:r>
                    </a:p>
                  </a:txBody>
                  <a:tcPr marL="94513" marR="94513" marT="47257" marB="94513" anchor="ctr"/>
                </a:tc>
                <a:tc>
                  <a:txBody>
                    <a:bodyPr/>
                    <a:lstStyle/>
                    <a:p>
                      <a:pPr algn="r">
                        <a:buNone/>
                      </a:pPr>
                      <a:r>
                        <a:rPr lang="en-US" sz="1700" cap="none" spc="0">
                          <a:solidFill>
                            <a:srgbClr val="000000"/>
                          </a:solidFill>
                        </a:rPr>
                        <a:t>2 (0.33)</a:t>
                      </a:r>
                    </a:p>
                  </a:txBody>
                  <a:tcPr marL="94513" marR="94513" marT="47257" marB="94513" anchor="ctr"/>
                </a:tc>
                <a:extLst>
                  <a:ext uri="{0D108BD9-81ED-4DB2-BD59-A6C34878D82A}">
                    <a16:rowId xmlns:a16="http://schemas.microsoft.com/office/drawing/2014/main" val="3056807934"/>
                  </a:ext>
                </a:extLst>
              </a:tr>
              <a:tr h="431610">
                <a:tc>
                  <a:txBody>
                    <a:bodyPr/>
                    <a:lstStyle/>
                    <a:p>
                      <a:pPr>
                        <a:buNone/>
                      </a:pPr>
                      <a:r>
                        <a:rPr lang="en-US" sz="1700" cap="none" spc="0" err="1">
                          <a:solidFill>
                            <a:srgbClr val="000000"/>
                          </a:solidFill>
                        </a:rPr>
                        <a:t>Facilidad</a:t>
                      </a:r>
                      <a:r>
                        <a:rPr lang="en-US" sz="1700" cap="none" spc="0">
                          <a:solidFill>
                            <a:srgbClr val="000000"/>
                          </a:solidFill>
                        </a:rPr>
                        <a:t> de </a:t>
                      </a:r>
                      <a:r>
                        <a:rPr lang="en-US" sz="1700" cap="none" spc="0" err="1">
                          <a:solidFill>
                            <a:srgbClr val="000000"/>
                          </a:solidFill>
                        </a:rPr>
                        <a:t>implementación</a:t>
                      </a:r>
                    </a:p>
                  </a:txBody>
                  <a:tcPr marL="94513" marR="94513" marT="47257" marB="94513" anchor="ctr"/>
                </a:tc>
                <a:tc>
                  <a:txBody>
                    <a:bodyPr/>
                    <a:lstStyle/>
                    <a:p>
                      <a:pPr algn="r">
                        <a:buNone/>
                      </a:pPr>
                      <a:r>
                        <a:rPr lang="en-US" sz="1700" cap="none" spc="0">
                          <a:solidFill>
                            <a:srgbClr val="000000"/>
                          </a:solidFill>
                        </a:rPr>
                        <a:t>33.33%</a:t>
                      </a:r>
                    </a:p>
                  </a:txBody>
                  <a:tcPr marL="94513" marR="94513" marT="47257" marB="94513" anchor="ctr"/>
                </a:tc>
                <a:tc>
                  <a:txBody>
                    <a:bodyPr/>
                    <a:lstStyle/>
                    <a:p>
                      <a:pPr algn="r">
                        <a:buNone/>
                      </a:pPr>
                      <a:r>
                        <a:rPr lang="en-US" sz="1700" cap="none" spc="0">
                          <a:solidFill>
                            <a:srgbClr val="000000"/>
                          </a:solidFill>
                        </a:rPr>
                        <a:t>5 (1.67)</a:t>
                      </a:r>
                    </a:p>
                  </a:txBody>
                  <a:tcPr marL="94513" marR="94513" marT="47257" marB="94513" anchor="ctr"/>
                </a:tc>
                <a:tc>
                  <a:txBody>
                    <a:bodyPr/>
                    <a:lstStyle/>
                    <a:p>
                      <a:pPr algn="r">
                        <a:buNone/>
                      </a:pPr>
                      <a:r>
                        <a:rPr lang="en-US" sz="1700" cap="none" spc="0">
                          <a:solidFill>
                            <a:srgbClr val="000000"/>
                          </a:solidFill>
                        </a:rPr>
                        <a:t>2 (0.67)</a:t>
                      </a:r>
                    </a:p>
                  </a:txBody>
                  <a:tcPr marL="94513" marR="94513" marT="47257" marB="94513" anchor="ctr"/>
                </a:tc>
                <a:tc>
                  <a:txBody>
                    <a:bodyPr/>
                    <a:lstStyle/>
                    <a:p>
                      <a:pPr algn="r">
                        <a:buNone/>
                      </a:pPr>
                      <a:r>
                        <a:rPr lang="en-US" sz="1700" cap="none" spc="0">
                          <a:solidFill>
                            <a:srgbClr val="000000"/>
                          </a:solidFill>
                        </a:rPr>
                        <a:t>5 (1.67)</a:t>
                      </a:r>
                    </a:p>
                  </a:txBody>
                  <a:tcPr marL="94513" marR="94513" marT="47257" marB="94513" anchor="ctr"/>
                </a:tc>
                <a:extLst>
                  <a:ext uri="{0D108BD9-81ED-4DB2-BD59-A6C34878D82A}">
                    <a16:rowId xmlns:a16="http://schemas.microsoft.com/office/drawing/2014/main" val="2895400504"/>
                  </a:ext>
                </a:extLst>
              </a:tr>
              <a:tr h="431610">
                <a:tc>
                  <a:txBody>
                    <a:bodyPr/>
                    <a:lstStyle/>
                    <a:p>
                      <a:pPr>
                        <a:buNone/>
                      </a:pPr>
                      <a:r>
                        <a:rPr lang="en-US" sz="1700" cap="none" spc="0" err="1">
                          <a:solidFill>
                            <a:srgbClr val="000000"/>
                          </a:solidFill>
                        </a:rPr>
                        <a:t>Escalabilidad</a:t>
                      </a:r>
                    </a:p>
                  </a:txBody>
                  <a:tcPr marL="94513" marR="94513" marT="47257" marB="94513" anchor="ctr"/>
                </a:tc>
                <a:tc>
                  <a:txBody>
                    <a:bodyPr/>
                    <a:lstStyle/>
                    <a:p>
                      <a:pPr algn="r">
                        <a:buNone/>
                      </a:pPr>
                      <a:r>
                        <a:rPr lang="en-US" sz="1700" cap="none" spc="0">
                          <a:solidFill>
                            <a:srgbClr val="000000"/>
                          </a:solidFill>
                        </a:rPr>
                        <a:t>8.33%</a:t>
                      </a:r>
                    </a:p>
                  </a:txBody>
                  <a:tcPr marL="94513" marR="94513" marT="47257" marB="94513" anchor="ctr"/>
                </a:tc>
                <a:tc>
                  <a:txBody>
                    <a:bodyPr/>
                    <a:lstStyle/>
                    <a:p>
                      <a:pPr algn="r">
                        <a:buNone/>
                      </a:pPr>
                      <a:r>
                        <a:rPr lang="en-US" sz="1700" cap="none" spc="0">
                          <a:solidFill>
                            <a:srgbClr val="000000"/>
                          </a:solidFill>
                        </a:rPr>
                        <a:t>5 (0.42)</a:t>
                      </a:r>
                    </a:p>
                  </a:txBody>
                  <a:tcPr marL="94513" marR="94513" marT="47257" marB="94513" anchor="ctr"/>
                </a:tc>
                <a:tc>
                  <a:txBody>
                    <a:bodyPr/>
                    <a:lstStyle/>
                    <a:p>
                      <a:pPr algn="r">
                        <a:buNone/>
                      </a:pPr>
                      <a:r>
                        <a:rPr lang="en-US" sz="1700" cap="none" spc="0">
                          <a:solidFill>
                            <a:srgbClr val="000000"/>
                          </a:solidFill>
                        </a:rPr>
                        <a:t>3 (0.25)</a:t>
                      </a:r>
                    </a:p>
                  </a:txBody>
                  <a:tcPr marL="94513" marR="94513" marT="47257" marB="94513" anchor="ctr"/>
                </a:tc>
                <a:tc>
                  <a:txBody>
                    <a:bodyPr/>
                    <a:lstStyle/>
                    <a:p>
                      <a:pPr algn="r">
                        <a:buNone/>
                      </a:pPr>
                      <a:r>
                        <a:rPr lang="en-US" sz="1700" cap="none" spc="0">
                          <a:solidFill>
                            <a:srgbClr val="000000"/>
                          </a:solidFill>
                        </a:rPr>
                        <a:t>5 (0.42)</a:t>
                      </a:r>
                    </a:p>
                  </a:txBody>
                  <a:tcPr marL="94513" marR="94513" marT="47257" marB="94513" anchor="ctr"/>
                </a:tc>
                <a:extLst>
                  <a:ext uri="{0D108BD9-81ED-4DB2-BD59-A6C34878D82A}">
                    <a16:rowId xmlns:a16="http://schemas.microsoft.com/office/drawing/2014/main" val="1895696417"/>
                  </a:ext>
                </a:extLst>
              </a:tr>
              <a:tr h="431610">
                <a:tc>
                  <a:txBody>
                    <a:bodyPr/>
                    <a:lstStyle/>
                    <a:p>
                      <a:pPr>
                        <a:buNone/>
                      </a:pPr>
                      <a:r>
                        <a:rPr lang="en-US" sz="1700" cap="none" spc="0" err="1">
                          <a:solidFill>
                            <a:srgbClr val="000000"/>
                          </a:solidFill>
                        </a:rPr>
                        <a:t>Flexibilidad</a:t>
                      </a:r>
                    </a:p>
                  </a:txBody>
                  <a:tcPr marL="94513" marR="94513" marT="47257" marB="94513" anchor="ctr"/>
                </a:tc>
                <a:tc>
                  <a:txBody>
                    <a:bodyPr/>
                    <a:lstStyle/>
                    <a:p>
                      <a:pPr algn="r">
                        <a:buNone/>
                      </a:pPr>
                      <a:r>
                        <a:rPr lang="en-US" sz="1700" cap="none" spc="0">
                          <a:solidFill>
                            <a:srgbClr val="000000"/>
                          </a:solidFill>
                        </a:rPr>
                        <a:t>16.67%</a:t>
                      </a:r>
                    </a:p>
                  </a:txBody>
                  <a:tcPr marL="94513" marR="94513" marT="47257" marB="94513" anchor="ctr"/>
                </a:tc>
                <a:tc>
                  <a:txBody>
                    <a:bodyPr/>
                    <a:lstStyle/>
                    <a:p>
                      <a:pPr algn="r">
                        <a:buNone/>
                      </a:pPr>
                      <a:r>
                        <a:rPr lang="en-US" sz="1700" cap="none" spc="0">
                          <a:solidFill>
                            <a:srgbClr val="000000"/>
                          </a:solidFill>
                        </a:rPr>
                        <a:t>3 (0.50)</a:t>
                      </a:r>
                    </a:p>
                  </a:txBody>
                  <a:tcPr marL="94513" marR="94513" marT="47257" marB="94513" anchor="ctr"/>
                </a:tc>
                <a:tc>
                  <a:txBody>
                    <a:bodyPr/>
                    <a:lstStyle/>
                    <a:p>
                      <a:pPr algn="r">
                        <a:buNone/>
                      </a:pPr>
                      <a:r>
                        <a:rPr lang="en-US" sz="1700" cap="none" spc="0">
                          <a:solidFill>
                            <a:srgbClr val="000000"/>
                          </a:solidFill>
                        </a:rPr>
                        <a:t>5 (0.83)</a:t>
                      </a:r>
                    </a:p>
                  </a:txBody>
                  <a:tcPr marL="94513" marR="94513" marT="47257" marB="94513" anchor="ctr"/>
                </a:tc>
                <a:tc>
                  <a:txBody>
                    <a:bodyPr/>
                    <a:lstStyle/>
                    <a:p>
                      <a:pPr algn="r">
                        <a:buNone/>
                      </a:pPr>
                      <a:r>
                        <a:rPr lang="en-US" sz="1700" cap="none" spc="0">
                          <a:solidFill>
                            <a:srgbClr val="000000"/>
                          </a:solidFill>
                        </a:rPr>
                        <a:t>3 (0.50)</a:t>
                      </a:r>
                    </a:p>
                  </a:txBody>
                  <a:tcPr marL="94513" marR="94513" marT="47257" marB="94513" anchor="ctr"/>
                </a:tc>
                <a:extLst>
                  <a:ext uri="{0D108BD9-81ED-4DB2-BD59-A6C34878D82A}">
                    <a16:rowId xmlns:a16="http://schemas.microsoft.com/office/drawing/2014/main" val="170982272"/>
                  </a:ext>
                </a:extLst>
              </a:tr>
              <a:tr h="431610">
                <a:tc>
                  <a:txBody>
                    <a:bodyPr/>
                    <a:lstStyle/>
                    <a:p>
                      <a:pPr>
                        <a:buNone/>
                      </a:pPr>
                      <a:r>
                        <a:rPr lang="en-US" sz="1700" cap="none" spc="0">
                          <a:solidFill>
                            <a:srgbClr val="000000"/>
                          </a:solidFill>
                        </a:rPr>
                        <a:t>TOTAL</a:t>
                      </a:r>
                    </a:p>
                  </a:txBody>
                  <a:tcPr marL="94513" marR="94513" marT="47257" marB="94513" anchor="ctr"/>
                </a:tc>
                <a:tc>
                  <a:txBody>
                    <a:bodyPr/>
                    <a:lstStyle/>
                    <a:p>
                      <a:pPr algn="r">
                        <a:buNone/>
                      </a:pPr>
                      <a:r>
                        <a:rPr lang="en-US" sz="1700" cap="none" spc="0">
                          <a:solidFill>
                            <a:srgbClr val="000000"/>
                          </a:solidFill>
                        </a:rPr>
                        <a:t>100%</a:t>
                      </a:r>
                    </a:p>
                  </a:txBody>
                  <a:tcPr marL="94513" marR="94513" marT="47257" marB="94513" anchor="ctr"/>
                </a:tc>
                <a:tc>
                  <a:txBody>
                    <a:bodyPr/>
                    <a:lstStyle/>
                    <a:p>
                      <a:pPr algn="r">
                        <a:buNone/>
                      </a:pPr>
                      <a:r>
                        <a:rPr lang="en-US" sz="1700" cap="none" spc="0">
                          <a:solidFill>
                            <a:srgbClr val="000000"/>
                          </a:solidFill>
                        </a:rPr>
                        <a:t>4.34</a:t>
                      </a:r>
                    </a:p>
                  </a:txBody>
                  <a:tcPr marL="94513" marR="94513" marT="47257" marB="94513" anchor="ctr"/>
                </a:tc>
                <a:tc>
                  <a:txBody>
                    <a:bodyPr/>
                    <a:lstStyle/>
                    <a:p>
                      <a:pPr algn="r">
                        <a:buNone/>
                      </a:pPr>
                      <a:r>
                        <a:rPr lang="en-US" sz="1700" cap="none" spc="0">
                          <a:solidFill>
                            <a:srgbClr val="000000"/>
                          </a:solidFill>
                        </a:rPr>
                        <a:t>3.83</a:t>
                      </a:r>
                    </a:p>
                  </a:txBody>
                  <a:tcPr marL="94513" marR="94513" marT="47257" marB="94513" anchor="ctr"/>
                </a:tc>
                <a:tc>
                  <a:txBody>
                    <a:bodyPr/>
                    <a:lstStyle/>
                    <a:p>
                      <a:pPr algn="r">
                        <a:buNone/>
                      </a:pPr>
                      <a:r>
                        <a:rPr lang="en-US" sz="1700" cap="none" spc="0">
                          <a:solidFill>
                            <a:srgbClr val="000000"/>
                          </a:solidFill>
                        </a:rPr>
                        <a:t>3.92</a:t>
                      </a:r>
                    </a:p>
                  </a:txBody>
                  <a:tcPr marL="94513" marR="94513" marT="47257" marB="94513" anchor="ctr"/>
                </a:tc>
                <a:extLst>
                  <a:ext uri="{0D108BD9-81ED-4DB2-BD59-A6C34878D82A}">
                    <a16:rowId xmlns:a16="http://schemas.microsoft.com/office/drawing/2014/main" val="1453060454"/>
                  </a:ext>
                </a:extLst>
              </a:tr>
            </a:tbl>
          </a:graphicData>
        </a:graphic>
      </p:graphicFrame>
      <p:sp>
        <p:nvSpPr>
          <p:cNvPr id="16" name="TextBox 15">
            <a:extLst>
              <a:ext uri="{FF2B5EF4-FFF2-40B4-BE49-F238E27FC236}">
                <a16:creationId xmlns:a16="http://schemas.microsoft.com/office/drawing/2014/main" id="{B846E5E6-D518-39C2-979C-5C3E14B3C191}"/>
              </a:ext>
            </a:extLst>
          </p:cNvPr>
          <p:cNvSpPr txBox="1"/>
          <p:nvPr/>
        </p:nvSpPr>
        <p:spPr>
          <a:xfrm>
            <a:off x="316302" y="5830019"/>
            <a:ext cx="7605622" cy="307777"/>
          </a:xfrm>
          <a:prstGeom prst="rect">
            <a:avLst/>
          </a:prstGeom>
          <a:noFill/>
        </p:spPr>
        <p:txBody>
          <a:bodyPr rot="0" spcFirstLastPara="0" vertOverflow="overflow" horzOverflow="overflow" vert="horz" wrap="square" lIns="60960" tIns="30480" rIns="60960" bIns="30480" numCol="1" spcCol="0" rtlCol="0" fromWordArt="0" anchor="t" anchorCtr="0" forceAA="0" compatLnSpc="1">
            <a:prstTxWarp prst="textNoShape">
              <a:avLst/>
            </a:prstTxWarp>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800" b="1"/>
              <a:t>Conclusión:</a:t>
            </a:r>
            <a:r>
              <a:rPr lang="en-US" sz="800"/>
              <a:t> se seleccionó IRT clásico por su madurez, facilidad de implementación, menor costo y alta confiabilidad psicométrica. </a:t>
            </a:r>
          </a:p>
          <a:p>
            <a:pPr algn="ctr"/>
            <a:endParaRPr lang="en-US" sz="800"/>
          </a:p>
        </p:txBody>
      </p:sp>
      <p:sp>
        <p:nvSpPr>
          <p:cNvPr id="2" name="Rectangle 1">
            <a:extLst>
              <a:ext uri="{FF2B5EF4-FFF2-40B4-BE49-F238E27FC236}">
                <a16:creationId xmlns:a16="http://schemas.microsoft.com/office/drawing/2014/main" id="{42B4FDEB-FF8A-398A-B56A-D0CE171B20D9}"/>
              </a:ext>
            </a:extLst>
          </p:cNvPr>
          <p:cNvSpPr/>
          <p:nvPr/>
        </p:nvSpPr>
        <p:spPr>
          <a:xfrm>
            <a:off x="6206434" y="2330173"/>
            <a:ext cx="1877391" cy="3025913"/>
          </a:xfrm>
          <a:prstGeom prst="rect">
            <a:avLst/>
          </a:prstGeom>
          <a:solidFill>
            <a:srgbClr val="FFE699">
              <a:alpha val="3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37836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8BDA62-1F46-242B-D560-CB5F58B3C28F}"/>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4079855D-2BB8-5190-0DF0-165897C0D007}"/>
              </a:ext>
            </a:extLst>
          </p:cNvPr>
          <p:cNvSpPr txBox="1"/>
          <p:nvPr/>
        </p:nvSpPr>
        <p:spPr>
          <a:xfrm>
            <a:off x="660301" y="481310"/>
            <a:ext cx="6038447" cy="420628"/>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2733" b="1">
                <a:solidFill>
                  <a:schemeClr val="accent1">
                    <a:lumMod val="76000"/>
                  </a:schemeClr>
                </a:solidFill>
                <a:ea typeface="+mn-lt"/>
                <a:cs typeface="+mn-lt"/>
                <a:sym typeface="Poppins Light"/>
              </a:rPr>
              <a:t>Benchmarking de Base de Datos</a:t>
            </a:r>
            <a:endParaRPr lang="en-US" sz="800">
              <a:solidFill>
                <a:schemeClr val="accent1">
                  <a:lumMod val="76000"/>
                </a:schemeClr>
              </a:solidFill>
            </a:endParaRPr>
          </a:p>
        </p:txBody>
      </p:sp>
      <p:sp>
        <p:nvSpPr>
          <p:cNvPr id="4" name="TextBox 7">
            <a:extLst>
              <a:ext uri="{FF2B5EF4-FFF2-40B4-BE49-F238E27FC236}">
                <a16:creationId xmlns:a16="http://schemas.microsoft.com/office/drawing/2014/main" id="{F88B1064-BCD8-8658-27D5-F8402704AE9B}"/>
              </a:ext>
            </a:extLst>
          </p:cNvPr>
          <p:cNvSpPr txBox="1"/>
          <p:nvPr/>
        </p:nvSpPr>
        <p:spPr>
          <a:xfrm>
            <a:off x="656899" y="1766041"/>
            <a:ext cx="4217375" cy="287386"/>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291"/>
              </a:lnSpc>
            </a:pPr>
            <a:r>
              <a:rPr lang="en-US" sz="1867" b="1" err="1">
                <a:latin typeface="Poppins Light"/>
                <a:cs typeface="Poppins Light"/>
              </a:rPr>
              <a:t>Consistencia</a:t>
            </a:r>
            <a:r>
              <a:rPr lang="en-US" sz="1867" b="1">
                <a:latin typeface="Poppins Light"/>
                <a:cs typeface="Poppins Light"/>
              </a:rPr>
              <a:t> e </a:t>
            </a:r>
            <a:r>
              <a:rPr lang="en-US" sz="1867" b="1" err="1">
                <a:latin typeface="Poppins Light"/>
                <a:cs typeface="Poppins Light"/>
              </a:rPr>
              <a:t>integridad</a:t>
            </a:r>
            <a:endParaRPr lang="en-US" sz="800" err="1"/>
          </a:p>
        </p:txBody>
      </p:sp>
      <p:sp>
        <p:nvSpPr>
          <p:cNvPr id="7" name="TextBox 8">
            <a:extLst>
              <a:ext uri="{FF2B5EF4-FFF2-40B4-BE49-F238E27FC236}">
                <a16:creationId xmlns:a16="http://schemas.microsoft.com/office/drawing/2014/main" id="{63776479-D839-F32F-022B-170A652E828D}"/>
              </a:ext>
            </a:extLst>
          </p:cNvPr>
          <p:cNvSpPr txBox="1"/>
          <p:nvPr/>
        </p:nvSpPr>
        <p:spPr>
          <a:xfrm>
            <a:off x="671277" y="2237548"/>
            <a:ext cx="5203924" cy="661719"/>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28600" indent="-228600" algn="just">
              <a:buFont typeface="Arial"/>
              <a:buChar char="•"/>
            </a:pPr>
            <a:r>
              <a:rPr lang="en-US" sz="1400">
                <a:solidFill>
                  <a:srgbClr val="3D3D42"/>
                </a:solidFill>
                <a:ea typeface="+mn-lt"/>
                <a:cs typeface="+mn-lt"/>
                <a:sym typeface="Roboto"/>
              </a:rPr>
              <a:t>Se </a:t>
            </a:r>
            <a:r>
              <a:rPr lang="en-US" sz="1400" err="1">
                <a:solidFill>
                  <a:srgbClr val="3D3D42"/>
                </a:solidFill>
                <a:ea typeface="+mn-lt"/>
                <a:cs typeface="+mn-lt"/>
                <a:sym typeface="Roboto"/>
              </a:rPr>
              <a:t>busca</a:t>
            </a:r>
            <a:r>
              <a:rPr lang="en-US" sz="1400">
                <a:solidFill>
                  <a:srgbClr val="3D3D42"/>
                </a:solidFill>
                <a:ea typeface="+mn-lt"/>
                <a:cs typeface="+mn-lt"/>
                <a:sym typeface="Roboto"/>
              </a:rPr>
              <a:t> </a:t>
            </a:r>
            <a:r>
              <a:rPr lang="en-US" sz="1400" err="1">
                <a:solidFill>
                  <a:srgbClr val="3D3D42"/>
                </a:solidFill>
                <a:ea typeface="+mn-lt"/>
                <a:cs typeface="+mn-lt"/>
                <a:sym typeface="Roboto"/>
              </a:rPr>
              <a:t>garantizar</a:t>
            </a:r>
            <a:r>
              <a:rPr lang="en-US" sz="1400">
                <a:solidFill>
                  <a:srgbClr val="3D3D42"/>
                </a:solidFill>
                <a:ea typeface="+mn-lt"/>
                <a:cs typeface="+mn-lt"/>
                <a:sym typeface="Roboto"/>
              </a:rPr>
              <a:t> </a:t>
            </a:r>
            <a:r>
              <a:rPr lang="en-US" sz="1400" err="1">
                <a:solidFill>
                  <a:srgbClr val="3D3D42"/>
                </a:solidFill>
                <a:ea typeface="+mn-lt"/>
                <a:cs typeface="+mn-lt"/>
                <a:sym typeface="Roboto"/>
              </a:rPr>
              <a:t>que</a:t>
            </a:r>
            <a:r>
              <a:rPr lang="en-US" sz="1400">
                <a:solidFill>
                  <a:srgbClr val="3D3D42"/>
                </a:solidFill>
                <a:ea typeface="+mn-lt"/>
                <a:cs typeface="+mn-lt"/>
                <a:sym typeface="Roboto"/>
              </a:rPr>
              <a:t> </a:t>
            </a:r>
            <a:r>
              <a:rPr lang="en-US" sz="1400" err="1">
                <a:solidFill>
                  <a:srgbClr val="3D3D42"/>
                </a:solidFill>
                <a:ea typeface="+mn-lt"/>
                <a:cs typeface="+mn-lt"/>
                <a:sym typeface="Roboto"/>
              </a:rPr>
              <a:t>los</a:t>
            </a:r>
            <a:r>
              <a:rPr lang="en-US" sz="1400">
                <a:solidFill>
                  <a:srgbClr val="3D3D42"/>
                </a:solidFill>
                <a:ea typeface="+mn-lt"/>
                <a:cs typeface="+mn-lt"/>
                <a:sym typeface="Roboto"/>
              </a:rPr>
              <a:t> </a:t>
            </a:r>
            <a:r>
              <a:rPr lang="en-US" sz="1400" err="1">
                <a:solidFill>
                  <a:srgbClr val="3D3D42"/>
                </a:solidFill>
                <a:ea typeface="+mn-lt"/>
                <a:cs typeface="+mn-lt"/>
                <a:sym typeface="Roboto"/>
              </a:rPr>
              <a:t>datos</a:t>
            </a:r>
            <a:r>
              <a:rPr lang="en-US" sz="1400">
                <a:solidFill>
                  <a:srgbClr val="3D3D42"/>
                </a:solidFill>
                <a:ea typeface="+mn-lt"/>
                <a:cs typeface="+mn-lt"/>
                <a:sym typeface="Roboto"/>
              </a:rPr>
              <a:t> del </a:t>
            </a:r>
            <a:r>
              <a:rPr lang="en-US" sz="1400" err="1">
                <a:solidFill>
                  <a:srgbClr val="3D3D42"/>
                </a:solidFill>
                <a:ea typeface="+mn-lt"/>
                <a:cs typeface="+mn-lt"/>
                <a:sym typeface="Roboto"/>
              </a:rPr>
              <a:t>sistema</a:t>
            </a:r>
            <a:r>
              <a:rPr lang="en-US" sz="1400">
                <a:solidFill>
                  <a:srgbClr val="3D3D42"/>
                </a:solidFill>
                <a:ea typeface="+mn-lt"/>
                <a:cs typeface="+mn-lt"/>
                <a:sym typeface="Roboto"/>
              </a:rPr>
              <a:t> </a:t>
            </a:r>
            <a:r>
              <a:rPr lang="en-US" sz="1400" err="1">
                <a:solidFill>
                  <a:srgbClr val="3D3D42"/>
                </a:solidFill>
                <a:ea typeface="+mn-lt"/>
                <a:cs typeface="+mn-lt"/>
                <a:sym typeface="Roboto"/>
              </a:rPr>
              <a:t>sean</a:t>
            </a:r>
            <a:r>
              <a:rPr lang="en-US" sz="1400">
                <a:solidFill>
                  <a:srgbClr val="3D3D42"/>
                </a:solidFill>
                <a:ea typeface="+mn-lt"/>
                <a:cs typeface="+mn-lt"/>
                <a:sym typeface="Roboto"/>
              </a:rPr>
              <a:t> </a:t>
            </a:r>
            <a:r>
              <a:rPr lang="en-US" sz="1400" err="1">
                <a:solidFill>
                  <a:srgbClr val="3D3D42"/>
                </a:solidFill>
                <a:ea typeface="+mn-lt"/>
                <a:cs typeface="+mn-lt"/>
                <a:sym typeface="Roboto"/>
              </a:rPr>
              <a:t>correctos</a:t>
            </a:r>
            <a:r>
              <a:rPr lang="en-US" sz="1400">
                <a:solidFill>
                  <a:srgbClr val="3D3D42"/>
                </a:solidFill>
                <a:ea typeface="+mn-lt"/>
                <a:cs typeface="+mn-lt"/>
                <a:sym typeface="Roboto"/>
              </a:rPr>
              <a:t> y </a:t>
            </a:r>
            <a:r>
              <a:rPr lang="en-US" sz="1400" err="1">
                <a:solidFill>
                  <a:srgbClr val="3D3D42"/>
                </a:solidFill>
                <a:ea typeface="+mn-lt"/>
                <a:cs typeface="+mn-lt"/>
                <a:sym typeface="Roboto"/>
              </a:rPr>
              <a:t>confiables</a:t>
            </a:r>
            <a:r>
              <a:rPr lang="en-US" sz="1400">
                <a:solidFill>
                  <a:srgbClr val="3D3D42"/>
                </a:solidFill>
                <a:ea typeface="+mn-lt"/>
                <a:cs typeface="+mn-lt"/>
                <a:sym typeface="Roboto"/>
              </a:rPr>
              <a:t>.</a:t>
            </a:r>
            <a:endParaRPr lang="en-US" sz="1400">
              <a:solidFill>
                <a:srgbClr val="000000"/>
              </a:solidFill>
              <a:ea typeface="+mn-lt"/>
              <a:cs typeface="+mn-lt"/>
            </a:endParaRPr>
          </a:p>
          <a:p>
            <a:pPr marL="228611" indent="-228611" algn="just">
              <a:buFont typeface="Arial"/>
              <a:buChar char="•"/>
            </a:pPr>
            <a:endParaRPr lang="en-US" sz="1433">
              <a:solidFill>
                <a:srgbClr val="3D3D42"/>
              </a:solidFill>
              <a:ea typeface="+mn-lt"/>
              <a:cs typeface="+mn-lt"/>
            </a:endParaRPr>
          </a:p>
        </p:txBody>
      </p:sp>
      <p:sp>
        <p:nvSpPr>
          <p:cNvPr id="8" name="TextBox 7">
            <a:extLst>
              <a:ext uri="{FF2B5EF4-FFF2-40B4-BE49-F238E27FC236}">
                <a16:creationId xmlns:a16="http://schemas.microsoft.com/office/drawing/2014/main" id="{743E17C2-7489-DDEA-4618-93E64483440C}"/>
              </a:ext>
            </a:extLst>
          </p:cNvPr>
          <p:cNvSpPr txBox="1"/>
          <p:nvPr/>
        </p:nvSpPr>
        <p:spPr>
          <a:xfrm>
            <a:off x="642522" y="4900305"/>
            <a:ext cx="4217375" cy="288284"/>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291"/>
              </a:lnSpc>
            </a:pPr>
            <a:r>
              <a:rPr lang="en-US" sz="1867" b="1" err="1">
                <a:latin typeface="Poppins Light"/>
                <a:ea typeface="Calibri"/>
                <a:cs typeface="Poppins Light"/>
              </a:rPr>
              <a:t>Flexibilidad</a:t>
            </a:r>
            <a:r>
              <a:rPr lang="en-US" sz="1867" b="1">
                <a:latin typeface="Poppins Light"/>
                <a:ea typeface="Calibri"/>
                <a:cs typeface="Poppins Light"/>
              </a:rPr>
              <a:t> de </a:t>
            </a:r>
            <a:r>
              <a:rPr lang="en-US" sz="1867" b="1" err="1">
                <a:latin typeface="Poppins Light"/>
                <a:ea typeface="Calibri"/>
                <a:cs typeface="Poppins Light"/>
              </a:rPr>
              <a:t>datos</a:t>
            </a:r>
          </a:p>
        </p:txBody>
      </p:sp>
      <p:sp>
        <p:nvSpPr>
          <p:cNvPr id="9" name="TextBox 8">
            <a:extLst>
              <a:ext uri="{FF2B5EF4-FFF2-40B4-BE49-F238E27FC236}">
                <a16:creationId xmlns:a16="http://schemas.microsoft.com/office/drawing/2014/main" id="{E4D1990E-D4F4-3A96-95BF-DB880FE1D8D0}"/>
              </a:ext>
            </a:extLst>
          </p:cNvPr>
          <p:cNvSpPr txBox="1"/>
          <p:nvPr/>
        </p:nvSpPr>
        <p:spPr>
          <a:xfrm>
            <a:off x="642522" y="5386189"/>
            <a:ext cx="5203924" cy="88229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28611" indent="-228611" algn="just">
              <a:buFont typeface="Arial"/>
              <a:buChar char="•"/>
            </a:pPr>
            <a:r>
              <a:rPr lang="en-US" sz="1433">
                <a:solidFill>
                  <a:srgbClr val="3D3D42"/>
                </a:solidFill>
                <a:ea typeface="+mn-lt"/>
                <a:cs typeface="+mn-lt"/>
                <a:sym typeface="Roboto"/>
              </a:rPr>
              <a:t>Se </a:t>
            </a:r>
            <a:r>
              <a:rPr lang="en-US" sz="1433" err="1">
                <a:solidFill>
                  <a:srgbClr val="3D3D42"/>
                </a:solidFill>
                <a:ea typeface="+mn-lt"/>
                <a:cs typeface="+mn-lt"/>
                <a:sym typeface="Roboto"/>
              </a:rPr>
              <a:t>considera</a:t>
            </a:r>
            <a:r>
              <a:rPr lang="en-US" sz="1433">
                <a:solidFill>
                  <a:srgbClr val="3D3D42"/>
                </a:solidFill>
                <a:ea typeface="+mn-lt"/>
                <a:cs typeface="+mn-lt"/>
                <a:sym typeface="Roboto"/>
              </a:rPr>
              <a:t> </a:t>
            </a:r>
            <a:r>
              <a:rPr lang="en-US" sz="1433" err="1">
                <a:solidFill>
                  <a:srgbClr val="3D3D42"/>
                </a:solidFill>
                <a:ea typeface="+mn-lt"/>
                <a:cs typeface="+mn-lt"/>
                <a:sym typeface="Roboto"/>
              </a:rPr>
              <a:t>el</a:t>
            </a:r>
            <a:r>
              <a:rPr lang="en-US" sz="1433">
                <a:solidFill>
                  <a:srgbClr val="3D3D42"/>
                </a:solidFill>
                <a:ea typeface="+mn-lt"/>
                <a:cs typeface="+mn-lt"/>
                <a:sym typeface="Roboto"/>
              </a:rPr>
              <a:t> </a:t>
            </a:r>
            <a:r>
              <a:rPr lang="en-US" sz="1433" err="1">
                <a:solidFill>
                  <a:srgbClr val="3D3D42"/>
                </a:solidFill>
                <a:ea typeface="+mn-lt"/>
                <a:cs typeface="+mn-lt"/>
                <a:sym typeface="Roboto"/>
              </a:rPr>
              <a:t>manejo</a:t>
            </a:r>
            <a:r>
              <a:rPr lang="en-US" sz="1433">
                <a:solidFill>
                  <a:srgbClr val="3D3D42"/>
                </a:solidFill>
                <a:ea typeface="+mn-lt"/>
                <a:cs typeface="+mn-lt"/>
                <a:sym typeface="Roboto"/>
              </a:rPr>
              <a:t> de </a:t>
            </a:r>
            <a:r>
              <a:rPr lang="en-US" sz="1433" err="1">
                <a:solidFill>
                  <a:srgbClr val="3D3D42"/>
                </a:solidFill>
                <a:ea typeface="+mn-lt"/>
                <a:cs typeface="+mn-lt"/>
                <a:sym typeface="Roboto"/>
              </a:rPr>
              <a:t>información</a:t>
            </a:r>
            <a:r>
              <a:rPr lang="en-US" sz="1433">
                <a:solidFill>
                  <a:srgbClr val="3D3D42"/>
                </a:solidFill>
                <a:ea typeface="+mn-lt"/>
                <a:cs typeface="+mn-lt"/>
                <a:sym typeface="Roboto"/>
              </a:rPr>
              <a:t> </a:t>
            </a:r>
            <a:r>
              <a:rPr lang="en-US" sz="1433" err="1">
                <a:solidFill>
                  <a:srgbClr val="3D3D42"/>
                </a:solidFill>
                <a:ea typeface="+mn-lt"/>
                <a:cs typeface="+mn-lt"/>
                <a:sym typeface="Roboto"/>
              </a:rPr>
              <a:t>estructurada</a:t>
            </a:r>
            <a:r>
              <a:rPr lang="en-US" sz="1433">
                <a:solidFill>
                  <a:srgbClr val="3D3D42"/>
                </a:solidFill>
                <a:ea typeface="+mn-lt"/>
                <a:cs typeface="+mn-lt"/>
                <a:sym typeface="Roboto"/>
              </a:rPr>
              <a:t> y no </a:t>
            </a:r>
            <a:r>
              <a:rPr lang="en-US" sz="1433" err="1">
                <a:solidFill>
                  <a:srgbClr val="3D3D42"/>
                </a:solidFill>
                <a:ea typeface="+mn-lt"/>
                <a:cs typeface="+mn-lt"/>
                <a:sym typeface="Roboto"/>
              </a:rPr>
              <a:t>estructurada</a:t>
            </a:r>
            <a:r>
              <a:rPr lang="en-US" sz="1433">
                <a:solidFill>
                  <a:srgbClr val="3D3D42"/>
                </a:solidFill>
                <a:ea typeface="+mn-lt"/>
                <a:cs typeface="+mn-lt"/>
                <a:sym typeface="Roboto"/>
              </a:rPr>
              <a:t>, </a:t>
            </a:r>
            <a:r>
              <a:rPr lang="en-US" sz="1433" err="1">
                <a:solidFill>
                  <a:srgbClr val="3D3D42"/>
                </a:solidFill>
                <a:ea typeface="+mn-lt"/>
                <a:cs typeface="+mn-lt"/>
                <a:sym typeface="Roboto"/>
              </a:rPr>
              <a:t>como</a:t>
            </a:r>
            <a:r>
              <a:rPr lang="en-US" sz="1433">
                <a:solidFill>
                  <a:srgbClr val="3D3D42"/>
                </a:solidFill>
                <a:ea typeface="+mn-lt"/>
                <a:cs typeface="+mn-lt"/>
                <a:sym typeface="Roboto"/>
              </a:rPr>
              <a:t> </a:t>
            </a:r>
            <a:r>
              <a:rPr lang="en-US" sz="1433" err="1">
                <a:solidFill>
                  <a:srgbClr val="3D3D42"/>
                </a:solidFill>
                <a:ea typeface="+mn-lt"/>
                <a:cs typeface="+mn-lt"/>
                <a:sym typeface="Roboto"/>
              </a:rPr>
              <a:t>transcripciones</a:t>
            </a:r>
            <a:r>
              <a:rPr lang="en-US" sz="1433">
                <a:solidFill>
                  <a:srgbClr val="3D3D42"/>
                </a:solidFill>
                <a:ea typeface="+mn-lt"/>
                <a:cs typeface="+mn-lt"/>
                <a:sym typeface="Roboto"/>
              </a:rPr>
              <a:t>.</a:t>
            </a:r>
            <a:endParaRPr lang="en-US" sz="800">
              <a:solidFill>
                <a:srgbClr val="000000"/>
              </a:solidFill>
              <a:ea typeface="+mn-lt"/>
              <a:cs typeface="+mn-lt"/>
              <a:sym typeface="Roboto"/>
            </a:endParaRPr>
          </a:p>
          <a:p>
            <a:pPr marL="228611" indent="-228611" algn="just">
              <a:buFont typeface="Arial"/>
              <a:buChar char="•"/>
            </a:pPr>
            <a:endParaRPr lang="en-US" sz="1433">
              <a:solidFill>
                <a:srgbClr val="3D3D42"/>
              </a:solidFill>
              <a:ea typeface="+mn-lt"/>
              <a:cs typeface="+mn-lt"/>
            </a:endParaRPr>
          </a:p>
          <a:p>
            <a:pPr marL="228611" indent="-228611" algn="just">
              <a:buFont typeface="Arial"/>
              <a:buChar char="•"/>
            </a:pPr>
            <a:endParaRPr lang="en-US" sz="1433">
              <a:solidFill>
                <a:srgbClr val="3D3D42"/>
              </a:solidFill>
              <a:latin typeface="Calibri"/>
              <a:ea typeface="Calibri"/>
              <a:cs typeface="Calibri"/>
            </a:endParaRPr>
          </a:p>
        </p:txBody>
      </p:sp>
      <p:sp>
        <p:nvSpPr>
          <p:cNvPr id="10" name="TextBox 7">
            <a:extLst>
              <a:ext uri="{FF2B5EF4-FFF2-40B4-BE49-F238E27FC236}">
                <a16:creationId xmlns:a16="http://schemas.microsoft.com/office/drawing/2014/main" id="{FC811D75-FCBB-06E3-506D-8F4B1C19FFA7}"/>
              </a:ext>
            </a:extLst>
          </p:cNvPr>
          <p:cNvSpPr txBox="1"/>
          <p:nvPr/>
        </p:nvSpPr>
        <p:spPr>
          <a:xfrm>
            <a:off x="6695389" y="1766040"/>
            <a:ext cx="4217375" cy="287386"/>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291"/>
              </a:lnSpc>
            </a:pPr>
            <a:r>
              <a:rPr lang="en-US" sz="1867" b="1" err="1">
                <a:latin typeface="Poppins Light"/>
                <a:ea typeface="Calibri"/>
                <a:cs typeface="Poppins Light"/>
              </a:rPr>
              <a:t>Consultas</a:t>
            </a:r>
            <a:r>
              <a:rPr lang="en-US" sz="1867" b="1">
                <a:latin typeface="Poppins Light"/>
                <a:ea typeface="Calibri"/>
                <a:cs typeface="Poppins Light"/>
              </a:rPr>
              <a:t> </a:t>
            </a:r>
            <a:r>
              <a:rPr lang="en-US" sz="1867" b="1" err="1">
                <a:latin typeface="Poppins Light"/>
                <a:ea typeface="Calibri"/>
                <a:cs typeface="Poppins Light"/>
              </a:rPr>
              <a:t>complejas</a:t>
            </a:r>
            <a:endParaRPr lang="en-US" sz="800" err="1"/>
          </a:p>
        </p:txBody>
      </p:sp>
      <p:sp>
        <p:nvSpPr>
          <p:cNvPr id="11" name="TextBox 8">
            <a:extLst>
              <a:ext uri="{FF2B5EF4-FFF2-40B4-BE49-F238E27FC236}">
                <a16:creationId xmlns:a16="http://schemas.microsoft.com/office/drawing/2014/main" id="{79195C32-529E-8657-9C15-835ADB3E2D03}"/>
              </a:ext>
            </a:extLst>
          </p:cNvPr>
          <p:cNvSpPr txBox="1"/>
          <p:nvPr/>
        </p:nvSpPr>
        <p:spPr>
          <a:xfrm>
            <a:off x="6695389" y="2237547"/>
            <a:ext cx="5203924" cy="661719"/>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28611" indent="-228611" algn="just">
              <a:buFont typeface="Arial"/>
              <a:buChar char="•"/>
            </a:pPr>
            <a:r>
              <a:rPr lang="en-US" sz="1433">
                <a:solidFill>
                  <a:srgbClr val="3D3D42"/>
                </a:solidFill>
                <a:ea typeface="+mn-lt"/>
                <a:cs typeface="+mn-lt"/>
                <a:sym typeface="Roboto"/>
              </a:rPr>
              <a:t>Se </a:t>
            </a:r>
            <a:r>
              <a:rPr lang="en-US" sz="1433" err="1">
                <a:solidFill>
                  <a:srgbClr val="3D3D42"/>
                </a:solidFill>
                <a:ea typeface="+mn-lt"/>
                <a:cs typeface="+mn-lt"/>
                <a:sym typeface="Roboto"/>
              </a:rPr>
              <a:t>evalúa</a:t>
            </a:r>
            <a:r>
              <a:rPr lang="en-US" sz="1433">
                <a:solidFill>
                  <a:srgbClr val="3D3D42"/>
                </a:solidFill>
                <a:ea typeface="+mn-lt"/>
                <a:cs typeface="+mn-lt"/>
                <a:sym typeface="Roboto"/>
              </a:rPr>
              <a:t> la </a:t>
            </a:r>
            <a:r>
              <a:rPr lang="en-US" sz="1433" err="1">
                <a:solidFill>
                  <a:srgbClr val="3D3D42"/>
                </a:solidFill>
                <a:ea typeface="+mn-lt"/>
                <a:cs typeface="+mn-lt"/>
                <a:sym typeface="Roboto"/>
              </a:rPr>
              <a:t>capacidad</a:t>
            </a:r>
            <a:r>
              <a:rPr lang="en-US" sz="1433">
                <a:solidFill>
                  <a:srgbClr val="3D3D42"/>
                </a:solidFill>
                <a:ea typeface="+mn-lt"/>
                <a:cs typeface="+mn-lt"/>
                <a:sym typeface="Roboto"/>
              </a:rPr>
              <a:t> para </a:t>
            </a:r>
            <a:r>
              <a:rPr lang="en-US" sz="1433" err="1">
                <a:solidFill>
                  <a:srgbClr val="3D3D42"/>
                </a:solidFill>
                <a:ea typeface="+mn-lt"/>
                <a:cs typeface="+mn-lt"/>
                <a:sym typeface="Roboto"/>
              </a:rPr>
              <a:t>soportar</a:t>
            </a:r>
            <a:r>
              <a:rPr lang="en-US" sz="1433">
                <a:solidFill>
                  <a:srgbClr val="3D3D42"/>
                </a:solidFill>
                <a:ea typeface="+mn-lt"/>
                <a:cs typeface="+mn-lt"/>
                <a:sym typeface="Roboto"/>
              </a:rPr>
              <a:t> </a:t>
            </a:r>
            <a:r>
              <a:rPr lang="en-US" sz="1433" err="1">
                <a:solidFill>
                  <a:srgbClr val="3D3D42"/>
                </a:solidFill>
                <a:ea typeface="+mn-lt"/>
                <a:cs typeface="+mn-lt"/>
                <a:sym typeface="Roboto"/>
              </a:rPr>
              <a:t>relaciones</a:t>
            </a:r>
            <a:r>
              <a:rPr lang="en-US" sz="1433">
                <a:solidFill>
                  <a:srgbClr val="3D3D42"/>
                </a:solidFill>
                <a:ea typeface="+mn-lt"/>
                <a:cs typeface="+mn-lt"/>
                <a:sym typeface="Roboto"/>
              </a:rPr>
              <a:t> entre </a:t>
            </a:r>
            <a:r>
              <a:rPr lang="en-US" sz="1433" err="1">
                <a:solidFill>
                  <a:srgbClr val="3D3D42"/>
                </a:solidFill>
                <a:ea typeface="+mn-lt"/>
                <a:cs typeface="+mn-lt"/>
                <a:sym typeface="Roboto"/>
              </a:rPr>
              <a:t>usuarios</a:t>
            </a:r>
            <a:r>
              <a:rPr lang="en-US" sz="1433">
                <a:solidFill>
                  <a:srgbClr val="3D3D42"/>
                </a:solidFill>
                <a:ea typeface="+mn-lt"/>
                <a:cs typeface="+mn-lt"/>
                <a:sym typeface="Roboto"/>
              </a:rPr>
              <a:t>, </a:t>
            </a:r>
            <a:r>
              <a:rPr lang="en-US" sz="1433" err="1">
                <a:solidFill>
                  <a:srgbClr val="3D3D42"/>
                </a:solidFill>
                <a:ea typeface="+mn-lt"/>
                <a:cs typeface="+mn-lt"/>
                <a:sym typeface="Roboto"/>
              </a:rPr>
              <a:t>cursos</a:t>
            </a:r>
            <a:r>
              <a:rPr lang="en-US" sz="1433">
                <a:solidFill>
                  <a:srgbClr val="3D3D42"/>
                </a:solidFill>
                <a:ea typeface="+mn-lt"/>
                <a:cs typeface="+mn-lt"/>
                <a:sym typeface="Roboto"/>
              </a:rPr>
              <a:t>, </a:t>
            </a:r>
            <a:r>
              <a:rPr lang="en-US" sz="1433" err="1">
                <a:solidFill>
                  <a:srgbClr val="3D3D42"/>
                </a:solidFill>
                <a:ea typeface="+mn-lt"/>
                <a:cs typeface="+mn-lt"/>
                <a:sym typeface="Roboto"/>
              </a:rPr>
              <a:t>progreso</a:t>
            </a:r>
            <a:r>
              <a:rPr lang="en-US" sz="1433">
                <a:solidFill>
                  <a:srgbClr val="3D3D42"/>
                </a:solidFill>
                <a:ea typeface="+mn-lt"/>
                <a:cs typeface="+mn-lt"/>
                <a:sym typeface="Roboto"/>
              </a:rPr>
              <a:t> y </a:t>
            </a:r>
            <a:r>
              <a:rPr lang="en-US" sz="1433" err="1">
                <a:solidFill>
                  <a:srgbClr val="3D3D42"/>
                </a:solidFill>
                <a:ea typeface="+mn-lt"/>
                <a:cs typeface="+mn-lt"/>
                <a:sym typeface="Roboto"/>
              </a:rPr>
              <a:t>evaluaciones</a:t>
            </a:r>
            <a:r>
              <a:rPr lang="en-US" sz="1433">
                <a:solidFill>
                  <a:srgbClr val="3D3D42"/>
                </a:solidFill>
                <a:ea typeface="+mn-lt"/>
                <a:cs typeface="+mn-lt"/>
                <a:sym typeface="Roboto"/>
              </a:rPr>
              <a:t>.</a:t>
            </a:r>
            <a:endParaRPr lang="en-US" sz="800">
              <a:solidFill>
                <a:srgbClr val="000000"/>
              </a:solidFill>
              <a:ea typeface="+mn-lt"/>
              <a:cs typeface="+mn-lt"/>
            </a:endParaRPr>
          </a:p>
          <a:p>
            <a:pPr marL="228611" indent="-228611" algn="just">
              <a:buFont typeface="Arial"/>
              <a:buChar char="•"/>
            </a:pPr>
            <a:endParaRPr lang="en-US" sz="1433">
              <a:solidFill>
                <a:srgbClr val="3D3D42"/>
              </a:solidFill>
              <a:latin typeface="Calibri"/>
              <a:ea typeface="Calibri"/>
              <a:cs typeface="Calibri"/>
            </a:endParaRPr>
          </a:p>
        </p:txBody>
      </p:sp>
      <p:sp>
        <p:nvSpPr>
          <p:cNvPr id="12" name="TextBox 7">
            <a:extLst>
              <a:ext uri="{FF2B5EF4-FFF2-40B4-BE49-F238E27FC236}">
                <a16:creationId xmlns:a16="http://schemas.microsoft.com/office/drawing/2014/main" id="{0226EB0D-02AE-00BC-A9C1-64B27C432D46}"/>
              </a:ext>
            </a:extLst>
          </p:cNvPr>
          <p:cNvSpPr txBox="1"/>
          <p:nvPr/>
        </p:nvSpPr>
        <p:spPr>
          <a:xfrm>
            <a:off x="6666635" y="4900305"/>
            <a:ext cx="4217375" cy="285035"/>
          </a:xfrm>
          <a:prstGeom prst="rect">
            <a:avLst/>
          </a:prstGeom>
          <a:noFill/>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291"/>
              </a:lnSpc>
            </a:pPr>
            <a:r>
              <a:rPr lang="en-US" sz="1867" b="1" err="1">
                <a:latin typeface="Poppins Light"/>
                <a:ea typeface="Calibri"/>
                <a:cs typeface="Poppins Light"/>
              </a:rPr>
              <a:t>Escalabilidad</a:t>
            </a:r>
            <a:r>
              <a:rPr lang="en-US" sz="1867" b="1">
                <a:latin typeface="Poppins Light"/>
                <a:ea typeface="Calibri"/>
                <a:cs typeface="Poppins Light"/>
              </a:rPr>
              <a:t> </a:t>
            </a:r>
            <a:r>
              <a:rPr lang="en-US" sz="1867" b="1" err="1">
                <a:latin typeface="Poppins Light"/>
                <a:ea typeface="Calibri"/>
                <a:cs typeface="Poppins Light"/>
              </a:rPr>
              <a:t>operativa</a:t>
            </a:r>
            <a:endParaRPr lang="en-US" sz="800" err="1"/>
          </a:p>
        </p:txBody>
      </p:sp>
      <p:sp>
        <p:nvSpPr>
          <p:cNvPr id="13" name="TextBox 8">
            <a:extLst>
              <a:ext uri="{FF2B5EF4-FFF2-40B4-BE49-F238E27FC236}">
                <a16:creationId xmlns:a16="http://schemas.microsoft.com/office/drawing/2014/main" id="{BAC8AD09-18A9-467D-3C92-E20A5D652F27}"/>
              </a:ext>
            </a:extLst>
          </p:cNvPr>
          <p:cNvSpPr txBox="1"/>
          <p:nvPr/>
        </p:nvSpPr>
        <p:spPr>
          <a:xfrm>
            <a:off x="6666635" y="5386189"/>
            <a:ext cx="5203924" cy="1102866"/>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28611" indent="-228611" algn="just">
              <a:buFont typeface="Arial"/>
              <a:buChar char="•"/>
            </a:pPr>
            <a:r>
              <a:rPr lang="en-US" sz="1433">
                <a:solidFill>
                  <a:srgbClr val="3D3D42"/>
                </a:solidFill>
                <a:ea typeface="+mn-lt"/>
                <a:cs typeface="+mn-lt"/>
                <a:sym typeface="Roboto"/>
              </a:rPr>
              <a:t>Se </a:t>
            </a:r>
            <a:r>
              <a:rPr lang="en-US" sz="1433" err="1">
                <a:solidFill>
                  <a:srgbClr val="3D3D42"/>
                </a:solidFill>
                <a:ea typeface="+mn-lt"/>
                <a:cs typeface="+mn-lt"/>
                <a:sym typeface="Roboto"/>
              </a:rPr>
              <a:t>analiza</a:t>
            </a:r>
            <a:r>
              <a:rPr lang="en-US" sz="1433">
                <a:solidFill>
                  <a:srgbClr val="3D3D42"/>
                </a:solidFill>
                <a:ea typeface="+mn-lt"/>
                <a:cs typeface="+mn-lt"/>
                <a:sym typeface="Roboto"/>
              </a:rPr>
              <a:t> </a:t>
            </a:r>
            <a:r>
              <a:rPr lang="en-US" sz="1433" err="1">
                <a:solidFill>
                  <a:srgbClr val="3D3D42"/>
                </a:solidFill>
                <a:ea typeface="+mn-lt"/>
                <a:cs typeface="+mn-lt"/>
                <a:sym typeface="Roboto"/>
              </a:rPr>
              <a:t>si</a:t>
            </a:r>
            <a:r>
              <a:rPr lang="en-US" sz="1433">
                <a:solidFill>
                  <a:srgbClr val="3D3D42"/>
                </a:solidFill>
                <a:ea typeface="+mn-lt"/>
                <a:cs typeface="+mn-lt"/>
                <a:sym typeface="Roboto"/>
              </a:rPr>
              <a:t> la base de </a:t>
            </a:r>
            <a:r>
              <a:rPr lang="en-US" sz="1433" err="1">
                <a:solidFill>
                  <a:srgbClr val="3D3D42"/>
                </a:solidFill>
                <a:ea typeface="+mn-lt"/>
                <a:cs typeface="+mn-lt"/>
                <a:sym typeface="Roboto"/>
              </a:rPr>
              <a:t>datos</a:t>
            </a:r>
            <a:r>
              <a:rPr lang="en-US" sz="1433">
                <a:solidFill>
                  <a:srgbClr val="3D3D42"/>
                </a:solidFill>
                <a:ea typeface="+mn-lt"/>
                <a:cs typeface="+mn-lt"/>
                <a:sym typeface="Roboto"/>
              </a:rPr>
              <a:t> </a:t>
            </a:r>
            <a:r>
              <a:rPr lang="en-US" sz="1433" err="1">
                <a:solidFill>
                  <a:srgbClr val="3D3D42"/>
                </a:solidFill>
                <a:ea typeface="+mn-lt"/>
                <a:cs typeface="+mn-lt"/>
                <a:sym typeface="Roboto"/>
              </a:rPr>
              <a:t>puede</a:t>
            </a:r>
            <a:r>
              <a:rPr lang="en-US" sz="1433">
                <a:solidFill>
                  <a:srgbClr val="3D3D42"/>
                </a:solidFill>
                <a:ea typeface="+mn-lt"/>
                <a:cs typeface="+mn-lt"/>
                <a:sym typeface="Roboto"/>
              </a:rPr>
              <a:t> </a:t>
            </a:r>
            <a:r>
              <a:rPr lang="en-US" sz="1433" err="1">
                <a:solidFill>
                  <a:srgbClr val="3D3D42"/>
                </a:solidFill>
                <a:ea typeface="+mn-lt"/>
                <a:cs typeface="+mn-lt"/>
                <a:sym typeface="Roboto"/>
              </a:rPr>
              <a:t>crecer</a:t>
            </a:r>
            <a:r>
              <a:rPr lang="en-US" sz="1433">
                <a:solidFill>
                  <a:srgbClr val="3D3D42"/>
                </a:solidFill>
                <a:ea typeface="+mn-lt"/>
                <a:cs typeface="+mn-lt"/>
                <a:sym typeface="Roboto"/>
              </a:rPr>
              <a:t> sin </a:t>
            </a:r>
            <a:r>
              <a:rPr lang="en-US" sz="1433" err="1">
                <a:solidFill>
                  <a:srgbClr val="3D3D42"/>
                </a:solidFill>
                <a:ea typeface="+mn-lt"/>
                <a:cs typeface="+mn-lt"/>
                <a:sym typeface="Roboto"/>
              </a:rPr>
              <a:t>afectar</a:t>
            </a:r>
            <a:r>
              <a:rPr lang="en-US" sz="1433">
                <a:solidFill>
                  <a:srgbClr val="3D3D42"/>
                </a:solidFill>
                <a:ea typeface="+mn-lt"/>
                <a:cs typeface="+mn-lt"/>
                <a:sym typeface="Roboto"/>
              </a:rPr>
              <a:t> </a:t>
            </a:r>
            <a:r>
              <a:rPr lang="en-US" sz="1433" err="1">
                <a:solidFill>
                  <a:srgbClr val="3D3D42"/>
                </a:solidFill>
                <a:ea typeface="+mn-lt"/>
                <a:cs typeface="+mn-lt"/>
                <a:sym typeface="Roboto"/>
              </a:rPr>
              <a:t>el</a:t>
            </a:r>
            <a:r>
              <a:rPr lang="en-US" sz="1433">
                <a:solidFill>
                  <a:srgbClr val="3D3D42"/>
                </a:solidFill>
                <a:ea typeface="+mn-lt"/>
                <a:cs typeface="+mn-lt"/>
                <a:sym typeface="Roboto"/>
              </a:rPr>
              <a:t> </a:t>
            </a:r>
            <a:r>
              <a:rPr lang="en-US" sz="1433" err="1">
                <a:solidFill>
                  <a:srgbClr val="3D3D42"/>
                </a:solidFill>
                <a:ea typeface="+mn-lt"/>
                <a:cs typeface="+mn-lt"/>
                <a:sym typeface="Roboto"/>
              </a:rPr>
              <a:t>rendimiento</a:t>
            </a:r>
            <a:r>
              <a:rPr lang="en-US" sz="1433">
                <a:solidFill>
                  <a:srgbClr val="3D3D42"/>
                </a:solidFill>
                <a:ea typeface="+mn-lt"/>
                <a:cs typeface="+mn-lt"/>
                <a:sym typeface="Roboto"/>
              </a:rPr>
              <a:t> del </a:t>
            </a:r>
            <a:r>
              <a:rPr lang="en-US" sz="1433" err="1">
                <a:solidFill>
                  <a:srgbClr val="3D3D42"/>
                </a:solidFill>
                <a:ea typeface="+mn-lt"/>
                <a:cs typeface="+mn-lt"/>
                <a:sym typeface="Roboto"/>
              </a:rPr>
              <a:t>sistema</a:t>
            </a:r>
            <a:r>
              <a:rPr lang="en-US" sz="1433">
                <a:solidFill>
                  <a:srgbClr val="3D3D42"/>
                </a:solidFill>
                <a:ea typeface="+mn-lt"/>
                <a:cs typeface="+mn-lt"/>
                <a:sym typeface="Roboto"/>
              </a:rPr>
              <a:t>.</a:t>
            </a:r>
            <a:endParaRPr lang="en-US" sz="800">
              <a:solidFill>
                <a:srgbClr val="000000"/>
              </a:solidFill>
              <a:ea typeface="+mn-lt"/>
              <a:cs typeface="+mn-lt"/>
              <a:sym typeface="Roboto"/>
            </a:endParaRPr>
          </a:p>
          <a:p>
            <a:pPr marL="228611" indent="-228611" algn="just">
              <a:buFont typeface="Arial"/>
              <a:buChar char="•"/>
            </a:pPr>
            <a:endParaRPr lang="en-US" sz="1433">
              <a:solidFill>
                <a:srgbClr val="3D3D42"/>
              </a:solidFill>
              <a:ea typeface="+mn-lt"/>
              <a:cs typeface="+mn-lt"/>
            </a:endParaRPr>
          </a:p>
          <a:p>
            <a:pPr marL="228611" indent="-228611" algn="just">
              <a:buFont typeface="Arial"/>
              <a:buChar char="•"/>
            </a:pPr>
            <a:endParaRPr lang="en-US" sz="1433">
              <a:solidFill>
                <a:srgbClr val="3D3D42"/>
              </a:solidFill>
              <a:ea typeface="+mn-lt"/>
              <a:cs typeface="+mn-lt"/>
            </a:endParaRPr>
          </a:p>
          <a:p>
            <a:pPr marL="228611" indent="-228611" algn="just">
              <a:buFont typeface="Arial"/>
              <a:buChar char="•"/>
            </a:pPr>
            <a:endParaRPr lang="en-US" sz="1433">
              <a:solidFill>
                <a:srgbClr val="3D3D42"/>
              </a:solidFill>
              <a:ea typeface="+mn-lt"/>
              <a:cs typeface="+mn-lt"/>
            </a:endParaRPr>
          </a:p>
        </p:txBody>
      </p:sp>
      <p:pic>
        <p:nvPicPr>
          <p:cNvPr id="2" name="Picture 1" descr="Database PNG para descargar gratis">
            <a:extLst>
              <a:ext uri="{FF2B5EF4-FFF2-40B4-BE49-F238E27FC236}">
                <a16:creationId xmlns:a16="http://schemas.microsoft.com/office/drawing/2014/main" id="{BEBBA471-AA9B-0ACA-33C7-C5F62A42850A}"/>
              </a:ext>
            </a:extLst>
          </p:cNvPr>
          <p:cNvPicPr>
            <a:picLocks noChangeAspect="1"/>
          </p:cNvPicPr>
          <p:nvPr/>
        </p:nvPicPr>
        <p:blipFill>
          <a:blip r:embed="rId3"/>
          <a:stretch>
            <a:fillRect/>
          </a:stretch>
        </p:blipFill>
        <p:spPr>
          <a:xfrm>
            <a:off x="3958566" y="2566359"/>
            <a:ext cx="3829170" cy="2343509"/>
          </a:xfrm>
          <a:prstGeom prst="rect">
            <a:avLst/>
          </a:prstGeom>
        </p:spPr>
      </p:pic>
      <p:sp>
        <p:nvSpPr>
          <p:cNvPr id="5" name="TextBox 4">
            <a:extLst>
              <a:ext uri="{FF2B5EF4-FFF2-40B4-BE49-F238E27FC236}">
                <a16:creationId xmlns:a16="http://schemas.microsoft.com/office/drawing/2014/main" id="{38C8AADF-B02F-E027-7BD1-07BABA729BC3}"/>
              </a:ext>
            </a:extLst>
          </p:cNvPr>
          <p:cNvSpPr txBox="1"/>
          <p:nvPr/>
        </p:nvSpPr>
        <p:spPr>
          <a:xfrm>
            <a:off x="5344439" y="6268232"/>
            <a:ext cx="692063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i="0">
                <a:latin typeface="Segoe UI"/>
                <a:ea typeface="Segoe UI"/>
                <a:cs typeface="Segoe UI"/>
              </a:rPr>
              <a:t>Khan, W., Kumar, T., Zhang, C., Raj, K., &amp; Roy, A. (2023).</a:t>
            </a:r>
            <a:br>
              <a:rPr lang="en-US" b="0" i="0">
                <a:latin typeface="Segoe UI"/>
                <a:ea typeface="Segoe UI"/>
                <a:cs typeface="Segoe UI"/>
              </a:rPr>
            </a:br>
            <a:r>
              <a:rPr lang="en-US" b="0" i="1">
                <a:latin typeface="Segoe UI"/>
                <a:ea typeface="Segoe UI"/>
                <a:cs typeface="Segoe UI"/>
              </a:rPr>
              <a:t>SQL and NoSQL Database Software Architecture Performance: A Systematic Review.</a:t>
            </a:r>
          </a:p>
          <a:p>
            <a:pPr algn="ctr"/>
            <a:endParaRPr lang="en-US"/>
          </a:p>
        </p:txBody>
      </p:sp>
    </p:spTree>
    <p:extLst>
      <p:ext uri="{BB962C8B-B14F-4D97-AF65-F5344CB8AC3E}">
        <p14:creationId xmlns:p14="http://schemas.microsoft.com/office/powerpoint/2010/main" val="30854100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799795-D28A-8436-76E7-BEDFD30EA7DE}"/>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D51945C8-DFD4-81DD-3AC1-29AA5E75A63E}"/>
              </a:ext>
            </a:extLst>
          </p:cNvPr>
          <p:cNvSpPr txBox="1"/>
          <p:nvPr/>
        </p:nvSpPr>
        <p:spPr>
          <a:xfrm>
            <a:off x="638881" y="417576"/>
            <a:ext cx="10909640" cy="1249394"/>
          </a:xfrm>
          <a:prstGeom prst="rect">
            <a:avLst/>
          </a:prstGeom>
        </p:spPr>
        <p:txBody>
          <a:bodyPr vert="horz" lIns="60960" tIns="30480" rIns="60960" bIns="30480" rtlCol="0" anchor="ctr">
            <a:normAutofit fontScale="55000" lnSpcReduction="20000"/>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ct val="90000"/>
              </a:lnSpc>
              <a:spcBef>
                <a:spcPct val="0"/>
              </a:spcBef>
              <a:spcAft>
                <a:spcPts val="400"/>
              </a:spcAft>
            </a:pPr>
            <a:r>
              <a:rPr lang="en-US" sz="6100" err="1">
                <a:solidFill>
                  <a:schemeClr val="accent1">
                    <a:lumMod val="76000"/>
                  </a:schemeClr>
                </a:solidFill>
                <a:ea typeface="+mn-lt"/>
                <a:cs typeface="+mn-lt"/>
                <a:sym typeface="Poppins Light"/>
              </a:rPr>
              <a:t>Comparativa</a:t>
            </a:r>
            <a:r>
              <a:rPr lang="en-US" sz="6100">
                <a:solidFill>
                  <a:schemeClr val="accent1">
                    <a:lumMod val="76000"/>
                  </a:schemeClr>
                </a:solidFill>
                <a:ea typeface="+mn-lt"/>
                <a:cs typeface="+mn-lt"/>
                <a:sym typeface="Poppins Light"/>
              </a:rPr>
              <a:t> de Motores </a:t>
            </a:r>
            <a:r>
              <a:rPr lang="en-US" sz="6100" kern="1200">
                <a:solidFill>
                  <a:schemeClr val="accent1">
                    <a:lumMod val="76000"/>
                  </a:schemeClr>
                </a:solidFill>
                <a:ea typeface="+mn-lt"/>
                <a:cs typeface="+mn-lt"/>
                <a:sym typeface="Poppins Light"/>
              </a:rPr>
              <a:t>de Base de Datos</a:t>
            </a:r>
            <a:r>
              <a:rPr lang="en-US" sz="6100">
                <a:solidFill>
                  <a:schemeClr val="accent1">
                    <a:lumMod val="76000"/>
                  </a:schemeClr>
                </a:solidFill>
                <a:ea typeface="+mn-lt"/>
                <a:cs typeface="+mn-lt"/>
                <a:sym typeface="Poppins Light"/>
              </a:rPr>
              <a:t> </a:t>
            </a:r>
            <a:r>
              <a:rPr lang="en-US" sz="6100" err="1">
                <a:solidFill>
                  <a:schemeClr val="accent1">
                    <a:lumMod val="76000"/>
                  </a:schemeClr>
                </a:solidFill>
                <a:ea typeface="+mn-lt"/>
                <a:cs typeface="+mn-lt"/>
                <a:sym typeface="Poppins Light"/>
              </a:rPr>
              <a:t>según</a:t>
            </a:r>
            <a:r>
              <a:rPr lang="en-US" sz="6100">
                <a:solidFill>
                  <a:schemeClr val="accent1">
                    <a:lumMod val="76000"/>
                  </a:schemeClr>
                </a:solidFill>
                <a:ea typeface="+mn-lt"/>
                <a:cs typeface="+mn-lt"/>
                <a:sym typeface="Poppins Light"/>
              </a:rPr>
              <a:t> </a:t>
            </a:r>
            <a:r>
              <a:rPr lang="en-US" sz="6100" err="1">
                <a:solidFill>
                  <a:schemeClr val="accent1">
                    <a:lumMod val="76000"/>
                  </a:schemeClr>
                </a:solidFill>
                <a:ea typeface="+mn-lt"/>
                <a:cs typeface="+mn-lt"/>
                <a:sym typeface="Poppins Light"/>
              </a:rPr>
              <a:t>Consistencia</a:t>
            </a:r>
            <a:r>
              <a:rPr lang="en-US" sz="6100">
                <a:solidFill>
                  <a:schemeClr val="accent1">
                    <a:lumMod val="76000"/>
                  </a:schemeClr>
                </a:solidFill>
                <a:ea typeface="+mn-lt"/>
                <a:cs typeface="+mn-lt"/>
                <a:sym typeface="Poppins Light"/>
              </a:rPr>
              <a:t>, </a:t>
            </a:r>
            <a:r>
              <a:rPr lang="en-US" sz="6100" err="1">
                <a:solidFill>
                  <a:schemeClr val="accent1">
                    <a:lumMod val="76000"/>
                  </a:schemeClr>
                </a:solidFill>
                <a:ea typeface="+mn-lt"/>
                <a:cs typeface="+mn-lt"/>
                <a:sym typeface="Poppins Light"/>
              </a:rPr>
              <a:t>Capacidad</a:t>
            </a:r>
            <a:r>
              <a:rPr lang="en-US" sz="6100">
                <a:solidFill>
                  <a:schemeClr val="accent1">
                    <a:lumMod val="76000"/>
                  </a:schemeClr>
                </a:solidFill>
                <a:ea typeface="+mn-lt"/>
                <a:cs typeface="+mn-lt"/>
                <a:sym typeface="Poppins Light"/>
              </a:rPr>
              <a:t> de Consulta y </a:t>
            </a:r>
            <a:r>
              <a:rPr lang="en-US" sz="6100" err="1">
                <a:solidFill>
                  <a:schemeClr val="accent1">
                    <a:lumMod val="76000"/>
                  </a:schemeClr>
                </a:solidFill>
                <a:ea typeface="+mn-lt"/>
                <a:cs typeface="+mn-lt"/>
                <a:sym typeface="Poppins Light"/>
              </a:rPr>
              <a:t>Escalabilidad</a:t>
            </a:r>
            <a:endParaRPr lang="en-US">
              <a:solidFill>
                <a:schemeClr val="accent1">
                  <a:lumMod val="76000"/>
                </a:schemeClr>
              </a:solidFill>
              <a:cs typeface="Arial"/>
            </a:endParaRPr>
          </a:p>
        </p:txBody>
      </p:sp>
      <p:graphicFrame>
        <p:nvGraphicFramePr>
          <p:cNvPr id="6" name="Table 5">
            <a:extLst>
              <a:ext uri="{FF2B5EF4-FFF2-40B4-BE49-F238E27FC236}">
                <a16:creationId xmlns:a16="http://schemas.microsoft.com/office/drawing/2014/main" id="{0DD402ED-81F1-51B9-F754-B5CB66002059}"/>
              </a:ext>
            </a:extLst>
          </p:cNvPr>
          <p:cNvGraphicFramePr>
            <a:graphicFrameLocks noGrp="1"/>
          </p:cNvGraphicFramePr>
          <p:nvPr/>
        </p:nvGraphicFramePr>
        <p:xfrm>
          <a:off x="848199" y="2302793"/>
          <a:ext cx="10492556" cy="3586355"/>
        </p:xfrm>
        <a:graphic>
          <a:graphicData uri="http://schemas.openxmlformats.org/drawingml/2006/table">
            <a:tbl>
              <a:tblPr bandRow="1">
                <a:tableStyleId>{3B4B98B0-60AC-42C2-AFA5-B58CD77FA1E5}</a:tableStyleId>
              </a:tblPr>
              <a:tblGrid>
                <a:gridCol w="3046156">
                  <a:extLst>
                    <a:ext uri="{9D8B030D-6E8A-4147-A177-3AD203B41FA5}">
                      <a16:colId xmlns:a16="http://schemas.microsoft.com/office/drawing/2014/main" val="1465838566"/>
                    </a:ext>
                  </a:extLst>
                </a:gridCol>
                <a:gridCol w="937361">
                  <a:extLst>
                    <a:ext uri="{9D8B030D-6E8A-4147-A177-3AD203B41FA5}">
                      <a16:colId xmlns:a16="http://schemas.microsoft.com/office/drawing/2014/main" val="1900785616"/>
                    </a:ext>
                  </a:extLst>
                </a:gridCol>
                <a:gridCol w="1602541">
                  <a:extLst>
                    <a:ext uri="{9D8B030D-6E8A-4147-A177-3AD203B41FA5}">
                      <a16:colId xmlns:a16="http://schemas.microsoft.com/office/drawing/2014/main" val="3668079642"/>
                    </a:ext>
                  </a:extLst>
                </a:gridCol>
                <a:gridCol w="1370627">
                  <a:extLst>
                    <a:ext uri="{9D8B030D-6E8A-4147-A177-3AD203B41FA5}">
                      <a16:colId xmlns:a16="http://schemas.microsoft.com/office/drawing/2014/main" val="83932230"/>
                    </a:ext>
                  </a:extLst>
                </a:gridCol>
                <a:gridCol w="2075356">
                  <a:extLst>
                    <a:ext uri="{9D8B030D-6E8A-4147-A177-3AD203B41FA5}">
                      <a16:colId xmlns:a16="http://schemas.microsoft.com/office/drawing/2014/main" val="2929675784"/>
                    </a:ext>
                  </a:extLst>
                </a:gridCol>
                <a:gridCol w="1460515">
                  <a:extLst>
                    <a:ext uri="{9D8B030D-6E8A-4147-A177-3AD203B41FA5}">
                      <a16:colId xmlns:a16="http://schemas.microsoft.com/office/drawing/2014/main" val="3703069576"/>
                    </a:ext>
                  </a:extLst>
                </a:gridCol>
              </a:tblGrid>
              <a:tr h="472888">
                <a:tc>
                  <a:txBody>
                    <a:bodyPr/>
                    <a:lstStyle/>
                    <a:p>
                      <a:pPr>
                        <a:buNone/>
                      </a:pPr>
                      <a:r>
                        <a:rPr lang="en-US" sz="1800" cap="none" spc="0" err="1">
                          <a:solidFill>
                            <a:schemeClr val="tx1"/>
                          </a:solidFill>
                        </a:rPr>
                        <a:t>Criterio</a:t>
                      </a:r>
                      <a:endParaRPr lang="en-US" sz="1800" cap="none" spc="0">
                        <a:solidFill>
                          <a:schemeClr val="tx1"/>
                        </a:solidFill>
                      </a:endParaRPr>
                    </a:p>
                  </a:txBody>
                  <a:tcPr marL="103552" marR="103552" marT="51776" marB="103552" anchor="ctr"/>
                </a:tc>
                <a:tc>
                  <a:txBody>
                    <a:bodyPr/>
                    <a:lstStyle/>
                    <a:p>
                      <a:pPr algn="r">
                        <a:buNone/>
                      </a:pPr>
                      <a:r>
                        <a:rPr lang="en-US" sz="1800" cap="none" spc="0">
                          <a:solidFill>
                            <a:schemeClr val="tx1"/>
                          </a:solidFill>
                        </a:rPr>
                        <a:t>Peso</a:t>
                      </a:r>
                    </a:p>
                  </a:txBody>
                  <a:tcPr marL="103552" marR="103552" marT="51776" marB="103552" anchor="ctr"/>
                </a:tc>
                <a:tc>
                  <a:txBody>
                    <a:bodyPr/>
                    <a:lstStyle/>
                    <a:p>
                      <a:pPr algn="r">
                        <a:buNone/>
                      </a:pPr>
                      <a:r>
                        <a:rPr lang="en-US" sz="1800" cap="none" spc="0">
                          <a:solidFill>
                            <a:schemeClr val="tx1"/>
                          </a:solidFill>
                        </a:rPr>
                        <a:t>PostgreSQL</a:t>
                      </a:r>
                    </a:p>
                  </a:txBody>
                  <a:tcPr marL="103552" marR="103552" marT="51776" marB="103552" anchor="ctr"/>
                </a:tc>
                <a:tc>
                  <a:txBody>
                    <a:bodyPr/>
                    <a:lstStyle/>
                    <a:p>
                      <a:pPr algn="r">
                        <a:buNone/>
                      </a:pPr>
                      <a:r>
                        <a:rPr lang="en-US" sz="1800" cap="none" spc="0">
                          <a:solidFill>
                            <a:schemeClr val="tx1"/>
                          </a:solidFill>
                        </a:rPr>
                        <a:t>MongoDB</a:t>
                      </a:r>
                    </a:p>
                  </a:txBody>
                  <a:tcPr marL="103552" marR="103552" marT="51776" marB="103552" anchor="ctr"/>
                </a:tc>
                <a:tc>
                  <a:txBody>
                    <a:bodyPr/>
                    <a:lstStyle/>
                    <a:p>
                      <a:pPr algn="r">
                        <a:buNone/>
                      </a:pPr>
                      <a:r>
                        <a:rPr lang="en-US" sz="1800" cap="none" spc="0">
                          <a:solidFill>
                            <a:schemeClr val="tx1"/>
                          </a:solidFill>
                        </a:rPr>
                        <a:t>MySQL</a:t>
                      </a:r>
                    </a:p>
                  </a:txBody>
                  <a:tcPr marL="103552" marR="103552" marT="51776" marB="103552" anchor="ctr"/>
                </a:tc>
                <a:tc>
                  <a:txBody>
                    <a:bodyPr/>
                    <a:lstStyle/>
                    <a:p>
                      <a:pPr algn="r">
                        <a:buNone/>
                      </a:pPr>
                      <a:r>
                        <a:rPr lang="en-US" sz="1800" cap="none" spc="0">
                          <a:solidFill>
                            <a:schemeClr val="tx1"/>
                          </a:solidFill>
                        </a:rPr>
                        <a:t>Cassandra</a:t>
                      </a:r>
                    </a:p>
                  </a:txBody>
                  <a:tcPr marL="103552" marR="103552" marT="51776" marB="103552" anchor="ctr"/>
                </a:tc>
                <a:extLst>
                  <a:ext uri="{0D108BD9-81ED-4DB2-BD59-A6C34878D82A}">
                    <a16:rowId xmlns:a16="http://schemas.microsoft.com/office/drawing/2014/main" val="598644724"/>
                  </a:ext>
                </a:extLst>
              </a:tr>
              <a:tr h="472888">
                <a:tc>
                  <a:txBody>
                    <a:bodyPr/>
                    <a:lstStyle/>
                    <a:p>
                      <a:pPr>
                        <a:buNone/>
                      </a:pPr>
                      <a:r>
                        <a:rPr lang="en-US" sz="1800" cap="none" spc="0" err="1">
                          <a:solidFill>
                            <a:schemeClr val="tx1"/>
                          </a:solidFill>
                        </a:rPr>
                        <a:t>Consistencia</a:t>
                      </a:r>
                      <a:r>
                        <a:rPr lang="en-US" sz="1800" cap="none" spc="0">
                          <a:solidFill>
                            <a:schemeClr val="tx1"/>
                          </a:solidFill>
                        </a:rPr>
                        <a:t> ACID</a:t>
                      </a:r>
                    </a:p>
                  </a:txBody>
                  <a:tcPr marL="103552" marR="103552" marT="51776" marB="103552" anchor="ctr"/>
                </a:tc>
                <a:tc>
                  <a:txBody>
                    <a:bodyPr/>
                    <a:lstStyle/>
                    <a:p>
                      <a:pPr algn="r">
                        <a:buNone/>
                      </a:pPr>
                      <a:r>
                        <a:rPr lang="en-US" sz="1800" cap="none" spc="0">
                          <a:solidFill>
                            <a:schemeClr val="tx1"/>
                          </a:solidFill>
                        </a:rPr>
                        <a:t>30%</a:t>
                      </a:r>
                    </a:p>
                  </a:txBody>
                  <a:tcPr marL="103552" marR="103552" marT="51776" marB="103552" anchor="ctr"/>
                </a:tc>
                <a:tc>
                  <a:txBody>
                    <a:bodyPr/>
                    <a:lstStyle/>
                    <a:p>
                      <a:pPr algn="r">
                        <a:buNone/>
                      </a:pPr>
                      <a:r>
                        <a:rPr lang="en-US" sz="1800" cap="none" spc="0">
                          <a:solidFill>
                            <a:schemeClr val="tx1"/>
                          </a:solidFill>
                        </a:rPr>
                        <a:t>5 (1.50)</a:t>
                      </a:r>
                    </a:p>
                  </a:txBody>
                  <a:tcPr marL="103552" marR="103552" marT="51776" marB="103552" anchor="ctr"/>
                </a:tc>
                <a:tc>
                  <a:txBody>
                    <a:bodyPr/>
                    <a:lstStyle/>
                    <a:p>
                      <a:pPr algn="r">
                        <a:buNone/>
                      </a:pPr>
                      <a:r>
                        <a:rPr lang="en-US" sz="1800" cap="none" spc="0">
                          <a:solidFill>
                            <a:schemeClr val="tx1"/>
                          </a:solidFill>
                        </a:rPr>
                        <a:t>3 (0.90)</a:t>
                      </a:r>
                    </a:p>
                  </a:txBody>
                  <a:tcPr marL="103552" marR="103552" marT="51776" marB="103552" anchor="ctr"/>
                </a:tc>
                <a:tc>
                  <a:txBody>
                    <a:bodyPr/>
                    <a:lstStyle/>
                    <a:p>
                      <a:pPr algn="r">
                        <a:buNone/>
                      </a:pPr>
                      <a:r>
                        <a:rPr lang="en-US" sz="1800" cap="none" spc="0">
                          <a:solidFill>
                            <a:schemeClr val="tx1"/>
                          </a:solidFill>
                        </a:rPr>
                        <a:t>5 (1.50)</a:t>
                      </a:r>
                    </a:p>
                  </a:txBody>
                  <a:tcPr marL="103552" marR="103552" marT="51776" marB="103552" anchor="ctr"/>
                </a:tc>
                <a:tc>
                  <a:txBody>
                    <a:bodyPr/>
                    <a:lstStyle/>
                    <a:p>
                      <a:pPr algn="r">
                        <a:buNone/>
                      </a:pPr>
                      <a:r>
                        <a:rPr lang="en-US" sz="1800" cap="none" spc="0">
                          <a:solidFill>
                            <a:schemeClr val="tx1"/>
                          </a:solidFill>
                        </a:rPr>
                        <a:t>2 (0.60)</a:t>
                      </a:r>
                    </a:p>
                  </a:txBody>
                  <a:tcPr marL="103552" marR="103552" marT="51776" marB="103552" anchor="ctr"/>
                </a:tc>
                <a:extLst>
                  <a:ext uri="{0D108BD9-81ED-4DB2-BD59-A6C34878D82A}">
                    <a16:rowId xmlns:a16="http://schemas.microsoft.com/office/drawing/2014/main" val="585730352"/>
                  </a:ext>
                </a:extLst>
              </a:tr>
              <a:tr h="749027">
                <a:tc>
                  <a:txBody>
                    <a:bodyPr/>
                    <a:lstStyle/>
                    <a:p>
                      <a:pPr>
                        <a:buNone/>
                      </a:pPr>
                      <a:r>
                        <a:rPr lang="en-US" sz="1800" cap="none" spc="0" err="1">
                          <a:solidFill>
                            <a:schemeClr val="tx1"/>
                          </a:solidFill>
                        </a:rPr>
                        <a:t>Consultas</a:t>
                      </a:r>
                      <a:r>
                        <a:rPr lang="en-US" sz="1800" cap="none" spc="0">
                          <a:solidFill>
                            <a:schemeClr val="tx1"/>
                          </a:solidFill>
                        </a:rPr>
                        <a:t> </a:t>
                      </a:r>
                      <a:r>
                        <a:rPr lang="en-US" sz="1800" cap="none" spc="0" err="1">
                          <a:solidFill>
                            <a:schemeClr val="tx1"/>
                          </a:solidFill>
                        </a:rPr>
                        <a:t>complejas</a:t>
                      </a:r>
                      <a:r>
                        <a:rPr lang="en-US" sz="1800" cap="none" spc="0">
                          <a:solidFill>
                            <a:schemeClr val="tx1"/>
                          </a:solidFill>
                        </a:rPr>
                        <a:t> / JOINs</a:t>
                      </a:r>
                    </a:p>
                  </a:txBody>
                  <a:tcPr marL="103552" marR="103552" marT="51776" marB="103552" anchor="ctr"/>
                </a:tc>
                <a:tc>
                  <a:txBody>
                    <a:bodyPr/>
                    <a:lstStyle/>
                    <a:p>
                      <a:pPr algn="r">
                        <a:buNone/>
                      </a:pPr>
                      <a:r>
                        <a:rPr lang="en-US" sz="1800" cap="none" spc="0">
                          <a:solidFill>
                            <a:schemeClr val="tx1"/>
                          </a:solidFill>
                        </a:rPr>
                        <a:t>25%</a:t>
                      </a:r>
                    </a:p>
                  </a:txBody>
                  <a:tcPr marL="103552" marR="103552" marT="51776" marB="103552" anchor="ctr"/>
                </a:tc>
                <a:tc>
                  <a:txBody>
                    <a:bodyPr/>
                    <a:lstStyle/>
                    <a:p>
                      <a:pPr algn="r">
                        <a:buNone/>
                      </a:pPr>
                      <a:r>
                        <a:rPr lang="en-US" sz="1800" cap="none" spc="0">
                          <a:solidFill>
                            <a:schemeClr val="tx1"/>
                          </a:solidFill>
                        </a:rPr>
                        <a:t>5 (1.25)</a:t>
                      </a:r>
                    </a:p>
                  </a:txBody>
                  <a:tcPr marL="103552" marR="103552" marT="51776" marB="103552" anchor="ctr"/>
                </a:tc>
                <a:tc>
                  <a:txBody>
                    <a:bodyPr/>
                    <a:lstStyle/>
                    <a:p>
                      <a:pPr algn="r">
                        <a:buNone/>
                      </a:pPr>
                      <a:r>
                        <a:rPr lang="en-US" sz="1800" cap="none" spc="0">
                          <a:solidFill>
                            <a:schemeClr val="tx1"/>
                          </a:solidFill>
                        </a:rPr>
                        <a:t>3 (0.75)</a:t>
                      </a:r>
                    </a:p>
                  </a:txBody>
                  <a:tcPr marL="103552" marR="103552" marT="51776" marB="103552" anchor="ctr"/>
                </a:tc>
                <a:tc>
                  <a:txBody>
                    <a:bodyPr/>
                    <a:lstStyle/>
                    <a:p>
                      <a:pPr algn="r">
                        <a:buNone/>
                      </a:pPr>
                      <a:r>
                        <a:rPr lang="en-US" sz="1800" cap="none" spc="0">
                          <a:solidFill>
                            <a:schemeClr val="tx1"/>
                          </a:solidFill>
                        </a:rPr>
                        <a:t>4 (1.00)</a:t>
                      </a:r>
                    </a:p>
                  </a:txBody>
                  <a:tcPr marL="103552" marR="103552" marT="51776" marB="103552" anchor="ctr"/>
                </a:tc>
                <a:tc>
                  <a:txBody>
                    <a:bodyPr/>
                    <a:lstStyle/>
                    <a:p>
                      <a:pPr algn="r">
                        <a:buNone/>
                      </a:pPr>
                      <a:r>
                        <a:rPr lang="en-US" sz="1800" cap="none" spc="0">
                          <a:solidFill>
                            <a:schemeClr val="tx1"/>
                          </a:solidFill>
                        </a:rPr>
                        <a:t>2 (0.50)</a:t>
                      </a:r>
                    </a:p>
                  </a:txBody>
                  <a:tcPr marL="103552" marR="103552" marT="51776" marB="103552" anchor="ctr"/>
                </a:tc>
                <a:extLst>
                  <a:ext uri="{0D108BD9-81ED-4DB2-BD59-A6C34878D82A}">
                    <a16:rowId xmlns:a16="http://schemas.microsoft.com/office/drawing/2014/main" val="1768098468"/>
                  </a:ext>
                </a:extLst>
              </a:tr>
              <a:tr h="472888">
                <a:tc>
                  <a:txBody>
                    <a:bodyPr/>
                    <a:lstStyle/>
                    <a:p>
                      <a:pPr>
                        <a:buNone/>
                      </a:pPr>
                      <a:r>
                        <a:rPr lang="en-US" sz="1800" cap="none" spc="0" err="1">
                          <a:solidFill>
                            <a:schemeClr val="tx1"/>
                          </a:solidFill>
                        </a:rPr>
                        <a:t>Escalabilidad</a:t>
                      </a:r>
                      <a:r>
                        <a:rPr lang="en-US" sz="1800" cap="none" spc="0">
                          <a:solidFill>
                            <a:schemeClr val="tx1"/>
                          </a:solidFill>
                        </a:rPr>
                        <a:t> horizontal</a:t>
                      </a:r>
                    </a:p>
                  </a:txBody>
                  <a:tcPr marL="103552" marR="103552" marT="51776" marB="103552" anchor="ctr"/>
                </a:tc>
                <a:tc>
                  <a:txBody>
                    <a:bodyPr/>
                    <a:lstStyle/>
                    <a:p>
                      <a:pPr algn="r">
                        <a:buNone/>
                      </a:pPr>
                      <a:r>
                        <a:rPr lang="en-US" sz="1800" cap="none" spc="0">
                          <a:solidFill>
                            <a:schemeClr val="tx1"/>
                          </a:solidFill>
                        </a:rPr>
                        <a:t>20%</a:t>
                      </a:r>
                    </a:p>
                  </a:txBody>
                  <a:tcPr marL="103552" marR="103552" marT="51776" marB="103552" anchor="ctr"/>
                </a:tc>
                <a:tc>
                  <a:txBody>
                    <a:bodyPr/>
                    <a:lstStyle/>
                    <a:p>
                      <a:pPr algn="r">
                        <a:buNone/>
                      </a:pPr>
                      <a:r>
                        <a:rPr lang="en-US" sz="1800" cap="none" spc="0">
                          <a:solidFill>
                            <a:schemeClr val="tx1"/>
                          </a:solidFill>
                        </a:rPr>
                        <a:t>4 (0.80)</a:t>
                      </a:r>
                    </a:p>
                  </a:txBody>
                  <a:tcPr marL="103552" marR="103552" marT="51776" marB="103552" anchor="ctr"/>
                </a:tc>
                <a:tc>
                  <a:txBody>
                    <a:bodyPr/>
                    <a:lstStyle/>
                    <a:p>
                      <a:pPr algn="r">
                        <a:buNone/>
                      </a:pPr>
                      <a:r>
                        <a:rPr lang="en-US" sz="1800" cap="none" spc="0">
                          <a:solidFill>
                            <a:schemeClr val="tx1"/>
                          </a:solidFill>
                        </a:rPr>
                        <a:t>5 (1.00)</a:t>
                      </a:r>
                    </a:p>
                  </a:txBody>
                  <a:tcPr marL="103552" marR="103552" marT="51776" marB="103552" anchor="ctr"/>
                </a:tc>
                <a:tc>
                  <a:txBody>
                    <a:bodyPr/>
                    <a:lstStyle/>
                    <a:p>
                      <a:pPr algn="r">
                        <a:buNone/>
                      </a:pPr>
                      <a:r>
                        <a:rPr lang="en-US" sz="1800" cap="none" spc="0">
                          <a:solidFill>
                            <a:schemeClr val="tx1"/>
                          </a:solidFill>
                        </a:rPr>
                        <a:t>3 (0.60)</a:t>
                      </a:r>
                    </a:p>
                  </a:txBody>
                  <a:tcPr marL="103552" marR="103552" marT="51776" marB="103552" anchor="ctr"/>
                </a:tc>
                <a:tc>
                  <a:txBody>
                    <a:bodyPr/>
                    <a:lstStyle/>
                    <a:p>
                      <a:pPr algn="r">
                        <a:buNone/>
                      </a:pPr>
                      <a:r>
                        <a:rPr lang="en-US" sz="1800" cap="none" spc="0">
                          <a:solidFill>
                            <a:schemeClr val="tx1"/>
                          </a:solidFill>
                        </a:rPr>
                        <a:t>5 (1.00)</a:t>
                      </a:r>
                    </a:p>
                  </a:txBody>
                  <a:tcPr marL="103552" marR="103552" marT="51776" marB="103552" anchor="ctr"/>
                </a:tc>
                <a:extLst>
                  <a:ext uri="{0D108BD9-81ED-4DB2-BD59-A6C34878D82A}">
                    <a16:rowId xmlns:a16="http://schemas.microsoft.com/office/drawing/2014/main" val="3394271495"/>
                  </a:ext>
                </a:extLst>
              </a:tr>
              <a:tr h="472888">
                <a:tc>
                  <a:txBody>
                    <a:bodyPr/>
                    <a:lstStyle/>
                    <a:p>
                      <a:pPr>
                        <a:buNone/>
                      </a:pPr>
                      <a:r>
                        <a:rPr lang="en-US" sz="1800" cap="none" spc="0" err="1">
                          <a:solidFill>
                            <a:schemeClr val="tx1"/>
                          </a:solidFill>
                        </a:rPr>
                        <a:t>Flexibilidad</a:t>
                      </a:r>
                      <a:r>
                        <a:rPr lang="en-US" sz="1800" cap="none" spc="0">
                          <a:solidFill>
                            <a:schemeClr val="tx1"/>
                          </a:solidFill>
                        </a:rPr>
                        <a:t> de </a:t>
                      </a:r>
                      <a:r>
                        <a:rPr lang="en-US" sz="1800" cap="none" spc="0" err="1">
                          <a:solidFill>
                            <a:schemeClr val="tx1"/>
                          </a:solidFill>
                        </a:rPr>
                        <a:t>esquema</a:t>
                      </a:r>
                      <a:endParaRPr lang="en-US" sz="1800" cap="none" spc="0">
                        <a:solidFill>
                          <a:schemeClr val="tx1"/>
                        </a:solidFill>
                      </a:endParaRPr>
                    </a:p>
                  </a:txBody>
                  <a:tcPr marL="103552" marR="103552" marT="51776" marB="103552" anchor="ctr"/>
                </a:tc>
                <a:tc>
                  <a:txBody>
                    <a:bodyPr/>
                    <a:lstStyle/>
                    <a:p>
                      <a:pPr algn="r">
                        <a:buNone/>
                      </a:pPr>
                      <a:r>
                        <a:rPr lang="en-US" sz="1800" cap="none" spc="0">
                          <a:solidFill>
                            <a:schemeClr val="tx1"/>
                          </a:solidFill>
                        </a:rPr>
                        <a:t>15%</a:t>
                      </a:r>
                    </a:p>
                  </a:txBody>
                  <a:tcPr marL="103552" marR="103552" marT="51776" marB="103552" anchor="ctr"/>
                </a:tc>
                <a:tc>
                  <a:txBody>
                    <a:bodyPr/>
                    <a:lstStyle/>
                    <a:p>
                      <a:pPr algn="r">
                        <a:buNone/>
                      </a:pPr>
                      <a:r>
                        <a:rPr lang="en-US" sz="1800" cap="none" spc="0">
                          <a:solidFill>
                            <a:schemeClr val="tx1"/>
                          </a:solidFill>
                        </a:rPr>
                        <a:t>4 (0.60)</a:t>
                      </a:r>
                    </a:p>
                  </a:txBody>
                  <a:tcPr marL="103552" marR="103552" marT="51776" marB="103552" anchor="ctr"/>
                </a:tc>
                <a:tc>
                  <a:txBody>
                    <a:bodyPr/>
                    <a:lstStyle/>
                    <a:p>
                      <a:pPr algn="r">
                        <a:buNone/>
                      </a:pPr>
                      <a:r>
                        <a:rPr lang="en-US" sz="1800" cap="none" spc="0">
                          <a:solidFill>
                            <a:schemeClr val="tx1"/>
                          </a:solidFill>
                        </a:rPr>
                        <a:t>5 (0.75)</a:t>
                      </a:r>
                    </a:p>
                  </a:txBody>
                  <a:tcPr marL="103552" marR="103552" marT="51776" marB="103552" anchor="ctr"/>
                </a:tc>
                <a:tc>
                  <a:txBody>
                    <a:bodyPr/>
                    <a:lstStyle/>
                    <a:p>
                      <a:pPr algn="r">
                        <a:buNone/>
                      </a:pPr>
                      <a:r>
                        <a:rPr lang="en-US" sz="1800" cap="none" spc="0">
                          <a:solidFill>
                            <a:schemeClr val="tx1"/>
                          </a:solidFill>
                        </a:rPr>
                        <a:t>3 (0.45)</a:t>
                      </a:r>
                    </a:p>
                  </a:txBody>
                  <a:tcPr marL="103552" marR="103552" marT="51776" marB="103552" anchor="ctr"/>
                </a:tc>
                <a:tc>
                  <a:txBody>
                    <a:bodyPr/>
                    <a:lstStyle/>
                    <a:p>
                      <a:pPr algn="r">
                        <a:buNone/>
                      </a:pPr>
                      <a:r>
                        <a:rPr lang="en-US" sz="1800" cap="none" spc="0">
                          <a:solidFill>
                            <a:schemeClr val="tx1"/>
                          </a:solidFill>
                        </a:rPr>
                        <a:t>4 (0.60)</a:t>
                      </a:r>
                    </a:p>
                  </a:txBody>
                  <a:tcPr marL="103552" marR="103552" marT="51776" marB="103552" anchor="ctr"/>
                </a:tc>
                <a:extLst>
                  <a:ext uri="{0D108BD9-81ED-4DB2-BD59-A6C34878D82A}">
                    <a16:rowId xmlns:a16="http://schemas.microsoft.com/office/drawing/2014/main" val="1339144514"/>
                  </a:ext>
                </a:extLst>
              </a:tr>
              <a:tr h="472888">
                <a:tc>
                  <a:txBody>
                    <a:bodyPr/>
                    <a:lstStyle/>
                    <a:p>
                      <a:pPr>
                        <a:buNone/>
                      </a:pPr>
                      <a:r>
                        <a:rPr lang="en-US" sz="1800" cap="none" spc="0">
                          <a:solidFill>
                            <a:schemeClr val="tx1"/>
                          </a:solidFill>
                        </a:rPr>
                        <a:t>Costo y </a:t>
                      </a:r>
                      <a:r>
                        <a:rPr lang="en-US" sz="1800" cap="none" spc="0" err="1">
                          <a:solidFill>
                            <a:schemeClr val="tx1"/>
                          </a:solidFill>
                        </a:rPr>
                        <a:t>facilidad</a:t>
                      </a:r>
                      <a:r>
                        <a:rPr lang="en-US" sz="1800" cap="none" spc="0">
                          <a:solidFill>
                            <a:schemeClr val="tx1"/>
                          </a:solidFill>
                        </a:rPr>
                        <a:t> </a:t>
                      </a:r>
                      <a:r>
                        <a:rPr lang="en-US" sz="1800" cap="none" spc="0" err="1">
                          <a:solidFill>
                            <a:schemeClr val="tx1"/>
                          </a:solidFill>
                        </a:rPr>
                        <a:t>operativa</a:t>
                      </a:r>
                      <a:endParaRPr lang="en-US" sz="1800" cap="none" spc="0">
                        <a:solidFill>
                          <a:schemeClr val="tx1"/>
                        </a:solidFill>
                      </a:endParaRPr>
                    </a:p>
                  </a:txBody>
                  <a:tcPr marL="103552" marR="103552" marT="51776" marB="103552" anchor="ctr"/>
                </a:tc>
                <a:tc>
                  <a:txBody>
                    <a:bodyPr/>
                    <a:lstStyle/>
                    <a:p>
                      <a:pPr algn="r">
                        <a:buNone/>
                      </a:pPr>
                      <a:r>
                        <a:rPr lang="en-US" sz="1800" cap="none" spc="0">
                          <a:solidFill>
                            <a:schemeClr val="tx1"/>
                          </a:solidFill>
                        </a:rPr>
                        <a:t>10%</a:t>
                      </a:r>
                    </a:p>
                  </a:txBody>
                  <a:tcPr marL="103552" marR="103552" marT="51776" marB="103552" anchor="ctr"/>
                </a:tc>
                <a:tc>
                  <a:txBody>
                    <a:bodyPr/>
                    <a:lstStyle/>
                    <a:p>
                      <a:pPr algn="r">
                        <a:buNone/>
                      </a:pPr>
                      <a:r>
                        <a:rPr lang="en-US" sz="1800" cap="none" spc="0">
                          <a:solidFill>
                            <a:schemeClr val="tx1"/>
                          </a:solidFill>
                        </a:rPr>
                        <a:t>5 (0.50)</a:t>
                      </a:r>
                    </a:p>
                  </a:txBody>
                  <a:tcPr marL="103552" marR="103552" marT="51776" marB="103552" anchor="ctr"/>
                </a:tc>
                <a:tc>
                  <a:txBody>
                    <a:bodyPr/>
                    <a:lstStyle/>
                    <a:p>
                      <a:pPr algn="r">
                        <a:buNone/>
                      </a:pPr>
                      <a:r>
                        <a:rPr lang="en-US" sz="1800" cap="none" spc="0">
                          <a:solidFill>
                            <a:schemeClr val="tx1"/>
                          </a:solidFill>
                        </a:rPr>
                        <a:t>4 (0.40)</a:t>
                      </a:r>
                    </a:p>
                  </a:txBody>
                  <a:tcPr marL="103552" marR="103552" marT="51776" marB="103552" anchor="ctr"/>
                </a:tc>
                <a:tc>
                  <a:txBody>
                    <a:bodyPr/>
                    <a:lstStyle/>
                    <a:p>
                      <a:pPr algn="r">
                        <a:buNone/>
                      </a:pPr>
                      <a:r>
                        <a:rPr lang="en-US" sz="1800" cap="none" spc="0">
                          <a:solidFill>
                            <a:schemeClr val="tx1"/>
                          </a:solidFill>
                        </a:rPr>
                        <a:t>2 (0.20)</a:t>
                      </a:r>
                    </a:p>
                  </a:txBody>
                  <a:tcPr marL="103552" marR="103552" marT="51776" marB="103552" anchor="ctr"/>
                </a:tc>
                <a:tc>
                  <a:txBody>
                    <a:bodyPr/>
                    <a:lstStyle/>
                    <a:p>
                      <a:pPr algn="r">
                        <a:buNone/>
                      </a:pPr>
                      <a:r>
                        <a:rPr lang="en-US" sz="1800" cap="none" spc="0">
                          <a:solidFill>
                            <a:schemeClr val="tx1"/>
                          </a:solidFill>
                        </a:rPr>
                        <a:t>3 (0.30)</a:t>
                      </a:r>
                    </a:p>
                  </a:txBody>
                  <a:tcPr marL="103552" marR="103552" marT="51776" marB="103552" anchor="ctr"/>
                </a:tc>
                <a:extLst>
                  <a:ext uri="{0D108BD9-81ED-4DB2-BD59-A6C34878D82A}">
                    <a16:rowId xmlns:a16="http://schemas.microsoft.com/office/drawing/2014/main" val="1381632038"/>
                  </a:ext>
                </a:extLst>
              </a:tr>
              <a:tr h="472888">
                <a:tc>
                  <a:txBody>
                    <a:bodyPr/>
                    <a:lstStyle/>
                    <a:p>
                      <a:pPr>
                        <a:buNone/>
                      </a:pPr>
                      <a:r>
                        <a:rPr lang="en-US" sz="1800" cap="none" spc="0">
                          <a:solidFill>
                            <a:schemeClr val="tx1"/>
                          </a:solidFill>
                        </a:rPr>
                        <a:t>TOTAL</a:t>
                      </a:r>
                    </a:p>
                  </a:txBody>
                  <a:tcPr marL="103552" marR="103552" marT="51776" marB="103552" anchor="ctr"/>
                </a:tc>
                <a:tc>
                  <a:txBody>
                    <a:bodyPr/>
                    <a:lstStyle/>
                    <a:p>
                      <a:pPr algn="r">
                        <a:buNone/>
                      </a:pPr>
                      <a:r>
                        <a:rPr lang="en-US" sz="1800" cap="none" spc="0">
                          <a:solidFill>
                            <a:schemeClr val="tx1"/>
                          </a:solidFill>
                        </a:rPr>
                        <a:t>100%</a:t>
                      </a:r>
                    </a:p>
                  </a:txBody>
                  <a:tcPr marL="103552" marR="103552" marT="51776" marB="103552" anchor="ctr"/>
                </a:tc>
                <a:tc>
                  <a:txBody>
                    <a:bodyPr/>
                    <a:lstStyle/>
                    <a:p>
                      <a:pPr algn="r">
                        <a:buNone/>
                      </a:pPr>
                      <a:r>
                        <a:rPr lang="en-US" sz="1800" cap="none" spc="0">
                          <a:solidFill>
                            <a:schemeClr val="tx1"/>
                          </a:solidFill>
                        </a:rPr>
                        <a:t>4.65</a:t>
                      </a:r>
                    </a:p>
                  </a:txBody>
                  <a:tcPr marL="103552" marR="103552" marT="51776" marB="103552" anchor="ctr"/>
                </a:tc>
                <a:tc>
                  <a:txBody>
                    <a:bodyPr/>
                    <a:lstStyle/>
                    <a:p>
                      <a:pPr algn="r">
                        <a:buNone/>
                      </a:pPr>
                      <a:r>
                        <a:rPr lang="en-US" sz="1800" cap="none" spc="0">
                          <a:solidFill>
                            <a:schemeClr val="tx1"/>
                          </a:solidFill>
                        </a:rPr>
                        <a:t>3.80</a:t>
                      </a:r>
                    </a:p>
                  </a:txBody>
                  <a:tcPr marL="103552" marR="103552" marT="51776" marB="103552" anchor="ctr"/>
                </a:tc>
                <a:tc>
                  <a:txBody>
                    <a:bodyPr/>
                    <a:lstStyle/>
                    <a:p>
                      <a:pPr lvl="0" algn="r">
                        <a:buNone/>
                      </a:pPr>
                      <a:r>
                        <a:rPr lang="en-US" sz="1800" cap="none" spc="0">
                          <a:solidFill>
                            <a:schemeClr val="tx1"/>
                          </a:solidFill>
                        </a:rPr>
                        <a:t>3.75</a:t>
                      </a:r>
                      <a:endParaRPr lang="en-US" sz="1200"/>
                    </a:p>
                  </a:txBody>
                  <a:tcPr marL="103552" marR="103552" marT="51776" marB="103552" anchor="ctr"/>
                </a:tc>
                <a:tc>
                  <a:txBody>
                    <a:bodyPr/>
                    <a:lstStyle/>
                    <a:p>
                      <a:pPr algn="r">
                        <a:buNone/>
                      </a:pPr>
                      <a:r>
                        <a:rPr lang="en-US" sz="1800" cap="none" spc="0">
                          <a:solidFill>
                            <a:schemeClr val="tx1"/>
                          </a:solidFill>
                        </a:rPr>
                        <a:t>3.00</a:t>
                      </a:r>
                    </a:p>
                  </a:txBody>
                  <a:tcPr marL="103552" marR="103552" marT="51776" marB="103552" anchor="ctr"/>
                </a:tc>
                <a:extLst>
                  <a:ext uri="{0D108BD9-81ED-4DB2-BD59-A6C34878D82A}">
                    <a16:rowId xmlns:a16="http://schemas.microsoft.com/office/drawing/2014/main" val="712604081"/>
                  </a:ext>
                </a:extLst>
              </a:tr>
            </a:tbl>
          </a:graphicData>
        </a:graphic>
      </p:graphicFrame>
      <p:sp>
        <p:nvSpPr>
          <p:cNvPr id="16" name="TextBox 15">
            <a:extLst>
              <a:ext uri="{FF2B5EF4-FFF2-40B4-BE49-F238E27FC236}">
                <a16:creationId xmlns:a16="http://schemas.microsoft.com/office/drawing/2014/main" id="{54985F23-25C7-2466-61E6-924E4AC20F4B}"/>
              </a:ext>
            </a:extLst>
          </p:cNvPr>
          <p:cNvSpPr txBox="1"/>
          <p:nvPr/>
        </p:nvSpPr>
        <p:spPr>
          <a:xfrm>
            <a:off x="848265" y="6117566"/>
            <a:ext cx="8338867" cy="677108"/>
          </a:xfrm>
          <a:prstGeom prst="rect">
            <a:avLst/>
          </a:prstGeom>
          <a:noFill/>
        </p:spPr>
        <p:txBody>
          <a:bodyPr rot="0" spcFirstLastPara="0" vertOverflow="overflow" horzOverflow="overflow" vert="horz" wrap="square" lIns="60960" tIns="30480" rIns="60960" bIns="30480" numCol="1" spcCol="0" rtlCol="0" fromWordArt="0" anchor="t" anchorCtr="0" forceAA="0" compatLnSpc="1">
            <a:prstTxWarp prst="textNoShape">
              <a:avLst/>
            </a:prstTxWarp>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1600" b="1" err="1"/>
              <a:t>Conclusión</a:t>
            </a:r>
            <a:r>
              <a:rPr lang="en-US" sz="1600" b="1"/>
              <a:t>:</a:t>
            </a:r>
            <a:r>
              <a:rPr lang="en-US" sz="1600"/>
              <a:t> PostgreSQL se </a:t>
            </a:r>
            <a:r>
              <a:rPr lang="en-US" sz="1600" err="1"/>
              <a:t>usa</a:t>
            </a:r>
            <a:r>
              <a:rPr lang="en-US" sz="1600"/>
              <a:t> </a:t>
            </a:r>
            <a:r>
              <a:rPr lang="en-US" sz="1600" err="1"/>
              <a:t>como</a:t>
            </a:r>
            <a:r>
              <a:rPr lang="en-US" sz="1600"/>
              <a:t> base principal </a:t>
            </a:r>
            <a:r>
              <a:rPr lang="en-US" sz="1600" err="1"/>
              <a:t>por</a:t>
            </a:r>
            <a:r>
              <a:rPr lang="en-US" sz="1600"/>
              <a:t> </a:t>
            </a:r>
            <a:r>
              <a:rPr lang="en-US" sz="1600" err="1"/>
              <a:t>consistencia</a:t>
            </a:r>
            <a:r>
              <a:rPr lang="en-US" sz="1600"/>
              <a:t> y </a:t>
            </a:r>
            <a:r>
              <a:rPr lang="en-US" sz="1600" err="1"/>
              <a:t>analítica</a:t>
            </a:r>
            <a:r>
              <a:rPr lang="en-US" sz="1600"/>
              <a:t>; MongoDB </a:t>
            </a:r>
            <a:r>
              <a:rPr lang="en-US" sz="1600" err="1"/>
              <a:t>como</a:t>
            </a:r>
            <a:r>
              <a:rPr lang="en-US" sz="1600"/>
              <a:t> </a:t>
            </a:r>
            <a:r>
              <a:rPr lang="en-US" sz="1600" err="1"/>
              <a:t>complemento</a:t>
            </a:r>
            <a:r>
              <a:rPr lang="en-US" sz="1600"/>
              <a:t> para </a:t>
            </a:r>
            <a:r>
              <a:rPr lang="en-US" sz="1600" err="1"/>
              <a:t>transcripciones</a:t>
            </a:r>
            <a:r>
              <a:rPr lang="en-US" sz="1600"/>
              <a:t> y </a:t>
            </a:r>
            <a:r>
              <a:rPr lang="en-US" sz="1600" err="1"/>
              <a:t>datos</a:t>
            </a:r>
            <a:r>
              <a:rPr lang="en-US" sz="1600"/>
              <a:t> no </a:t>
            </a:r>
            <a:r>
              <a:rPr lang="en-US" sz="1600" err="1"/>
              <a:t>estructurados</a:t>
            </a:r>
            <a:r>
              <a:rPr lang="en-US" sz="1600"/>
              <a:t>. </a:t>
            </a:r>
            <a:endParaRPr lang="en-US" sz="1600">
              <a:ea typeface="Calibri"/>
              <a:cs typeface="Calibri"/>
            </a:endParaRPr>
          </a:p>
          <a:p>
            <a:pPr algn="ctr"/>
            <a:endParaRPr lang="en-US" sz="800"/>
          </a:p>
        </p:txBody>
      </p:sp>
      <p:sp>
        <p:nvSpPr>
          <p:cNvPr id="4" name="Rectangle 3">
            <a:extLst>
              <a:ext uri="{FF2B5EF4-FFF2-40B4-BE49-F238E27FC236}">
                <a16:creationId xmlns:a16="http://schemas.microsoft.com/office/drawing/2014/main" id="{5CD5A24C-8BB6-78B4-14BE-3C5B3218CA2F}"/>
              </a:ext>
            </a:extLst>
          </p:cNvPr>
          <p:cNvSpPr/>
          <p:nvPr/>
        </p:nvSpPr>
        <p:spPr>
          <a:xfrm>
            <a:off x="5017714" y="2299693"/>
            <a:ext cx="1521791" cy="3584713"/>
          </a:xfrm>
          <a:prstGeom prst="rect">
            <a:avLst/>
          </a:prstGeom>
          <a:solidFill>
            <a:srgbClr val="FFE699">
              <a:alpha val="3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01061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E8F3BC-C56D-7821-F952-9B2BA725DCD9}"/>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spcBef>
                <a:spcPct val="0"/>
              </a:spcBef>
            </a:pPr>
            <a:r>
              <a:rPr lang="en-US" sz="3600" kern="1200">
                <a:solidFill>
                  <a:srgbClr val="FFFFFF"/>
                </a:solidFill>
                <a:latin typeface="+mj-lt"/>
                <a:ea typeface="+mj-ea"/>
                <a:cs typeface="+mj-cs"/>
              </a:rPr>
              <a:t>PIPELINE</a:t>
            </a:r>
          </a:p>
        </p:txBody>
      </p:sp>
      <p:pic>
        <p:nvPicPr>
          <p:cNvPr id="4" name="Picture 3" descr="A diagram of a software&#10;&#10;AI-generated content may be incorrect.">
            <a:extLst>
              <a:ext uri="{FF2B5EF4-FFF2-40B4-BE49-F238E27FC236}">
                <a16:creationId xmlns:a16="http://schemas.microsoft.com/office/drawing/2014/main" id="{8A2A76A6-4233-9B06-E17C-B4EC06A5A9C7}"/>
              </a:ext>
            </a:extLst>
          </p:cNvPr>
          <p:cNvPicPr>
            <a:picLocks noChangeAspect="1"/>
          </p:cNvPicPr>
          <p:nvPr/>
        </p:nvPicPr>
        <p:blipFill>
          <a:blip r:embed="rId2"/>
          <a:stretch>
            <a:fillRect/>
          </a:stretch>
        </p:blipFill>
        <p:spPr>
          <a:xfrm>
            <a:off x="5373135" y="2060"/>
            <a:ext cx="6097061" cy="7146189"/>
          </a:xfrm>
          <a:prstGeom prst="rect">
            <a:avLst/>
          </a:prstGeom>
        </p:spPr>
      </p:pic>
    </p:spTree>
    <p:extLst>
      <p:ext uri="{BB962C8B-B14F-4D97-AF65-F5344CB8AC3E}">
        <p14:creationId xmlns:p14="http://schemas.microsoft.com/office/powerpoint/2010/main" val="6694959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A diagram of a computer&#10;&#10;AI-generated content may be incorrect.">
            <a:extLst>
              <a:ext uri="{FF2B5EF4-FFF2-40B4-BE49-F238E27FC236}">
                <a16:creationId xmlns:a16="http://schemas.microsoft.com/office/drawing/2014/main" id="{2628D567-5C89-13C8-D6ED-10FC98C61A76}"/>
              </a:ext>
            </a:extLst>
          </p:cNvPr>
          <p:cNvPicPr>
            <a:picLocks noChangeAspect="1"/>
          </p:cNvPicPr>
          <p:nvPr/>
        </p:nvPicPr>
        <p:blipFill>
          <a:blip r:embed="rId2"/>
          <a:stretch>
            <a:fillRect/>
          </a:stretch>
        </p:blipFill>
        <p:spPr>
          <a:xfrm>
            <a:off x="93145" y="3450"/>
            <a:ext cx="12103092" cy="6844390"/>
          </a:xfrm>
          <a:prstGeom prst="rect">
            <a:avLst/>
          </a:prstGeom>
        </p:spPr>
      </p:pic>
    </p:spTree>
    <p:extLst>
      <p:ext uri="{BB962C8B-B14F-4D97-AF65-F5344CB8AC3E}">
        <p14:creationId xmlns:p14="http://schemas.microsoft.com/office/powerpoint/2010/main" val="20661027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2C86E-1E89-553D-BBF9-CEF1E637F4A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EF3A705-3564-7B31-F1C7-9B974ED9FDCC}"/>
              </a:ext>
            </a:extLst>
          </p:cNvPr>
          <p:cNvSpPr txBox="1"/>
          <p:nvPr/>
        </p:nvSpPr>
        <p:spPr>
          <a:xfrm>
            <a:off x="1733826" y="160130"/>
            <a:ext cx="870226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PE" sz="4000">
                <a:solidFill>
                  <a:srgbClr val="50BCE2"/>
                </a:solidFill>
              </a:rPr>
              <a:t>ARQUITECTURA FISICA</a:t>
            </a:r>
          </a:p>
        </p:txBody>
      </p:sp>
      <p:pic>
        <p:nvPicPr>
          <p:cNvPr id="2" name="Picture 1">
            <a:extLst>
              <a:ext uri="{FF2B5EF4-FFF2-40B4-BE49-F238E27FC236}">
                <a16:creationId xmlns:a16="http://schemas.microsoft.com/office/drawing/2014/main" id="{5AFB0137-BA72-72E9-A437-CA4E6B11FA43}"/>
              </a:ext>
            </a:extLst>
          </p:cNvPr>
          <p:cNvPicPr>
            <a:picLocks noChangeAspect="1"/>
          </p:cNvPicPr>
          <p:nvPr/>
        </p:nvPicPr>
        <p:blipFill>
          <a:blip r:embed="rId2"/>
          <a:stretch>
            <a:fillRect/>
          </a:stretch>
        </p:blipFill>
        <p:spPr>
          <a:xfrm>
            <a:off x="1351417" y="866383"/>
            <a:ext cx="9917138" cy="5751535"/>
          </a:xfrm>
          <a:prstGeom prst="rect">
            <a:avLst/>
          </a:prstGeom>
        </p:spPr>
      </p:pic>
    </p:spTree>
    <p:extLst>
      <p:ext uri="{BB962C8B-B14F-4D97-AF65-F5344CB8AC3E}">
        <p14:creationId xmlns:p14="http://schemas.microsoft.com/office/powerpoint/2010/main" val="33086433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Isosceles Triangle 3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Isosceles Triangle 3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able 8">
            <a:extLst>
              <a:ext uri="{FF2B5EF4-FFF2-40B4-BE49-F238E27FC236}">
                <a16:creationId xmlns:a16="http://schemas.microsoft.com/office/drawing/2014/main" id="{84228D27-A484-7359-3A1D-F549D42A6F1C}"/>
              </a:ext>
            </a:extLst>
          </p:cNvPr>
          <p:cNvGraphicFramePr>
            <a:graphicFrameLocks noGrp="1"/>
          </p:cNvGraphicFramePr>
          <p:nvPr>
            <p:extLst>
              <p:ext uri="{D42A27DB-BD31-4B8C-83A1-F6EECF244321}">
                <p14:modId xmlns:p14="http://schemas.microsoft.com/office/powerpoint/2010/main" val="1686592405"/>
              </p:ext>
            </p:extLst>
          </p:nvPr>
        </p:nvGraphicFramePr>
        <p:xfrm>
          <a:off x="643467" y="1200736"/>
          <a:ext cx="10905065" cy="5502331"/>
        </p:xfrm>
        <a:graphic>
          <a:graphicData uri="http://schemas.openxmlformats.org/drawingml/2006/table">
            <a:tbl>
              <a:tblPr firstRow="1" bandRow="1">
                <a:noFill/>
                <a:tableStyleId>{1B096223-E9DC-4BD4-AE9C-A27518112985}</a:tableStyleId>
              </a:tblPr>
              <a:tblGrid>
                <a:gridCol w="2454780">
                  <a:extLst>
                    <a:ext uri="{9D8B030D-6E8A-4147-A177-3AD203B41FA5}">
                      <a16:colId xmlns:a16="http://schemas.microsoft.com/office/drawing/2014/main" val="2844216722"/>
                    </a:ext>
                  </a:extLst>
                </a:gridCol>
                <a:gridCol w="5671038">
                  <a:extLst>
                    <a:ext uri="{9D8B030D-6E8A-4147-A177-3AD203B41FA5}">
                      <a16:colId xmlns:a16="http://schemas.microsoft.com/office/drawing/2014/main" val="1111136042"/>
                    </a:ext>
                  </a:extLst>
                </a:gridCol>
                <a:gridCol w="995218">
                  <a:extLst>
                    <a:ext uri="{9D8B030D-6E8A-4147-A177-3AD203B41FA5}">
                      <a16:colId xmlns:a16="http://schemas.microsoft.com/office/drawing/2014/main" val="2468553992"/>
                    </a:ext>
                  </a:extLst>
                </a:gridCol>
                <a:gridCol w="1005515">
                  <a:extLst>
                    <a:ext uri="{9D8B030D-6E8A-4147-A177-3AD203B41FA5}">
                      <a16:colId xmlns:a16="http://schemas.microsoft.com/office/drawing/2014/main" val="3328730551"/>
                    </a:ext>
                  </a:extLst>
                </a:gridCol>
                <a:gridCol w="778514">
                  <a:extLst>
                    <a:ext uri="{9D8B030D-6E8A-4147-A177-3AD203B41FA5}">
                      <a16:colId xmlns:a16="http://schemas.microsoft.com/office/drawing/2014/main" val="382653052"/>
                    </a:ext>
                  </a:extLst>
                </a:gridCol>
              </a:tblGrid>
              <a:tr h="425579">
                <a:tc>
                  <a:txBody>
                    <a:bodyPr/>
                    <a:lstStyle/>
                    <a:p>
                      <a:pPr>
                        <a:buNone/>
                      </a:pPr>
                      <a:r>
                        <a:rPr lang="en-US" sz="1300" err="1">
                          <a:solidFill>
                            <a:schemeClr val="tx1">
                              <a:lumMod val="75000"/>
                              <a:lumOff val="25000"/>
                            </a:schemeClr>
                          </a:solidFill>
                        </a:rPr>
                        <a:t>Épica</a:t>
                      </a:r>
                      <a:endParaRPr lang="en-US" sz="1300">
                        <a:solidFill>
                          <a:schemeClr val="tx1">
                            <a:lumMod val="75000"/>
                            <a:lumOff val="25000"/>
                          </a:schemeClr>
                        </a:solidFill>
                      </a:endParaRPr>
                    </a:p>
                  </a:txBody>
                  <a:tcPr marL="153490" marR="92094" marT="92094" marB="92094" anchor="ctr">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buNone/>
                      </a:pPr>
                      <a:r>
                        <a:rPr lang="en-US" sz="1300" err="1">
                          <a:solidFill>
                            <a:schemeClr val="tx1">
                              <a:lumMod val="75000"/>
                              <a:lumOff val="25000"/>
                            </a:schemeClr>
                          </a:solidFill>
                        </a:rPr>
                        <a:t>Criterios</a:t>
                      </a:r>
                      <a:r>
                        <a:rPr lang="en-US" sz="1300">
                          <a:solidFill>
                            <a:schemeClr val="tx1">
                              <a:lumMod val="75000"/>
                              <a:lumOff val="25000"/>
                            </a:schemeClr>
                          </a:solidFill>
                        </a:rPr>
                        <a:t> de </a:t>
                      </a:r>
                      <a:r>
                        <a:rPr lang="en-US" sz="1300" err="1">
                          <a:solidFill>
                            <a:schemeClr val="tx1">
                              <a:lumMod val="75000"/>
                              <a:lumOff val="25000"/>
                            </a:schemeClr>
                          </a:solidFill>
                        </a:rPr>
                        <a:t>Aceptación</a:t>
                      </a:r>
                    </a:p>
                  </a:txBody>
                  <a:tcPr marL="153490" marR="92094" marT="92094" marB="92094" anchor="ctr">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lgn="r">
                        <a:buNone/>
                      </a:pPr>
                      <a:r>
                        <a:rPr lang="en-US" sz="1300">
                          <a:solidFill>
                            <a:schemeClr val="tx1">
                              <a:lumMod val="75000"/>
                              <a:lumOff val="25000"/>
                            </a:schemeClr>
                          </a:solidFill>
                        </a:rPr>
                        <a:t>Story Points</a:t>
                      </a:r>
                    </a:p>
                  </a:txBody>
                  <a:tcPr marL="153490" marR="92094" marT="92094" marB="92094" anchor="ctr">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buNone/>
                      </a:pPr>
                      <a:r>
                        <a:rPr lang="en-US" sz="1300" err="1">
                          <a:solidFill>
                            <a:schemeClr val="tx1">
                              <a:lumMod val="75000"/>
                              <a:lumOff val="25000"/>
                            </a:schemeClr>
                          </a:solidFill>
                        </a:rPr>
                        <a:t>Prioridad</a:t>
                      </a:r>
                      <a:endParaRPr lang="en-US" sz="1300">
                        <a:solidFill>
                          <a:schemeClr val="tx1">
                            <a:lumMod val="75000"/>
                            <a:lumOff val="25000"/>
                          </a:schemeClr>
                        </a:solidFill>
                      </a:endParaRPr>
                    </a:p>
                  </a:txBody>
                  <a:tcPr marL="153490" marR="92094" marT="92094" marB="92094" anchor="ctr">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lgn="r">
                        <a:buNone/>
                      </a:pPr>
                      <a:r>
                        <a:rPr lang="en-US" sz="1300">
                          <a:solidFill>
                            <a:schemeClr val="tx1">
                              <a:lumMod val="75000"/>
                              <a:lumOff val="25000"/>
                            </a:schemeClr>
                          </a:solidFill>
                        </a:rPr>
                        <a:t>Sprint</a:t>
                      </a:r>
                    </a:p>
                  </a:txBody>
                  <a:tcPr marL="153490" marR="92094" marT="92094" marB="92094" anchor="ctr">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extLst>
                  <a:ext uri="{0D108BD9-81ED-4DB2-BD59-A6C34878D82A}">
                    <a16:rowId xmlns:a16="http://schemas.microsoft.com/office/drawing/2014/main" val="2926774098"/>
                  </a:ext>
                </a:extLst>
              </a:tr>
              <a:tr h="1071549">
                <a:tc>
                  <a:txBody>
                    <a:bodyPr/>
                    <a:lstStyle/>
                    <a:p>
                      <a:pPr>
                        <a:buNone/>
                      </a:pPr>
                      <a:r>
                        <a:rPr lang="en-US" sz="1400">
                          <a:solidFill>
                            <a:schemeClr val="tx1">
                              <a:lumMod val="75000"/>
                              <a:lumOff val="25000"/>
                            </a:schemeClr>
                          </a:solidFill>
                        </a:rPr>
                        <a:t>Ingesta y </a:t>
                      </a:r>
                      <a:r>
                        <a:rPr lang="en-US" sz="1400" err="1">
                          <a:solidFill>
                            <a:schemeClr val="tx1">
                              <a:lumMod val="75000"/>
                              <a:lumOff val="25000"/>
                            </a:schemeClr>
                          </a:solidFill>
                        </a:rPr>
                        <a:t>transcripción</a:t>
                      </a:r>
                      <a:r>
                        <a:rPr lang="en-US" sz="1400">
                          <a:solidFill>
                            <a:schemeClr val="tx1">
                              <a:lumMod val="75000"/>
                              <a:lumOff val="25000"/>
                            </a:schemeClr>
                          </a:solidFill>
                        </a:rPr>
                        <a:t> </a:t>
                      </a:r>
                      <a:r>
                        <a:rPr lang="en-US" sz="1400" err="1">
                          <a:solidFill>
                            <a:schemeClr val="tx1">
                              <a:lumMod val="75000"/>
                              <a:lumOff val="25000"/>
                            </a:schemeClr>
                          </a:solidFill>
                        </a:rPr>
                        <a:t>inteligente</a:t>
                      </a:r>
                      <a:r>
                        <a:rPr lang="en-US" sz="1400">
                          <a:solidFill>
                            <a:schemeClr val="tx1">
                              <a:lumMod val="75000"/>
                              <a:lumOff val="25000"/>
                            </a:schemeClr>
                          </a:solidFill>
                        </a:rPr>
                        <a:t> de </a:t>
                      </a:r>
                      <a:r>
                        <a:rPr lang="en-US" sz="1400" err="1">
                          <a:solidFill>
                            <a:schemeClr val="tx1">
                              <a:lumMod val="75000"/>
                              <a:lumOff val="25000"/>
                            </a:schemeClr>
                          </a:solidFill>
                        </a:rPr>
                        <a:t>clases</a:t>
                      </a:r>
                      <a:endParaRPr lang="en-US" sz="1400">
                        <a:solidFill>
                          <a:schemeClr val="tx1">
                            <a:lumMod val="75000"/>
                            <a:lumOff val="25000"/>
                          </a:schemeClr>
                        </a:solidFill>
                      </a:endParaRPr>
                    </a:p>
                  </a:txBody>
                  <a:tcPr marL="153490" marR="79815" marT="79815" marB="79815"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buNone/>
                      </a:pPr>
                      <a:r>
                        <a:rPr lang="en-US" sz="1400" b="1">
                          <a:solidFill>
                            <a:schemeClr val="tx1">
                              <a:lumMod val="75000"/>
                              <a:lumOff val="25000"/>
                            </a:schemeClr>
                          </a:solidFill>
                        </a:rPr>
                        <a:t>Dado</a:t>
                      </a:r>
                      <a:r>
                        <a:rPr lang="en-US" sz="1400">
                          <a:solidFill>
                            <a:schemeClr val="tx1">
                              <a:lumMod val="75000"/>
                              <a:lumOff val="25000"/>
                            </a:schemeClr>
                          </a:solidFill>
                        </a:rPr>
                        <a:t> un </a:t>
                      </a:r>
                      <a:r>
                        <a:rPr lang="en-US" sz="1400" err="1">
                          <a:solidFill>
                            <a:schemeClr val="tx1">
                              <a:lumMod val="75000"/>
                              <a:lumOff val="25000"/>
                            </a:schemeClr>
                          </a:solidFill>
                        </a:rPr>
                        <a:t>archivo</a:t>
                      </a:r>
                      <a:r>
                        <a:rPr lang="en-US" sz="1400">
                          <a:solidFill>
                            <a:schemeClr val="tx1">
                              <a:lumMod val="75000"/>
                              <a:lumOff val="25000"/>
                            </a:schemeClr>
                          </a:solidFill>
                        </a:rPr>
                        <a:t> de audio </a:t>
                      </a:r>
                      <a:r>
                        <a:rPr lang="en-US" sz="1400" err="1">
                          <a:solidFill>
                            <a:schemeClr val="tx1">
                              <a:lumMod val="75000"/>
                              <a:lumOff val="25000"/>
                            </a:schemeClr>
                          </a:solidFill>
                        </a:rPr>
                        <a:t>cargado</a:t>
                      </a:r>
                      <a:r>
                        <a:rPr lang="en-US" sz="1400">
                          <a:solidFill>
                            <a:schemeClr val="tx1">
                              <a:lumMod val="75000"/>
                              <a:lumOff val="25000"/>
                            </a:schemeClr>
                          </a:solidFill>
                        </a:rPr>
                        <a:t> </a:t>
                      </a:r>
                      <a:r>
                        <a:rPr lang="en-US" sz="1400" err="1">
                          <a:solidFill>
                            <a:schemeClr val="tx1">
                              <a:lumMod val="75000"/>
                              <a:lumOff val="25000"/>
                            </a:schemeClr>
                          </a:solidFill>
                        </a:rPr>
                        <a:t>por</a:t>
                      </a:r>
                      <a:r>
                        <a:rPr lang="en-US" sz="1400">
                          <a:solidFill>
                            <a:schemeClr val="tx1">
                              <a:lumMod val="75000"/>
                              <a:lumOff val="25000"/>
                            </a:schemeClr>
                          </a:solidFill>
                        </a:rPr>
                        <a:t> </a:t>
                      </a:r>
                      <a:r>
                        <a:rPr lang="en-US" sz="1400" err="1">
                          <a:solidFill>
                            <a:schemeClr val="tx1">
                              <a:lumMod val="75000"/>
                              <a:lumOff val="25000"/>
                            </a:schemeClr>
                          </a:solidFill>
                        </a:rPr>
                        <a:t>el</a:t>
                      </a:r>
                      <a:r>
                        <a:rPr lang="en-US" sz="1400">
                          <a:solidFill>
                            <a:schemeClr val="tx1">
                              <a:lumMod val="75000"/>
                              <a:lumOff val="25000"/>
                            </a:schemeClr>
                          </a:solidFill>
                        </a:rPr>
                        <a:t> </a:t>
                      </a:r>
                      <a:r>
                        <a:rPr lang="en-US" sz="1400" err="1">
                          <a:solidFill>
                            <a:schemeClr val="tx1">
                              <a:lumMod val="75000"/>
                              <a:lumOff val="25000"/>
                            </a:schemeClr>
                          </a:solidFill>
                        </a:rPr>
                        <a:t>estudiante,</a:t>
                      </a:r>
                      <a:r>
                        <a:rPr lang="en-US" sz="1400" b="1" err="1">
                          <a:solidFill>
                            <a:schemeClr val="tx1">
                              <a:lumMod val="75000"/>
                              <a:lumOff val="25000"/>
                            </a:schemeClr>
                          </a:solidFill>
                        </a:rPr>
                        <a:t>Cuando</a:t>
                      </a:r>
                      <a:r>
                        <a:rPr lang="en-US" sz="1400">
                          <a:solidFill>
                            <a:schemeClr val="tx1">
                              <a:lumMod val="75000"/>
                              <a:lumOff val="25000"/>
                            </a:schemeClr>
                          </a:solidFill>
                        </a:rPr>
                        <a:t> </a:t>
                      </a:r>
                      <a:r>
                        <a:rPr lang="en-US" sz="1400" err="1">
                          <a:solidFill>
                            <a:schemeClr val="tx1">
                              <a:lumMod val="75000"/>
                              <a:lumOff val="25000"/>
                            </a:schemeClr>
                          </a:solidFill>
                        </a:rPr>
                        <a:t>el</a:t>
                      </a:r>
                      <a:r>
                        <a:rPr lang="en-US" sz="1400">
                          <a:solidFill>
                            <a:schemeClr val="tx1">
                              <a:lumMod val="75000"/>
                              <a:lumOff val="25000"/>
                            </a:schemeClr>
                          </a:solidFill>
                        </a:rPr>
                        <a:t> backend </a:t>
                      </a:r>
                      <a:r>
                        <a:rPr lang="en-US" sz="1400" err="1">
                          <a:solidFill>
                            <a:schemeClr val="tx1">
                              <a:lumMod val="75000"/>
                              <a:lumOff val="25000"/>
                            </a:schemeClr>
                          </a:solidFill>
                        </a:rPr>
                        <a:t>procesa</a:t>
                      </a:r>
                      <a:r>
                        <a:rPr lang="en-US" sz="1400">
                          <a:solidFill>
                            <a:schemeClr val="tx1">
                              <a:lumMod val="75000"/>
                              <a:lumOff val="25000"/>
                            </a:schemeClr>
                          </a:solidFill>
                        </a:rPr>
                        <a:t> </a:t>
                      </a:r>
                      <a:r>
                        <a:rPr lang="en-US" sz="1400" err="1">
                          <a:solidFill>
                            <a:schemeClr val="tx1">
                              <a:lumMod val="75000"/>
                              <a:lumOff val="25000"/>
                            </a:schemeClr>
                          </a:solidFill>
                        </a:rPr>
                        <a:t>el</a:t>
                      </a:r>
                      <a:r>
                        <a:rPr lang="en-US" sz="1400">
                          <a:solidFill>
                            <a:schemeClr val="tx1">
                              <a:lumMod val="75000"/>
                              <a:lumOff val="25000"/>
                            </a:schemeClr>
                          </a:solidFill>
                        </a:rPr>
                        <a:t> </a:t>
                      </a:r>
                      <a:r>
                        <a:rPr lang="en-US" sz="1400" err="1">
                          <a:solidFill>
                            <a:schemeClr val="tx1">
                              <a:lumMod val="75000"/>
                              <a:lumOff val="25000"/>
                            </a:schemeClr>
                          </a:solidFill>
                        </a:rPr>
                        <a:t>archivo</a:t>
                      </a:r>
                      <a:r>
                        <a:rPr lang="en-US" sz="1400">
                          <a:solidFill>
                            <a:schemeClr val="tx1">
                              <a:lumMod val="75000"/>
                              <a:lumOff val="25000"/>
                            </a:schemeClr>
                          </a:solidFill>
                        </a:rPr>
                        <a:t> </a:t>
                      </a:r>
                      <a:r>
                        <a:rPr lang="en-US" sz="1400" err="1">
                          <a:solidFill>
                            <a:schemeClr val="tx1">
                              <a:lumMod val="75000"/>
                              <a:lumOff val="25000"/>
                            </a:schemeClr>
                          </a:solidFill>
                        </a:rPr>
                        <a:t>usando</a:t>
                      </a:r>
                      <a:r>
                        <a:rPr lang="en-US" sz="1400">
                          <a:solidFill>
                            <a:schemeClr val="tx1">
                              <a:lumMod val="75000"/>
                              <a:lumOff val="25000"/>
                            </a:schemeClr>
                          </a:solidFill>
                        </a:rPr>
                        <a:t> </a:t>
                      </a:r>
                      <a:r>
                        <a:rPr lang="en-US" sz="1400" err="1">
                          <a:solidFill>
                            <a:schemeClr val="tx1">
                              <a:lumMod val="75000"/>
                              <a:lumOff val="25000"/>
                            </a:schemeClr>
                          </a:solidFill>
                        </a:rPr>
                        <a:t>Whisper,</a:t>
                      </a:r>
                      <a:r>
                        <a:rPr lang="en-US" sz="1400" b="1" err="1">
                          <a:solidFill>
                            <a:schemeClr val="tx1">
                              <a:lumMod val="75000"/>
                              <a:lumOff val="25000"/>
                            </a:schemeClr>
                          </a:solidFill>
                        </a:rPr>
                        <a:t>Entonces</a:t>
                      </a:r>
                      <a:r>
                        <a:rPr lang="en-US" sz="1400">
                          <a:solidFill>
                            <a:schemeClr val="tx1">
                              <a:lumMod val="75000"/>
                              <a:lumOff val="25000"/>
                            </a:schemeClr>
                          </a:solidFill>
                        </a:rPr>
                        <a:t> </a:t>
                      </a:r>
                      <a:r>
                        <a:rPr lang="en-US" sz="1400" err="1">
                          <a:solidFill>
                            <a:schemeClr val="tx1">
                              <a:lumMod val="75000"/>
                              <a:lumOff val="25000"/>
                            </a:schemeClr>
                          </a:solidFill>
                        </a:rPr>
                        <a:t>el</a:t>
                      </a:r>
                      <a:r>
                        <a:rPr lang="en-US" sz="1400">
                          <a:solidFill>
                            <a:schemeClr val="tx1">
                              <a:lumMod val="75000"/>
                              <a:lumOff val="25000"/>
                            </a:schemeClr>
                          </a:solidFill>
                        </a:rPr>
                        <a:t> </a:t>
                      </a:r>
                      <a:r>
                        <a:rPr lang="en-US" sz="1400" err="1">
                          <a:solidFill>
                            <a:schemeClr val="tx1">
                              <a:lumMod val="75000"/>
                              <a:lumOff val="25000"/>
                            </a:schemeClr>
                          </a:solidFill>
                        </a:rPr>
                        <a:t>sistema</a:t>
                      </a:r>
                      <a:r>
                        <a:rPr lang="en-US" sz="1400">
                          <a:solidFill>
                            <a:schemeClr val="tx1">
                              <a:lumMod val="75000"/>
                              <a:lumOff val="25000"/>
                            </a:schemeClr>
                          </a:solidFill>
                        </a:rPr>
                        <a:t> genera </a:t>
                      </a:r>
                      <a:r>
                        <a:rPr lang="en-US" sz="1400" err="1">
                          <a:solidFill>
                            <a:schemeClr val="tx1">
                              <a:lumMod val="75000"/>
                              <a:lumOff val="25000"/>
                            </a:schemeClr>
                          </a:solidFill>
                        </a:rPr>
                        <a:t>una</a:t>
                      </a:r>
                      <a:r>
                        <a:rPr lang="en-US" sz="1400">
                          <a:solidFill>
                            <a:schemeClr val="tx1">
                              <a:lumMod val="75000"/>
                              <a:lumOff val="25000"/>
                            </a:schemeClr>
                          </a:solidFill>
                        </a:rPr>
                        <a:t> </a:t>
                      </a:r>
                      <a:r>
                        <a:rPr lang="en-US" sz="1400" err="1">
                          <a:solidFill>
                            <a:schemeClr val="tx1">
                              <a:lumMod val="75000"/>
                              <a:lumOff val="25000"/>
                            </a:schemeClr>
                          </a:solidFill>
                        </a:rPr>
                        <a:t>transcripción</a:t>
                      </a:r>
                      <a:r>
                        <a:rPr lang="en-US" sz="1400">
                          <a:solidFill>
                            <a:schemeClr val="tx1">
                              <a:lumMod val="75000"/>
                              <a:lumOff val="25000"/>
                            </a:schemeClr>
                          </a:solidFill>
                        </a:rPr>
                        <a:t> </a:t>
                      </a:r>
                      <a:r>
                        <a:rPr lang="en-US" sz="1400" err="1">
                          <a:solidFill>
                            <a:schemeClr val="tx1">
                              <a:lumMod val="75000"/>
                              <a:lumOff val="25000"/>
                            </a:schemeClr>
                          </a:solidFill>
                        </a:rPr>
                        <a:t>académica</a:t>
                      </a:r>
                      <a:r>
                        <a:rPr lang="en-US" sz="1400">
                          <a:solidFill>
                            <a:schemeClr val="tx1">
                              <a:lumMod val="75000"/>
                              <a:lumOff val="25000"/>
                            </a:schemeClr>
                          </a:solidFill>
                        </a:rPr>
                        <a:t> con WER ≤ 10% y la </a:t>
                      </a:r>
                      <a:r>
                        <a:rPr lang="en-US" sz="1400" err="1">
                          <a:solidFill>
                            <a:schemeClr val="tx1">
                              <a:lumMod val="75000"/>
                              <a:lumOff val="25000"/>
                            </a:schemeClr>
                          </a:solidFill>
                        </a:rPr>
                        <a:t>almacena</a:t>
                      </a:r>
                      <a:r>
                        <a:rPr lang="en-US" sz="1400">
                          <a:solidFill>
                            <a:schemeClr val="tx1">
                              <a:lumMod val="75000"/>
                              <a:lumOff val="25000"/>
                            </a:schemeClr>
                          </a:solidFill>
                        </a:rPr>
                        <a:t> </a:t>
                      </a:r>
                      <a:r>
                        <a:rPr lang="en-US" sz="1400" err="1">
                          <a:solidFill>
                            <a:schemeClr val="tx1">
                              <a:lumMod val="75000"/>
                              <a:lumOff val="25000"/>
                            </a:schemeClr>
                          </a:solidFill>
                        </a:rPr>
                        <a:t>correctamente</a:t>
                      </a:r>
                      <a:r>
                        <a:rPr lang="en-US" sz="1400">
                          <a:solidFill>
                            <a:schemeClr val="tx1">
                              <a:lumMod val="75000"/>
                              <a:lumOff val="25000"/>
                            </a:schemeClr>
                          </a:solidFill>
                        </a:rPr>
                        <a:t>.</a:t>
                      </a:r>
                    </a:p>
                  </a:txBody>
                  <a:tcPr marL="153490" marR="79815" marT="79815" marB="79815"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lgn="r">
                        <a:buNone/>
                      </a:pPr>
                      <a:r>
                        <a:rPr lang="en-US" sz="1100" b="1">
                          <a:solidFill>
                            <a:schemeClr val="tx1">
                              <a:lumMod val="75000"/>
                              <a:lumOff val="25000"/>
                            </a:schemeClr>
                          </a:solidFill>
                        </a:rPr>
                        <a:t>13</a:t>
                      </a:r>
                      <a:endParaRPr lang="en-US" sz="1100">
                        <a:solidFill>
                          <a:schemeClr val="tx1">
                            <a:lumMod val="75000"/>
                            <a:lumOff val="25000"/>
                          </a:schemeClr>
                        </a:solidFill>
                      </a:endParaRPr>
                    </a:p>
                  </a:txBody>
                  <a:tcPr marL="153490" marR="79815" marT="79815" marB="79815"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buNone/>
                      </a:pPr>
                      <a:r>
                        <a:rPr lang="en-US" sz="1100">
                          <a:solidFill>
                            <a:schemeClr val="tx1">
                              <a:lumMod val="75000"/>
                              <a:lumOff val="25000"/>
                            </a:schemeClr>
                          </a:solidFill>
                        </a:rPr>
                        <a:t>Alta</a:t>
                      </a:r>
                    </a:p>
                  </a:txBody>
                  <a:tcPr marL="153490" marR="79815" marT="79815" marB="79815"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lgn="r">
                        <a:buNone/>
                      </a:pPr>
                      <a:r>
                        <a:rPr lang="en-US" sz="1100">
                          <a:solidFill>
                            <a:schemeClr val="tx1">
                              <a:lumMod val="75000"/>
                              <a:lumOff val="25000"/>
                            </a:schemeClr>
                          </a:solidFill>
                        </a:rPr>
                        <a:t>1</a:t>
                      </a:r>
                    </a:p>
                  </a:txBody>
                  <a:tcPr marL="153490" marR="79815" marT="79815" marB="79815"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2123092264"/>
                  </a:ext>
                </a:extLst>
              </a:tr>
              <a:tr h="1071549">
                <a:tc>
                  <a:txBody>
                    <a:bodyPr/>
                    <a:lstStyle/>
                    <a:p>
                      <a:pPr>
                        <a:buNone/>
                      </a:pPr>
                      <a:r>
                        <a:rPr lang="en-US" sz="1400" err="1">
                          <a:solidFill>
                            <a:schemeClr val="tx1">
                              <a:lumMod val="75000"/>
                              <a:lumOff val="25000"/>
                            </a:schemeClr>
                          </a:solidFill>
                        </a:rPr>
                        <a:t>Estructuración</a:t>
                      </a:r>
                      <a:r>
                        <a:rPr lang="en-US" sz="1400">
                          <a:solidFill>
                            <a:schemeClr val="tx1">
                              <a:lumMod val="75000"/>
                              <a:lumOff val="25000"/>
                            </a:schemeClr>
                          </a:solidFill>
                        </a:rPr>
                        <a:t> </a:t>
                      </a:r>
                      <a:r>
                        <a:rPr lang="en-US" sz="1400" err="1">
                          <a:solidFill>
                            <a:schemeClr val="tx1">
                              <a:lumMod val="75000"/>
                              <a:lumOff val="25000"/>
                            </a:schemeClr>
                          </a:solidFill>
                        </a:rPr>
                        <a:t>semántica</a:t>
                      </a:r>
                      <a:r>
                        <a:rPr lang="en-US" sz="1400">
                          <a:solidFill>
                            <a:schemeClr val="tx1">
                              <a:lumMod val="75000"/>
                              <a:lumOff val="25000"/>
                            </a:schemeClr>
                          </a:solidFill>
                        </a:rPr>
                        <a:t> de </a:t>
                      </a:r>
                      <a:r>
                        <a:rPr lang="en-US" sz="1400" err="1">
                          <a:solidFill>
                            <a:schemeClr val="tx1">
                              <a:lumMod val="75000"/>
                              <a:lumOff val="25000"/>
                            </a:schemeClr>
                          </a:solidFill>
                        </a:rPr>
                        <a:t>conocimiento</a:t>
                      </a:r>
                      <a:r>
                        <a:rPr lang="en-US" sz="1400">
                          <a:solidFill>
                            <a:schemeClr val="tx1">
                              <a:lumMod val="75000"/>
                              <a:lumOff val="25000"/>
                            </a:schemeClr>
                          </a:solidFill>
                        </a:rPr>
                        <a:t> con Claude</a:t>
                      </a:r>
                    </a:p>
                  </a:txBody>
                  <a:tcPr marL="153490" marR="79815" marT="79815" marB="7981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n-US" sz="1400" b="1">
                          <a:solidFill>
                            <a:schemeClr val="tx1">
                              <a:lumMod val="75000"/>
                              <a:lumOff val="25000"/>
                            </a:schemeClr>
                          </a:solidFill>
                        </a:rPr>
                        <a:t>Dado</a:t>
                      </a:r>
                      <a:r>
                        <a:rPr lang="en-US" sz="1400">
                          <a:solidFill>
                            <a:schemeClr val="tx1">
                              <a:lumMod val="75000"/>
                              <a:lumOff val="25000"/>
                            </a:schemeClr>
                          </a:solidFill>
                        </a:rPr>
                        <a:t> </a:t>
                      </a:r>
                      <a:r>
                        <a:rPr lang="en-US" sz="1400" err="1">
                          <a:solidFill>
                            <a:schemeClr val="tx1">
                              <a:lumMod val="75000"/>
                              <a:lumOff val="25000"/>
                            </a:schemeClr>
                          </a:solidFill>
                        </a:rPr>
                        <a:t>una</a:t>
                      </a:r>
                      <a:r>
                        <a:rPr lang="en-US" sz="1400">
                          <a:solidFill>
                            <a:schemeClr val="tx1">
                              <a:lumMod val="75000"/>
                              <a:lumOff val="25000"/>
                            </a:schemeClr>
                          </a:solidFill>
                        </a:rPr>
                        <a:t> </a:t>
                      </a:r>
                      <a:r>
                        <a:rPr lang="en-US" sz="1400" err="1">
                          <a:solidFill>
                            <a:schemeClr val="tx1">
                              <a:lumMod val="75000"/>
                              <a:lumOff val="25000"/>
                            </a:schemeClr>
                          </a:solidFill>
                        </a:rPr>
                        <a:t>transcripción</a:t>
                      </a:r>
                      <a:r>
                        <a:rPr lang="en-US" sz="1400">
                          <a:solidFill>
                            <a:schemeClr val="tx1">
                              <a:lumMod val="75000"/>
                              <a:lumOff val="25000"/>
                            </a:schemeClr>
                          </a:solidFill>
                        </a:rPr>
                        <a:t> </a:t>
                      </a:r>
                      <a:r>
                        <a:rPr lang="en-US" sz="1400" err="1">
                          <a:solidFill>
                            <a:schemeClr val="tx1">
                              <a:lumMod val="75000"/>
                              <a:lumOff val="25000"/>
                            </a:schemeClr>
                          </a:solidFill>
                        </a:rPr>
                        <a:t>disponible,</a:t>
                      </a:r>
                      <a:r>
                        <a:rPr lang="en-US" sz="1400" b="1" err="1">
                          <a:solidFill>
                            <a:schemeClr val="tx1">
                              <a:lumMod val="75000"/>
                              <a:lumOff val="25000"/>
                            </a:schemeClr>
                          </a:solidFill>
                        </a:rPr>
                        <a:t>Cuando</a:t>
                      </a:r>
                      <a:r>
                        <a:rPr lang="en-US" sz="1400">
                          <a:solidFill>
                            <a:schemeClr val="tx1">
                              <a:lumMod val="75000"/>
                              <a:lumOff val="25000"/>
                            </a:schemeClr>
                          </a:solidFill>
                        </a:rPr>
                        <a:t> </a:t>
                      </a:r>
                      <a:r>
                        <a:rPr lang="en-US" sz="1400" err="1">
                          <a:solidFill>
                            <a:schemeClr val="tx1">
                              <a:lumMod val="75000"/>
                              <a:lumOff val="25000"/>
                            </a:schemeClr>
                          </a:solidFill>
                        </a:rPr>
                        <a:t>el</a:t>
                      </a:r>
                      <a:r>
                        <a:rPr lang="en-US" sz="1400">
                          <a:solidFill>
                            <a:schemeClr val="tx1">
                              <a:lumMod val="75000"/>
                              <a:lumOff val="25000"/>
                            </a:schemeClr>
                          </a:solidFill>
                        </a:rPr>
                        <a:t> </a:t>
                      </a:r>
                      <a:r>
                        <a:rPr lang="en-US" sz="1400" err="1">
                          <a:solidFill>
                            <a:schemeClr val="tx1">
                              <a:lumMod val="75000"/>
                              <a:lumOff val="25000"/>
                            </a:schemeClr>
                          </a:solidFill>
                        </a:rPr>
                        <a:t>sistema</a:t>
                      </a:r>
                      <a:r>
                        <a:rPr lang="en-US" sz="1400">
                          <a:solidFill>
                            <a:schemeClr val="tx1">
                              <a:lumMod val="75000"/>
                              <a:lumOff val="25000"/>
                            </a:schemeClr>
                          </a:solidFill>
                        </a:rPr>
                        <a:t> </a:t>
                      </a:r>
                      <a:r>
                        <a:rPr lang="en-US" sz="1400" err="1">
                          <a:solidFill>
                            <a:schemeClr val="tx1">
                              <a:lumMod val="75000"/>
                              <a:lumOff val="25000"/>
                            </a:schemeClr>
                          </a:solidFill>
                        </a:rPr>
                        <a:t>invoca</a:t>
                      </a:r>
                      <a:r>
                        <a:rPr lang="en-US" sz="1400">
                          <a:solidFill>
                            <a:schemeClr val="tx1">
                              <a:lumMod val="75000"/>
                              <a:lumOff val="25000"/>
                            </a:schemeClr>
                          </a:solidFill>
                        </a:rPr>
                        <a:t> la API de </a:t>
                      </a:r>
                      <a:r>
                        <a:rPr lang="en-US" sz="1400" err="1">
                          <a:solidFill>
                            <a:schemeClr val="tx1">
                              <a:lumMod val="75000"/>
                              <a:lumOff val="25000"/>
                            </a:schemeClr>
                          </a:solidFill>
                        </a:rPr>
                        <a:t>Anthropic,</a:t>
                      </a:r>
                      <a:r>
                        <a:rPr lang="en-US" sz="1400" b="1" err="1">
                          <a:solidFill>
                            <a:schemeClr val="tx1">
                              <a:lumMod val="75000"/>
                              <a:lumOff val="25000"/>
                            </a:schemeClr>
                          </a:solidFill>
                        </a:rPr>
                        <a:t>Entonces</a:t>
                      </a:r>
                      <a:r>
                        <a:rPr lang="en-US" sz="1400">
                          <a:solidFill>
                            <a:schemeClr val="tx1">
                              <a:lumMod val="75000"/>
                              <a:lumOff val="25000"/>
                            </a:schemeClr>
                          </a:solidFill>
                        </a:rPr>
                        <a:t> genera un </a:t>
                      </a:r>
                      <a:r>
                        <a:rPr lang="en-US" sz="1400" err="1">
                          <a:solidFill>
                            <a:schemeClr val="tx1">
                              <a:lumMod val="75000"/>
                              <a:lumOff val="25000"/>
                            </a:schemeClr>
                          </a:solidFill>
                        </a:rPr>
                        <a:t>archivo</a:t>
                      </a:r>
                      <a:r>
                        <a:rPr lang="en-US" sz="1400">
                          <a:solidFill>
                            <a:schemeClr val="tx1">
                              <a:lumMod val="75000"/>
                              <a:lumOff val="25000"/>
                            </a:schemeClr>
                          </a:solidFill>
                        </a:rPr>
                        <a:t> </a:t>
                      </a:r>
                      <a:r>
                        <a:rPr lang="en-US" sz="1400" err="1">
                          <a:solidFill>
                            <a:schemeClr val="tx1">
                              <a:lumMod val="75000"/>
                              <a:lumOff val="25000"/>
                            </a:schemeClr>
                          </a:solidFill>
                        </a:rPr>
                        <a:t>estructurado</a:t>
                      </a:r>
                      <a:r>
                        <a:rPr lang="en-US" sz="1400">
                          <a:solidFill>
                            <a:schemeClr val="tx1">
                              <a:lumMod val="75000"/>
                              <a:lumOff val="25000"/>
                            </a:schemeClr>
                          </a:solidFill>
                        </a:rPr>
                        <a:t> </a:t>
                      </a:r>
                      <a:r>
                        <a:rPr lang="en-US" sz="1400" err="1">
                          <a:solidFill>
                            <a:schemeClr val="tx1">
                              <a:lumMod val="75000"/>
                              <a:lumOff val="25000"/>
                            </a:schemeClr>
                          </a:solidFill>
                        </a:rPr>
                        <a:t>en</a:t>
                      </a:r>
                      <a:r>
                        <a:rPr lang="en-US" sz="1400">
                          <a:solidFill>
                            <a:schemeClr val="tx1">
                              <a:lumMod val="75000"/>
                              <a:lumOff val="25000"/>
                            </a:schemeClr>
                          </a:solidFill>
                        </a:rPr>
                        <a:t> </a:t>
                      </a:r>
                      <a:r>
                        <a:rPr lang="en-US" sz="1400" err="1">
                          <a:solidFill>
                            <a:schemeClr val="tx1">
                              <a:lumMod val="75000"/>
                              <a:lumOff val="25000"/>
                            </a:schemeClr>
                          </a:solidFill>
                        </a:rPr>
                        <a:t>formato</a:t>
                      </a:r>
                      <a:r>
                        <a:rPr lang="en-US" sz="1400">
                          <a:solidFill>
                            <a:schemeClr val="tx1">
                              <a:lumMod val="75000"/>
                              <a:lumOff val="25000"/>
                            </a:schemeClr>
                          </a:solidFill>
                        </a:rPr>
                        <a:t> </a:t>
                      </a:r>
                      <a:r>
                        <a:rPr lang="en-US" sz="1400" err="1">
                          <a:solidFill>
                            <a:schemeClr val="tx1">
                              <a:lumMod val="75000"/>
                              <a:lumOff val="25000"/>
                            </a:schemeClr>
                          </a:solidFill>
                        </a:rPr>
                        <a:t>compacto</a:t>
                      </a:r>
                      <a:r>
                        <a:rPr lang="en-US" sz="1400">
                          <a:solidFill>
                            <a:schemeClr val="tx1">
                              <a:lumMod val="75000"/>
                              <a:lumOff val="25000"/>
                            </a:schemeClr>
                          </a:solidFill>
                        </a:rPr>
                        <a:t> </a:t>
                      </a:r>
                      <a:r>
                        <a:rPr lang="en-US" sz="1400" err="1">
                          <a:solidFill>
                            <a:schemeClr val="tx1">
                              <a:lumMod val="75000"/>
                              <a:lumOff val="25000"/>
                            </a:schemeClr>
                          </a:solidFill>
                        </a:rPr>
                        <a:t>tipo</a:t>
                      </a:r>
                      <a:r>
                        <a:rPr lang="en-US" sz="1400">
                          <a:solidFill>
                            <a:schemeClr val="tx1">
                              <a:lumMod val="75000"/>
                              <a:lumOff val="25000"/>
                            </a:schemeClr>
                          </a:solidFill>
                        </a:rPr>
                        <a:t> MINI con entre 10 y 50 </a:t>
                      </a:r>
                      <a:r>
                        <a:rPr lang="en-US" sz="1400" err="1">
                          <a:solidFill>
                            <a:schemeClr val="tx1">
                              <a:lumMod val="75000"/>
                              <a:lumOff val="25000"/>
                            </a:schemeClr>
                          </a:solidFill>
                        </a:rPr>
                        <a:t>afirmaciones</a:t>
                      </a:r>
                      <a:r>
                        <a:rPr lang="en-US" sz="1400">
                          <a:solidFill>
                            <a:schemeClr val="tx1">
                              <a:lumMod val="75000"/>
                              <a:lumOff val="25000"/>
                            </a:schemeClr>
                          </a:solidFill>
                        </a:rPr>
                        <a:t>, </a:t>
                      </a:r>
                      <a:r>
                        <a:rPr lang="en-US" sz="1400" err="1">
                          <a:solidFill>
                            <a:schemeClr val="tx1">
                              <a:lumMod val="75000"/>
                              <a:lumOff val="25000"/>
                            </a:schemeClr>
                          </a:solidFill>
                        </a:rPr>
                        <a:t>alternativas</a:t>
                      </a:r>
                      <a:r>
                        <a:rPr lang="en-US" sz="1400">
                          <a:solidFill>
                            <a:schemeClr val="tx1">
                              <a:lumMod val="75000"/>
                              <a:lumOff val="25000"/>
                            </a:schemeClr>
                          </a:solidFill>
                        </a:rPr>
                        <a:t> y </a:t>
                      </a:r>
                      <a:r>
                        <a:rPr lang="en-US" sz="1400" err="1">
                          <a:solidFill>
                            <a:schemeClr val="tx1">
                              <a:lumMod val="75000"/>
                              <a:lumOff val="25000"/>
                            </a:schemeClr>
                          </a:solidFill>
                        </a:rPr>
                        <a:t>parámetros</a:t>
                      </a:r>
                      <a:r>
                        <a:rPr lang="en-US" sz="1400">
                          <a:solidFill>
                            <a:schemeClr val="tx1">
                              <a:lumMod val="75000"/>
                              <a:lumOff val="25000"/>
                            </a:schemeClr>
                          </a:solidFill>
                        </a:rPr>
                        <a:t> IRT.</a:t>
                      </a:r>
                    </a:p>
                  </a:txBody>
                  <a:tcPr marL="153490" marR="79815" marT="79815" marB="7981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r">
                        <a:buNone/>
                      </a:pPr>
                      <a:r>
                        <a:rPr lang="en-US" sz="1100" b="1">
                          <a:solidFill>
                            <a:schemeClr val="tx1">
                              <a:lumMod val="75000"/>
                              <a:lumOff val="25000"/>
                            </a:schemeClr>
                          </a:solidFill>
                        </a:rPr>
                        <a:t>21</a:t>
                      </a:r>
                      <a:endParaRPr lang="en-US" sz="1100">
                        <a:solidFill>
                          <a:schemeClr val="tx1">
                            <a:lumMod val="75000"/>
                            <a:lumOff val="25000"/>
                          </a:schemeClr>
                        </a:solidFill>
                      </a:endParaRPr>
                    </a:p>
                  </a:txBody>
                  <a:tcPr marL="153490" marR="79815" marT="79815" marB="7981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n-US" sz="1100">
                          <a:solidFill>
                            <a:schemeClr val="tx1">
                              <a:lumMod val="75000"/>
                              <a:lumOff val="25000"/>
                            </a:schemeClr>
                          </a:solidFill>
                        </a:rPr>
                        <a:t>Alta</a:t>
                      </a:r>
                    </a:p>
                  </a:txBody>
                  <a:tcPr marL="153490" marR="79815" marT="79815" marB="7981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r">
                        <a:buNone/>
                      </a:pPr>
                      <a:r>
                        <a:rPr lang="en-US" sz="1100">
                          <a:solidFill>
                            <a:schemeClr val="tx1">
                              <a:lumMod val="75000"/>
                              <a:lumOff val="25000"/>
                            </a:schemeClr>
                          </a:solidFill>
                        </a:rPr>
                        <a:t>2</a:t>
                      </a:r>
                    </a:p>
                  </a:txBody>
                  <a:tcPr marL="153490" marR="79815" marT="79815" marB="7981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784348475"/>
                  </a:ext>
                </a:extLst>
              </a:tr>
              <a:tr h="853628">
                <a:tc>
                  <a:txBody>
                    <a:bodyPr/>
                    <a:lstStyle/>
                    <a:p>
                      <a:pPr>
                        <a:buNone/>
                      </a:pPr>
                      <a:r>
                        <a:rPr lang="en-US" sz="1400" err="1">
                          <a:solidFill>
                            <a:schemeClr val="tx1">
                              <a:lumMod val="75000"/>
                              <a:lumOff val="25000"/>
                            </a:schemeClr>
                          </a:solidFill>
                        </a:rPr>
                        <a:t>Validación</a:t>
                      </a:r>
                      <a:r>
                        <a:rPr lang="en-US" sz="1400">
                          <a:solidFill>
                            <a:schemeClr val="tx1">
                              <a:lumMod val="75000"/>
                              <a:lumOff val="25000"/>
                            </a:schemeClr>
                          </a:solidFill>
                        </a:rPr>
                        <a:t> </a:t>
                      </a:r>
                      <a:r>
                        <a:rPr lang="en-US" sz="1400" err="1">
                          <a:solidFill>
                            <a:schemeClr val="tx1">
                              <a:lumMod val="75000"/>
                              <a:lumOff val="25000"/>
                            </a:schemeClr>
                          </a:solidFill>
                        </a:rPr>
                        <a:t>pedagógica</a:t>
                      </a:r>
                      <a:r>
                        <a:rPr lang="en-US" sz="1400">
                          <a:solidFill>
                            <a:schemeClr val="tx1">
                              <a:lumMod val="75000"/>
                              <a:lumOff val="25000"/>
                            </a:schemeClr>
                          </a:solidFill>
                        </a:rPr>
                        <a:t> con Educa-G</a:t>
                      </a:r>
                    </a:p>
                  </a:txBody>
                  <a:tcPr marL="153490" marR="79815" marT="79815" marB="7981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n-US" sz="1400" b="1">
                          <a:solidFill>
                            <a:schemeClr val="tx1">
                              <a:lumMod val="75000"/>
                              <a:lumOff val="25000"/>
                            </a:schemeClr>
                          </a:solidFill>
                        </a:rPr>
                        <a:t>Dado</a:t>
                      </a:r>
                      <a:r>
                        <a:rPr lang="en-US" sz="1400">
                          <a:solidFill>
                            <a:schemeClr val="tx1">
                              <a:lumMod val="75000"/>
                              <a:lumOff val="25000"/>
                            </a:schemeClr>
                          </a:solidFill>
                        </a:rPr>
                        <a:t> un </a:t>
                      </a:r>
                      <a:r>
                        <a:rPr lang="en-US" sz="1400" err="1">
                          <a:solidFill>
                            <a:schemeClr val="tx1">
                              <a:lumMod val="75000"/>
                              <a:lumOff val="25000"/>
                            </a:schemeClr>
                          </a:solidFill>
                        </a:rPr>
                        <a:t>archivo</a:t>
                      </a:r>
                      <a:r>
                        <a:rPr lang="en-US" sz="1400">
                          <a:solidFill>
                            <a:schemeClr val="tx1">
                              <a:lumMod val="75000"/>
                              <a:lumOff val="25000"/>
                            </a:schemeClr>
                          </a:solidFill>
                        </a:rPr>
                        <a:t> MINI </a:t>
                      </a:r>
                      <a:r>
                        <a:rPr lang="en-US" sz="1400" err="1">
                          <a:solidFill>
                            <a:schemeClr val="tx1">
                              <a:lumMod val="75000"/>
                              <a:lumOff val="25000"/>
                            </a:schemeClr>
                          </a:solidFill>
                        </a:rPr>
                        <a:t>generado,</a:t>
                      </a:r>
                      <a:r>
                        <a:rPr lang="en-US" sz="1400" b="1" err="1">
                          <a:solidFill>
                            <a:schemeClr val="tx1">
                              <a:lumMod val="75000"/>
                              <a:lumOff val="25000"/>
                            </a:schemeClr>
                          </a:solidFill>
                        </a:rPr>
                        <a:t>Cuando</a:t>
                      </a:r>
                      <a:r>
                        <a:rPr lang="en-US" sz="1400">
                          <a:solidFill>
                            <a:schemeClr val="tx1">
                              <a:lumMod val="75000"/>
                              <a:lumOff val="25000"/>
                            </a:schemeClr>
                          </a:solidFill>
                        </a:rPr>
                        <a:t> </a:t>
                      </a:r>
                      <a:r>
                        <a:rPr lang="en-US" sz="1400" err="1">
                          <a:solidFill>
                            <a:schemeClr val="tx1">
                              <a:lumMod val="75000"/>
                              <a:lumOff val="25000"/>
                            </a:schemeClr>
                          </a:solidFill>
                        </a:rPr>
                        <a:t>el</a:t>
                      </a:r>
                      <a:r>
                        <a:rPr lang="en-US" sz="1400">
                          <a:solidFill>
                            <a:schemeClr val="tx1">
                              <a:lumMod val="75000"/>
                              <a:lumOff val="25000"/>
                            </a:schemeClr>
                          </a:solidFill>
                        </a:rPr>
                        <a:t> </a:t>
                      </a:r>
                      <a:r>
                        <a:rPr lang="en-US" sz="1400" err="1">
                          <a:solidFill>
                            <a:schemeClr val="tx1">
                              <a:lumMod val="75000"/>
                              <a:lumOff val="25000"/>
                            </a:schemeClr>
                          </a:solidFill>
                        </a:rPr>
                        <a:t>sistema</a:t>
                      </a:r>
                      <a:r>
                        <a:rPr lang="en-US" sz="1400">
                          <a:solidFill>
                            <a:schemeClr val="tx1">
                              <a:lumMod val="75000"/>
                              <a:lumOff val="25000"/>
                            </a:schemeClr>
                          </a:solidFill>
                        </a:rPr>
                        <a:t> </a:t>
                      </a:r>
                      <a:r>
                        <a:rPr lang="en-US" sz="1400" err="1">
                          <a:solidFill>
                            <a:schemeClr val="tx1">
                              <a:lumMod val="75000"/>
                              <a:lumOff val="25000"/>
                            </a:schemeClr>
                          </a:solidFill>
                        </a:rPr>
                        <a:t>ejecuta</a:t>
                      </a:r>
                      <a:r>
                        <a:rPr lang="en-US" sz="1400">
                          <a:solidFill>
                            <a:schemeClr val="tx1">
                              <a:lumMod val="75000"/>
                              <a:lumOff val="25000"/>
                            </a:schemeClr>
                          </a:solidFill>
                        </a:rPr>
                        <a:t> la </a:t>
                      </a:r>
                      <a:r>
                        <a:rPr lang="en-US" sz="1400" err="1">
                          <a:solidFill>
                            <a:schemeClr val="tx1">
                              <a:lumMod val="75000"/>
                              <a:lumOff val="25000"/>
                            </a:schemeClr>
                          </a:solidFill>
                        </a:rPr>
                        <a:t>validación</a:t>
                      </a:r>
                      <a:r>
                        <a:rPr lang="en-US" sz="1400">
                          <a:solidFill>
                            <a:schemeClr val="tx1">
                              <a:lumMod val="75000"/>
                              <a:lumOff val="25000"/>
                            </a:schemeClr>
                          </a:solidFill>
                        </a:rPr>
                        <a:t> con Educa-</a:t>
                      </a:r>
                      <a:r>
                        <a:rPr lang="en-US" sz="1400" err="1">
                          <a:solidFill>
                            <a:schemeClr val="tx1">
                              <a:lumMod val="75000"/>
                              <a:lumOff val="25000"/>
                            </a:schemeClr>
                          </a:solidFill>
                        </a:rPr>
                        <a:t>G,</a:t>
                      </a:r>
                      <a:r>
                        <a:rPr lang="en-US" sz="1400" b="1" err="1">
                          <a:solidFill>
                            <a:schemeClr val="tx1">
                              <a:lumMod val="75000"/>
                              <a:lumOff val="25000"/>
                            </a:schemeClr>
                          </a:solidFill>
                        </a:rPr>
                        <a:t>Entonces</a:t>
                      </a:r>
                      <a:r>
                        <a:rPr lang="en-US" sz="1400">
                          <a:solidFill>
                            <a:schemeClr val="tx1">
                              <a:lumMod val="75000"/>
                              <a:lumOff val="25000"/>
                            </a:schemeClr>
                          </a:solidFill>
                        </a:rPr>
                        <a:t> </a:t>
                      </a:r>
                      <a:r>
                        <a:rPr lang="en-US" sz="1400" err="1">
                          <a:solidFill>
                            <a:schemeClr val="tx1">
                              <a:lumMod val="75000"/>
                              <a:lumOff val="25000"/>
                            </a:schemeClr>
                          </a:solidFill>
                        </a:rPr>
                        <a:t>cada</a:t>
                      </a:r>
                      <a:r>
                        <a:rPr lang="en-US" sz="1400">
                          <a:solidFill>
                            <a:schemeClr val="tx1">
                              <a:lumMod val="75000"/>
                              <a:lumOff val="25000"/>
                            </a:schemeClr>
                          </a:solidFill>
                        </a:rPr>
                        <a:t> </a:t>
                      </a:r>
                      <a:r>
                        <a:rPr lang="en-US" sz="1400" err="1">
                          <a:solidFill>
                            <a:schemeClr val="tx1">
                              <a:lumMod val="75000"/>
                              <a:lumOff val="25000"/>
                            </a:schemeClr>
                          </a:solidFill>
                        </a:rPr>
                        <a:t>afirmación</a:t>
                      </a:r>
                      <a:r>
                        <a:rPr lang="en-US" sz="1400">
                          <a:solidFill>
                            <a:schemeClr val="tx1">
                              <a:lumMod val="75000"/>
                              <a:lumOff val="25000"/>
                            </a:schemeClr>
                          </a:solidFill>
                        </a:rPr>
                        <a:t> </a:t>
                      </a:r>
                      <a:r>
                        <a:rPr lang="en-US" sz="1400" err="1">
                          <a:solidFill>
                            <a:schemeClr val="tx1">
                              <a:lumMod val="75000"/>
                              <a:lumOff val="25000"/>
                            </a:schemeClr>
                          </a:solidFill>
                        </a:rPr>
                        <a:t>alcanza</a:t>
                      </a:r>
                      <a:r>
                        <a:rPr lang="en-US" sz="1400">
                          <a:solidFill>
                            <a:schemeClr val="tx1">
                              <a:lumMod val="75000"/>
                              <a:lumOff val="25000"/>
                            </a:schemeClr>
                          </a:solidFill>
                        </a:rPr>
                        <a:t> </a:t>
                      </a:r>
                      <a:r>
                        <a:rPr lang="en-US" sz="1400" err="1">
                          <a:solidFill>
                            <a:schemeClr val="tx1">
                              <a:lumMod val="75000"/>
                              <a:lumOff val="25000"/>
                            </a:schemeClr>
                          </a:solidFill>
                        </a:rPr>
                        <a:t>coherencia</a:t>
                      </a:r>
                      <a:r>
                        <a:rPr lang="en-US" sz="1400">
                          <a:solidFill>
                            <a:schemeClr val="tx1">
                              <a:lumMod val="75000"/>
                              <a:lumOff val="25000"/>
                            </a:schemeClr>
                          </a:solidFill>
                        </a:rPr>
                        <a:t> </a:t>
                      </a:r>
                      <a:r>
                        <a:rPr lang="en-US" sz="1400" err="1">
                          <a:solidFill>
                            <a:schemeClr val="tx1">
                              <a:lumMod val="75000"/>
                              <a:lumOff val="25000"/>
                            </a:schemeClr>
                          </a:solidFill>
                        </a:rPr>
                        <a:t>académica</a:t>
                      </a:r>
                      <a:r>
                        <a:rPr lang="en-US" sz="1400">
                          <a:solidFill>
                            <a:schemeClr val="tx1">
                              <a:lumMod val="75000"/>
                              <a:lumOff val="25000"/>
                            </a:schemeClr>
                          </a:solidFill>
                        </a:rPr>
                        <a:t> y </a:t>
                      </a:r>
                      <a:r>
                        <a:rPr lang="en-US" sz="1400" err="1">
                          <a:solidFill>
                            <a:schemeClr val="tx1">
                              <a:lumMod val="75000"/>
                              <a:lumOff val="25000"/>
                            </a:schemeClr>
                          </a:solidFill>
                        </a:rPr>
                        <a:t>relevancia</a:t>
                      </a:r>
                      <a:r>
                        <a:rPr lang="en-US" sz="1400">
                          <a:solidFill>
                            <a:schemeClr val="tx1">
                              <a:lumMod val="75000"/>
                              <a:lumOff val="25000"/>
                            </a:schemeClr>
                          </a:solidFill>
                        </a:rPr>
                        <a:t> ≥ 90%.</a:t>
                      </a:r>
                    </a:p>
                  </a:txBody>
                  <a:tcPr marL="153490" marR="79815" marT="79815" marB="7981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r">
                        <a:buNone/>
                      </a:pPr>
                      <a:r>
                        <a:rPr lang="en-US" sz="1100" b="1">
                          <a:solidFill>
                            <a:schemeClr val="tx1">
                              <a:lumMod val="75000"/>
                              <a:lumOff val="25000"/>
                            </a:schemeClr>
                          </a:solidFill>
                        </a:rPr>
                        <a:t>13</a:t>
                      </a:r>
                      <a:endParaRPr lang="en-US" sz="1100">
                        <a:solidFill>
                          <a:schemeClr val="tx1">
                            <a:lumMod val="75000"/>
                            <a:lumOff val="25000"/>
                          </a:schemeClr>
                        </a:solidFill>
                      </a:endParaRPr>
                    </a:p>
                  </a:txBody>
                  <a:tcPr marL="153490" marR="79815" marT="79815" marB="7981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n-US" sz="1100">
                          <a:solidFill>
                            <a:schemeClr val="tx1">
                              <a:lumMod val="75000"/>
                              <a:lumOff val="25000"/>
                            </a:schemeClr>
                          </a:solidFill>
                        </a:rPr>
                        <a:t>Alta</a:t>
                      </a:r>
                    </a:p>
                  </a:txBody>
                  <a:tcPr marL="153490" marR="79815" marT="79815" marB="7981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r">
                        <a:buNone/>
                      </a:pPr>
                      <a:r>
                        <a:rPr lang="en-US" sz="1100">
                          <a:solidFill>
                            <a:schemeClr val="tx1">
                              <a:lumMod val="75000"/>
                              <a:lumOff val="25000"/>
                            </a:schemeClr>
                          </a:solidFill>
                        </a:rPr>
                        <a:t>3</a:t>
                      </a:r>
                    </a:p>
                  </a:txBody>
                  <a:tcPr marL="153490" marR="79815" marT="79815" marB="7981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736325318"/>
                  </a:ext>
                </a:extLst>
              </a:tr>
              <a:tr h="853628">
                <a:tc>
                  <a:txBody>
                    <a:bodyPr/>
                    <a:lstStyle/>
                    <a:p>
                      <a:pPr>
                        <a:buNone/>
                      </a:pPr>
                      <a:r>
                        <a:rPr lang="en-US" sz="1400" err="1">
                          <a:solidFill>
                            <a:schemeClr val="tx1">
                              <a:lumMod val="75000"/>
                              <a:lumOff val="25000"/>
                            </a:schemeClr>
                          </a:solidFill>
                        </a:rPr>
                        <a:t>Persistencia</a:t>
                      </a:r>
                      <a:r>
                        <a:rPr lang="en-US" sz="1400">
                          <a:solidFill>
                            <a:schemeClr val="tx1">
                              <a:lumMod val="75000"/>
                              <a:lumOff val="25000"/>
                            </a:schemeClr>
                          </a:solidFill>
                        </a:rPr>
                        <a:t> y </a:t>
                      </a:r>
                      <a:r>
                        <a:rPr lang="en-US" sz="1400" err="1">
                          <a:solidFill>
                            <a:schemeClr val="tx1">
                              <a:lumMod val="75000"/>
                              <a:lumOff val="25000"/>
                            </a:schemeClr>
                          </a:solidFill>
                        </a:rPr>
                        <a:t>modelado</a:t>
                      </a:r>
                      <a:r>
                        <a:rPr lang="en-US" sz="1400">
                          <a:solidFill>
                            <a:schemeClr val="tx1">
                              <a:lumMod val="75000"/>
                              <a:lumOff val="25000"/>
                            </a:schemeClr>
                          </a:solidFill>
                        </a:rPr>
                        <a:t> de </a:t>
                      </a:r>
                      <a:r>
                        <a:rPr lang="en-US" sz="1400" err="1">
                          <a:solidFill>
                            <a:schemeClr val="tx1">
                              <a:lumMod val="75000"/>
                              <a:lumOff val="25000"/>
                            </a:schemeClr>
                          </a:solidFill>
                        </a:rPr>
                        <a:t>conocimiento</a:t>
                      </a:r>
                      <a:r>
                        <a:rPr lang="en-US" sz="1400">
                          <a:solidFill>
                            <a:schemeClr val="tx1">
                              <a:lumMod val="75000"/>
                              <a:lumOff val="25000"/>
                            </a:schemeClr>
                          </a:solidFill>
                        </a:rPr>
                        <a:t> </a:t>
                      </a:r>
                      <a:r>
                        <a:rPr lang="en-US" sz="1400" err="1">
                          <a:solidFill>
                            <a:schemeClr val="tx1">
                              <a:lumMod val="75000"/>
                              <a:lumOff val="25000"/>
                            </a:schemeClr>
                          </a:solidFill>
                        </a:rPr>
                        <a:t>educativo</a:t>
                      </a:r>
                      <a:endParaRPr lang="en-US" sz="1400">
                        <a:solidFill>
                          <a:schemeClr val="tx1">
                            <a:lumMod val="75000"/>
                            <a:lumOff val="25000"/>
                          </a:schemeClr>
                        </a:solidFill>
                      </a:endParaRPr>
                    </a:p>
                  </a:txBody>
                  <a:tcPr marL="153490" marR="79815" marT="79815" marB="7981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n-US" sz="1400" b="1">
                          <a:solidFill>
                            <a:schemeClr val="tx1">
                              <a:lumMod val="75000"/>
                              <a:lumOff val="25000"/>
                            </a:schemeClr>
                          </a:solidFill>
                        </a:rPr>
                        <a:t>Dado</a:t>
                      </a:r>
                      <a:r>
                        <a:rPr lang="en-US" sz="1400">
                          <a:solidFill>
                            <a:schemeClr val="tx1">
                              <a:lumMod val="75000"/>
                              <a:lumOff val="25000"/>
                            </a:schemeClr>
                          </a:solidFill>
                        </a:rPr>
                        <a:t> </a:t>
                      </a:r>
                      <a:r>
                        <a:rPr lang="en-US" sz="1400" err="1">
                          <a:solidFill>
                            <a:schemeClr val="tx1">
                              <a:lumMod val="75000"/>
                              <a:lumOff val="25000"/>
                            </a:schemeClr>
                          </a:solidFill>
                        </a:rPr>
                        <a:t>contenido</a:t>
                      </a:r>
                      <a:r>
                        <a:rPr lang="en-US" sz="1400">
                          <a:solidFill>
                            <a:schemeClr val="tx1">
                              <a:lumMod val="75000"/>
                              <a:lumOff val="25000"/>
                            </a:schemeClr>
                          </a:solidFill>
                        </a:rPr>
                        <a:t> </a:t>
                      </a:r>
                      <a:r>
                        <a:rPr lang="en-US" sz="1400" err="1">
                          <a:solidFill>
                            <a:schemeClr val="tx1">
                              <a:lumMod val="75000"/>
                              <a:lumOff val="25000"/>
                            </a:schemeClr>
                          </a:solidFill>
                        </a:rPr>
                        <a:t>validado</a:t>
                      </a:r>
                      <a:r>
                        <a:rPr lang="en-US" sz="1400">
                          <a:solidFill>
                            <a:schemeClr val="tx1">
                              <a:lumMod val="75000"/>
                              <a:lumOff val="25000"/>
                            </a:schemeClr>
                          </a:solidFill>
                        </a:rPr>
                        <a:t> </a:t>
                      </a:r>
                      <a:r>
                        <a:rPr lang="en-US" sz="1400" err="1">
                          <a:solidFill>
                            <a:schemeClr val="tx1">
                              <a:lumMod val="75000"/>
                              <a:lumOff val="25000"/>
                            </a:schemeClr>
                          </a:solidFill>
                        </a:rPr>
                        <a:t>académicamente,</a:t>
                      </a:r>
                      <a:r>
                        <a:rPr lang="en-US" sz="1400" b="1" err="1">
                          <a:solidFill>
                            <a:schemeClr val="tx1">
                              <a:lumMod val="75000"/>
                              <a:lumOff val="25000"/>
                            </a:schemeClr>
                          </a:solidFill>
                        </a:rPr>
                        <a:t>Cuando</a:t>
                      </a:r>
                      <a:r>
                        <a:rPr lang="en-US" sz="1400">
                          <a:solidFill>
                            <a:schemeClr val="tx1">
                              <a:lumMod val="75000"/>
                              <a:lumOff val="25000"/>
                            </a:schemeClr>
                          </a:solidFill>
                        </a:rPr>
                        <a:t> </a:t>
                      </a:r>
                      <a:r>
                        <a:rPr lang="en-US" sz="1400" err="1">
                          <a:solidFill>
                            <a:schemeClr val="tx1">
                              <a:lumMod val="75000"/>
                              <a:lumOff val="25000"/>
                            </a:schemeClr>
                          </a:solidFill>
                        </a:rPr>
                        <a:t>el</a:t>
                      </a:r>
                      <a:r>
                        <a:rPr lang="en-US" sz="1400">
                          <a:solidFill>
                            <a:schemeClr val="tx1">
                              <a:lumMod val="75000"/>
                              <a:lumOff val="25000"/>
                            </a:schemeClr>
                          </a:solidFill>
                        </a:rPr>
                        <a:t> backend </a:t>
                      </a:r>
                      <a:r>
                        <a:rPr lang="en-US" sz="1400" err="1">
                          <a:solidFill>
                            <a:schemeClr val="tx1">
                              <a:lumMod val="75000"/>
                              <a:lumOff val="25000"/>
                            </a:schemeClr>
                          </a:solidFill>
                        </a:rPr>
                        <a:t>en</a:t>
                      </a:r>
                      <a:r>
                        <a:rPr lang="en-US" sz="1400">
                          <a:solidFill>
                            <a:schemeClr val="tx1">
                              <a:lumMod val="75000"/>
                              <a:lumOff val="25000"/>
                            </a:schemeClr>
                          </a:solidFill>
                        </a:rPr>
                        <a:t> Django </a:t>
                      </a:r>
                      <a:r>
                        <a:rPr lang="en-US" sz="1400" err="1">
                          <a:solidFill>
                            <a:schemeClr val="tx1">
                              <a:lumMod val="75000"/>
                              <a:lumOff val="25000"/>
                            </a:schemeClr>
                          </a:solidFill>
                        </a:rPr>
                        <a:t>procesa</a:t>
                      </a:r>
                      <a:r>
                        <a:rPr lang="en-US" sz="1400">
                          <a:solidFill>
                            <a:schemeClr val="tx1">
                              <a:lumMod val="75000"/>
                              <a:lumOff val="25000"/>
                            </a:schemeClr>
                          </a:solidFill>
                        </a:rPr>
                        <a:t> </a:t>
                      </a:r>
                      <a:r>
                        <a:rPr lang="en-US" sz="1400" err="1">
                          <a:solidFill>
                            <a:schemeClr val="tx1">
                              <a:lumMod val="75000"/>
                              <a:lumOff val="25000"/>
                            </a:schemeClr>
                          </a:solidFill>
                        </a:rPr>
                        <a:t>el</a:t>
                      </a:r>
                      <a:r>
                        <a:rPr lang="en-US" sz="1400">
                          <a:solidFill>
                            <a:schemeClr val="tx1">
                              <a:lumMod val="75000"/>
                              <a:lumOff val="25000"/>
                            </a:schemeClr>
                          </a:solidFill>
                        </a:rPr>
                        <a:t> </a:t>
                      </a:r>
                      <a:r>
                        <a:rPr lang="en-US" sz="1400" err="1">
                          <a:solidFill>
                            <a:schemeClr val="tx1">
                              <a:lumMod val="75000"/>
                              <a:lumOff val="25000"/>
                            </a:schemeClr>
                          </a:solidFill>
                        </a:rPr>
                        <a:t>archivo,</a:t>
                      </a:r>
                      <a:r>
                        <a:rPr lang="en-US" sz="1400" b="1" err="1">
                          <a:solidFill>
                            <a:schemeClr val="tx1">
                              <a:lumMod val="75000"/>
                              <a:lumOff val="25000"/>
                            </a:schemeClr>
                          </a:solidFill>
                        </a:rPr>
                        <a:t>Entonces</a:t>
                      </a:r>
                      <a:r>
                        <a:rPr lang="en-US" sz="1400">
                          <a:solidFill>
                            <a:schemeClr val="tx1">
                              <a:lumMod val="75000"/>
                              <a:lumOff val="25000"/>
                            </a:schemeClr>
                          </a:solidFill>
                        </a:rPr>
                        <a:t> la </a:t>
                      </a:r>
                      <a:r>
                        <a:rPr lang="en-US" sz="1400" err="1">
                          <a:solidFill>
                            <a:schemeClr val="tx1">
                              <a:lumMod val="75000"/>
                              <a:lumOff val="25000"/>
                            </a:schemeClr>
                          </a:solidFill>
                        </a:rPr>
                        <a:t>información</a:t>
                      </a:r>
                      <a:r>
                        <a:rPr lang="en-US" sz="1400">
                          <a:solidFill>
                            <a:schemeClr val="tx1">
                              <a:lumMod val="75000"/>
                              <a:lumOff val="25000"/>
                            </a:schemeClr>
                          </a:solidFill>
                        </a:rPr>
                        <a:t> se </a:t>
                      </a:r>
                      <a:r>
                        <a:rPr lang="en-US" sz="1400" err="1">
                          <a:solidFill>
                            <a:schemeClr val="tx1">
                              <a:lumMod val="75000"/>
                              <a:lumOff val="25000"/>
                            </a:schemeClr>
                          </a:solidFill>
                        </a:rPr>
                        <a:t>parsea</a:t>
                      </a:r>
                      <a:r>
                        <a:rPr lang="en-US" sz="1400">
                          <a:solidFill>
                            <a:schemeClr val="tx1">
                              <a:lumMod val="75000"/>
                              <a:lumOff val="25000"/>
                            </a:schemeClr>
                          </a:solidFill>
                        </a:rPr>
                        <a:t> y </a:t>
                      </a:r>
                      <a:r>
                        <a:rPr lang="en-US" sz="1400" err="1">
                          <a:solidFill>
                            <a:schemeClr val="tx1">
                              <a:lumMod val="75000"/>
                              <a:lumOff val="25000"/>
                            </a:schemeClr>
                          </a:solidFill>
                        </a:rPr>
                        <a:t>persiste</a:t>
                      </a:r>
                      <a:r>
                        <a:rPr lang="en-US" sz="1400">
                          <a:solidFill>
                            <a:schemeClr val="tx1">
                              <a:lumMod val="75000"/>
                              <a:lumOff val="25000"/>
                            </a:schemeClr>
                          </a:solidFill>
                        </a:rPr>
                        <a:t> sin </a:t>
                      </a:r>
                      <a:r>
                        <a:rPr lang="en-US" sz="1400" err="1">
                          <a:solidFill>
                            <a:schemeClr val="tx1">
                              <a:lumMod val="75000"/>
                              <a:lumOff val="25000"/>
                            </a:schemeClr>
                          </a:solidFill>
                        </a:rPr>
                        <a:t>errores</a:t>
                      </a:r>
                      <a:r>
                        <a:rPr lang="en-US" sz="1400">
                          <a:solidFill>
                            <a:schemeClr val="tx1">
                              <a:lumMod val="75000"/>
                              <a:lumOff val="25000"/>
                            </a:schemeClr>
                          </a:solidFill>
                        </a:rPr>
                        <a:t> </a:t>
                      </a:r>
                      <a:r>
                        <a:rPr lang="en-US" sz="1400" err="1">
                          <a:solidFill>
                            <a:schemeClr val="tx1">
                              <a:lumMod val="75000"/>
                              <a:lumOff val="25000"/>
                            </a:schemeClr>
                          </a:solidFill>
                        </a:rPr>
                        <a:t>en</a:t>
                      </a:r>
                      <a:r>
                        <a:rPr lang="en-US" sz="1400">
                          <a:solidFill>
                            <a:schemeClr val="tx1">
                              <a:lumMod val="75000"/>
                              <a:lumOff val="25000"/>
                            </a:schemeClr>
                          </a:solidFill>
                        </a:rPr>
                        <a:t> PostgreSQL.</a:t>
                      </a:r>
                    </a:p>
                  </a:txBody>
                  <a:tcPr marL="153490" marR="79815" marT="79815" marB="7981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r">
                        <a:buNone/>
                      </a:pPr>
                      <a:r>
                        <a:rPr lang="en-US" sz="1100" b="1">
                          <a:solidFill>
                            <a:schemeClr val="tx1">
                              <a:lumMod val="75000"/>
                              <a:lumOff val="25000"/>
                            </a:schemeClr>
                          </a:solidFill>
                        </a:rPr>
                        <a:t>8</a:t>
                      </a:r>
                      <a:endParaRPr lang="en-US" sz="1100">
                        <a:solidFill>
                          <a:schemeClr val="tx1">
                            <a:lumMod val="75000"/>
                            <a:lumOff val="25000"/>
                          </a:schemeClr>
                        </a:solidFill>
                      </a:endParaRPr>
                    </a:p>
                  </a:txBody>
                  <a:tcPr marL="153490" marR="79815" marT="79815" marB="7981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n-US" sz="1100">
                          <a:solidFill>
                            <a:schemeClr val="tx1">
                              <a:lumMod val="75000"/>
                              <a:lumOff val="25000"/>
                            </a:schemeClr>
                          </a:solidFill>
                        </a:rPr>
                        <a:t>Alta</a:t>
                      </a:r>
                    </a:p>
                  </a:txBody>
                  <a:tcPr marL="153490" marR="79815" marT="79815" marB="7981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r">
                        <a:buNone/>
                      </a:pPr>
                      <a:r>
                        <a:rPr lang="en-US" sz="1100">
                          <a:solidFill>
                            <a:schemeClr val="tx1">
                              <a:lumMod val="75000"/>
                              <a:lumOff val="25000"/>
                            </a:schemeClr>
                          </a:solidFill>
                        </a:rPr>
                        <a:t>3</a:t>
                      </a:r>
                    </a:p>
                  </a:txBody>
                  <a:tcPr marL="153490" marR="79815" marT="79815" marB="7981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4245001943"/>
                  </a:ext>
                </a:extLst>
              </a:tr>
              <a:tr h="1071549">
                <a:tc>
                  <a:txBody>
                    <a:bodyPr/>
                    <a:lstStyle/>
                    <a:p>
                      <a:pPr>
                        <a:buNone/>
                      </a:pPr>
                      <a:r>
                        <a:rPr lang="en-US" sz="1400">
                          <a:solidFill>
                            <a:schemeClr val="tx1">
                              <a:lumMod val="75000"/>
                              <a:lumOff val="25000"/>
                            </a:schemeClr>
                          </a:solidFill>
                        </a:rPr>
                        <a:t>Generación de </a:t>
                      </a:r>
                      <a:r>
                        <a:rPr lang="en-US" sz="1400" err="1">
                          <a:solidFill>
                            <a:schemeClr val="tx1">
                              <a:lumMod val="75000"/>
                              <a:lumOff val="25000"/>
                            </a:schemeClr>
                          </a:solidFill>
                        </a:rPr>
                        <a:t>aprendizaje</a:t>
                      </a:r>
                      <a:r>
                        <a:rPr lang="en-US" sz="1400">
                          <a:solidFill>
                            <a:schemeClr val="tx1">
                              <a:lumMod val="75000"/>
                              <a:lumOff val="25000"/>
                            </a:schemeClr>
                          </a:solidFill>
                        </a:rPr>
                        <a:t> </a:t>
                      </a:r>
                      <a:r>
                        <a:rPr lang="en-US" sz="1400" err="1">
                          <a:solidFill>
                            <a:schemeClr val="tx1">
                              <a:lumMod val="75000"/>
                              <a:lumOff val="25000"/>
                            </a:schemeClr>
                          </a:solidFill>
                        </a:rPr>
                        <a:t>adaptativo</a:t>
                      </a:r>
                      <a:endParaRPr lang="en-US" sz="1400">
                        <a:solidFill>
                          <a:schemeClr val="tx1">
                            <a:lumMod val="75000"/>
                            <a:lumOff val="25000"/>
                          </a:schemeClr>
                        </a:solidFill>
                      </a:endParaRPr>
                    </a:p>
                  </a:txBody>
                  <a:tcPr marL="153490" marR="79815" marT="79815" marB="79815" anchor="ctr">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pPr>
                        <a:buNone/>
                      </a:pPr>
                      <a:r>
                        <a:rPr lang="en-US" sz="1400" b="1">
                          <a:solidFill>
                            <a:schemeClr val="tx1">
                              <a:lumMod val="75000"/>
                              <a:lumOff val="25000"/>
                            </a:schemeClr>
                          </a:solidFill>
                        </a:rPr>
                        <a:t>Dado</a:t>
                      </a:r>
                      <a:r>
                        <a:rPr lang="en-US" sz="1400">
                          <a:solidFill>
                            <a:schemeClr val="tx1">
                              <a:lumMod val="75000"/>
                              <a:lumOff val="25000"/>
                            </a:schemeClr>
                          </a:solidFill>
                        </a:rPr>
                        <a:t> </a:t>
                      </a:r>
                      <a:r>
                        <a:rPr lang="en-US" sz="1400" err="1">
                          <a:solidFill>
                            <a:schemeClr val="tx1">
                              <a:lumMod val="75000"/>
                              <a:lumOff val="25000"/>
                            </a:schemeClr>
                          </a:solidFill>
                        </a:rPr>
                        <a:t>conocimiento</a:t>
                      </a:r>
                      <a:r>
                        <a:rPr lang="en-US" sz="1400">
                          <a:solidFill>
                            <a:schemeClr val="tx1">
                              <a:lumMod val="75000"/>
                              <a:lumOff val="25000"/>
                            </a:schemeClr>
                          </a:solidFill>
                        </a:rPr>
                        <a:t> </a:t>
                      </a:r>
                      <a:r>
                        <a:rPr lang="en-US" sz="1400" err="1">
                          <a:solidFill>
                            <a:schemeClr val="tx1">
                              <a:lumMod val="75000"/>
                              <a:lumOff val="25000"/>
                            </a:schemeClr>
                          </a:solidFill>
                        </a:rPr>
                        <a:t>almacenado</a:t>
                      </a:r>
                      <a:r>
                        <a:rPr lang="en-US" sz="1400">
                          <a:solidFill>
                            <a:schemeClr val="tx1">
                              <a:lumMod val="75000"/>
                              <a:lumOff val="25000"/>
                            </a:schemeClr>
                          </a:solidFill>
                        </a:rPr>
                        <a:t> y </a:t>
                      </a:r>
                      <a:r>
                        <a:rPr lang="en-US" sz="1400" err="1">
                          <a:solidFill>
                            <a:schemeClr val="tx1">
                              <a:lumMod val="75000"/>
                              <a:lumOff val="25000"/>
                            </a:schemeClr>
                          </a:solidFill>
                        </a:rPr>
                        <a:t>parametrizado,</a:t>
                      </a:r>
                      <a:r>
                        <a:rPr lang="en-US" sz="1400" b="1" err="1">
                          <a:solidFill>
                            <a:schemeClr val="tx1">
                              <a:lumMod val="75000"/>
                              <a:lumOff val="25000"/>
                            </a:schemeClr>
                          </a:solidFill>
                        </a:rPr>
                        <a:t>Cuando</a:t>
                      </a:r>
                      <a:r>
                        <a:rPr lang="en-US" sz="1400">
                          <a:solidFill>
                            <a:schemeClr val="tx1">
                              <a:lumMod val="75000"/>
                              <a:lumOff val="25000"/>
                            </a:schemeClr>
                          </a:solidFill>
                        </a:rPr>
                        <a:t> </a:t>
                      </a:r>
                      <a:r>
                        <a:rPr lang="en-US" sz="1400" err="1">
                          <a:solidFill>
                            <a:schemeClr val="tx1">
                              <a:lumMod val="75000"/>
                              <a:lumOff val="25000"/>
                            </a:schemeClr>
                          </a:solidFill>
                        </a:rPr>
                        <a:t>el</a:t>
                      </a:r>
                      <a:r>
                        <a:rPr lang="en-US" sz="1400">
                          <a:solidFill>
                            <a:schemeClr val="tx1">
                              <a:lumMod val="75000"/>
                              <a:lumOff val="25000"/>
                            </a:schemeClr>
                          </a:solidFill>
                        </a:rPr>
                        <a:t> </a:t>
                      </a:r>
                      <a:r>
                        <a:rPr lang="en-US" sz="1400" err="1">
                          <a:solidFill>
                            <a:schemeClr val="tx1">
                              <a:lumMod val="75000"/>
                              <a:lumOff val="25000"/>
                            </a:schemeClr>
                          </a:solidFill>
                        </a:rPr>
                        <a:t>estudiante</a:t>
                      </a:r>
                      <a:r>
                        <a:rPr lang="en-US" sz="1400">
                          <a:solidFill>
                            <a:schemeClr val="tx1">
                              <a:lumMod val="75000"/>
                              <a:lumOff val="25000"/>
                            </a:schemeClr>
                          </a:solidFill>
                        </a:rPr>
                        <a:t> </a:t>
                      </a:r>
                      <a:r>
                        <a:rPr lang="en-US" sz="1400" err="1">
                          <a:solidFill>
                            <a:schemeClr val="tx1">
                              <a:lumMod val="75000"/>
                              <a:lumOff val="25000"/>
                            </a:schemeClr>
                          </a:solidFill>
                        </a:rPr>
                        <a:t>interactúa</a:t>
                      </a:r>
                      <a:r>
                        <a:rPr lang="en-US" sz="1400">
                          <a:solidFill>
                            <a:schemeClr val="tx1">
                              <a:lumMod val="75000"/>
                              <a:lumOff val="25000"/>
                            </a:schemeClr>
                          </a:solidFill>
                        </a:rPr>
                        <a:t> con la </a:t>
                      </a:r>
                      <a:r>
                        <a:rPr lang="en-US" sz="1400" err="1">
                          <a:solidFill>
                            <a:schemeClr val="tx1">
                              <a:lumMod val="75000"/>
                              <a:lumOff val="25000"/>
                            </a:schemeClr>
                          </a:solidFill>
                        </a:rPr>
                        <a:t>plataforma,</a:t>
                      </a:r>
                      <a:r>
                        <a:rPr lang="en-US" sz="1400" b="1" err="1">
                          <a:solidFill>
                            <a:schemeClr val="tx1">
                              <a:lumMod val="75000"/>
                              <a:lumOff val="25000"/>
                            </a:schemeClr>
                          </a:solidFill>
                        </a:rPr>
                        <a:t>Entonces</a:t>
                      </a:r>
                      <a:r>
                        <a:rPr lang="en-US" sz="1400">
                          <a:solidFill>
                            <a:schemeClr val="tx1">
                              <a:lumMod val="75000"/>
                              <a:lumOff val="25000"/>
                            </a:schemeClr>
                          </a:solidFill>
                        </a:rPr>
                        <a:t> </a:t>
                      </a:r>
                      <a:r>
                        <a:rPr lang="en-US" sz="1400" err="1">
                          <a:solidFill>
                            <a:schemeClr val="tx1">
                              <a:lumMod val="75000"/>
                              <a:lumOff val="25000"/>
                            </a:schemeClr>
                          </a:solidFill>
                        </a:rPr>
                        <a:t>el</a:t>
                      </a:r>
                      <a:r>
                        <a:rPr lang="en-US" sz="1400">
                          <a:solidFill>
                            <a:schemeClr val="tx1">
                              <a:lumMod val="75000"/>
                              <a:lumOff val="25000"/>
                            </a:schemeClr>
                          </a:solidFill>
                        </a:rPr>
                        <a:t> </a:t>
                      </a:r>
                      <a:r>
                        <a:rPr lang="en-US" sz="1400" err="1">
                          <a:solidFill>
                            <a:schemeClr val="tx1">
                              <a:lumMod val="75000"/>
                              <a:lumOff val="25000"/>
                            </a:schemeClr>
                          </a:solidFill>
                        </a:rPr>
                        <a:t>sistema</a:t>
                      </a:r>
                      <a:r>
                        <a:rPr lang="en-US" sz="1400">
                          <a:solidFill>
                            <a:schemeClr val="tx1">
                              <a:lumMod val="75000"/>
                              <a:lumOff val="25000"/>
                            </a:schemeClr>
                          </a:solidFill>
                        </a:rPr>
                        <a:t> genera quizzes </a:t>
                      </a:r>
                      <a:r>
                        <a:rPr lang="en-US" sz="1400" err="1">
                          <a:solidFill>
                            <a:schemeClr val="tx1">
                              <a:lumMod val="75000"/>
                              <a:lumOff val="25000"/>
                            </a:schemeClr>
                          </a:solidFill>
                        </a:rPr>
                        <a:t>adaptativos</a:t>
                      </a:r>
                      <a:r>
                        <a:rPr lang="en-US" sz="1400">
                          <a:solidFill>
                            <a:schemeClr val="tx1">
                              <a:lumMod val="75000"/>
                              <a:lumOff val="25000"/>
                            </a:schemeClr>
                          </a:solidFill>
                        </a:rPr>
                        <a:t>, flashcards y planes de </a:t>
                      </a:r>
                      <a:r>
                        <a:rPr lang="en-US" sz="1400" err="1">
                          <a:solidFill>
                            <a:schemeClr val="tx1">
                              <a:lumMod val="75000"/>
                              <a:lumOff val="25000"/>
                            </a:schemeClr>
                          </a:solidFill>
                        </a:rPr>
                        <a:t>intensidad</a:t>
                      </a:r>
                      <a:r>
                        <a:rPr lang="en-US" sz="1400">
                          <a:solidFill>
                            <a:schemeClr val="tx1">
                              <a:lumMod val="75000"/>
                              <a:lumOff val="25000"/>
                            </a:schemeClr>
                          </a:solidFill>
                        </a:rPr>
                        <a:t> </a:t>
                      </a:r>
                      <a:r>
                        <a:rPr lang="en-US" sz="1400" err="1">
                          <a:solidFill>
                            <a:schemeClr val="tx1">
                              <a:lumMod val="75000"/>
                              <a:lumOff val="25000"/>
                            </a:schemeClr>
                          </a:solidFill>
                        </a:rPr>
                        <a:t>personalizados</a:t>
                      </a:r>
                      <a:r>
                        <a:rPr lang="en-US" sz="1400">
                          <a:solidFill>
                            <a:schemeClr val="tx1">
                              <a:lumMod val="75000"/>
                              <a:lumOff val="25000"/>
                            </a:schemeClr>
                          </a:solidFill>
                        </a:rPr>
                        <a:t> </a:t>
                      </a:r>
                      <a:r>
                        <a:rPr lang="en-US" sz="1400" err="1">
                          <a:solidFill>
                            <a:schemeClr val="tx1">
                              <a:lumMod val="75000"/>
                              <a:lumOff val="25000"/>
                            </a:schemeClr>
                          </a:solidFill>
                        </a:rPr>
                        <a:t>según</a:t>
                      </a:r>
                      <a:r>
                        <a:rPr lang="en-US" sz="1400">
                          <a:solidFill>
                            <a:schemeClr val="tx1">
                              <a:lumMod val="75000"/>
                              <a:lumOff val="25000"/>
                            </a:schemeClr>
                          </a:solidFill>
                        </a:rPr>
                        <a:t> IRT.</a:t>
                      </a:r>
                    </a:p>
                  </a:txBody>
                  <a:tcPr marL="153490" marR="79815" marT="79815" marB="79815" anchor="ctr">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pPr algn="r">
                        <a:buNone/>
                      </a:pPr>
                      <a:r>
                        <a:rPr lang="en-US" sz="1100" b="1">
                          <a:solidFill>
                            <a:schemeClr val="tx1">
                              <a:lumMod val="75000"/>
                              <a:lumOff val="25000"/>
                            </a:schemeClr>
                          </a:solidFill>
                        </a:rPr>
                        <a:t>21</a:t>
                      </a:r>
                      <a:endParaRPr lang="en-US" sz="1100">
                        <a:solidFill>
                          <a:schemeClr val="tx1">
                            <a:lumMod val="75000"/>
                            <a:lumOff val="25000"/>
                          </a:schemeClr>
                        </a:solidFill>
                      </a:endParaRPr>
                    </a:p>
                  </a:txBody>
                  <a:tcPr marL="153490" marR="79815" marT="79815" marB="79815" anchor="ctr">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pPr>
                        <a:buNone/>
                      </a:pPr>
                      <a:r>
                        <a:rPr lang="en-US" sz="1100">
                          <a:solidFill>
                            <a:schemeClr val="tx1">
                              <a:lumMod val="75000"/>
                              <a:lumOff val="25000"/>
                            </a:schemeClr>
                          </a:solidFill>
                        </a:rPr>
                        <a:t>Alta</a:t>
                      </a:r>
                    </a:p>
                  </a:txBody>
                  <a:tcPr marL="153490" marR="79815" marT="79815" marB="79815" anchor="ctr">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pPr algn="r">
                        <a:buNone/>
                      </a:pPr>
                      <a:r>
                        <a:rPr lang="en-US" sz="1100">
                          <a:solidFill>
                            <a:schemeClr val="tx1">
                              <a:lumMod val="75000"/>
                              <a:lumOff val="25000"/>
                            </a:schemeClr>
                          </a:solidFill>
                        </a:rPr>
                        <a:t>4</a:t>
                      </a:r>
                    </a:p>
                  </a:txBody>
                  <a:tcPr marL="153490" marR="79815" marT="79815" marB="79815" anchor="ctr">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extLst>
                  <a:ext uri="{0D108BD9-81ED-4DB2-BD59-A6C34878D82A}">
                    <a16:rowId xmlns:a16="http://schemas.microsoft.com/office/drawing/2014/main" val="1806028112"/>
                  </a:ext>
                </a:extLst>
              </a:tr>
            </a:tbl>
          </a:graphicData>
        </a:graphic>
      </p:graphicFrame>
      <p:sp>
        <p:nvSpPr>
          <p:cNvPr id="26" name="TextBox 25">
            <a:extLst>
              <a:ext uri="{FF2B5EF4-FFF2-40B4-BE49-F238E27FC236}">
                <a16:creationId xmlns:a16="http://schemas.microsoft.com/office/drawing/2014/main" id="{3C1F1ADA-A0E0-1DB8-E8F1-721C4BD441E4}"/>
              </a:ext>
            </a:extLst>
          </p:cNvPr>
          <p:cNvSpPr txBox="1"/>
          <p:nvPr/>
        </p:nvSpPr>
        <p:spPr>
          <a:xfrm>
            <a:off x="3048000" y="87923"/>
            <a:ext cx="60960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PE" sz="4000" b="1">
                <a:solidFill>
                  <a:srgbClr val="50BCE2"/>
                </a:solidFill>
              </a:rPr>
              <a:t>EPICAS PRINCIPALES</a:t>
            </a:r>
          </a:p>
        </p:txBody>
      </p:sp>
    </p:spTree>
    <p:extLst>
      <p:ext uri="{BB962C8B-B14F-4D97-AF65-F5344CB8AC3E}">
        <p14:creationId xmlns:p14="http://schemas.microsoft.com/office/powerpoint/2010/main" val="65682547"/>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A69F38-E43B-AD7C-8298-D00F08D08D9C}"/>
            </a:ext>
          </a:extLst>
        </p:cNvPr>
        <p:cNvGrpSpPr/>
        <p:nvPr/>
      </p:nvGrpSpPr>
      <p:grpSpPr>
        <a:xfrm>
          <a:off x="0" y="0"/>
          <a:ext cx="0" cy="0"/>
          <a:chOff x="0" y="0"/>
          <a:chExt cx="0" cy="0"/>
        </a:xfrm>
      </p:grpSpPr>
      <p:sp useBgFill="1">
        <p:nvSpPr>
          <p:cNvPr id="62" name="Rectangle 61">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56DE192-86C9-3859-D0BB-165265B955C8}"/>
              </a:ext>
            </a:extLst>
          </p:cNvPr>
          <p:cNvSpPr txBox="1"/>
          <p:nvPr/>
        </p:nvSpPr>
        <p:spPr>
          <a:xfrm>
            <a:off x="638881" y="1016"/>
            <a:ext cx="10909640" cy="1249394"/>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gn="ctr">
              <a:lnSpc>
                <a:spcPct val="90000"/>
              </a:lnSpc>
              <a:spcBef>
                <a:spcPct val="0"/>
              </a:spcBef>
              <a:spcAft>
                <a:spcPts val="600"/>
              </a:spcAft>
            </a:pPr>
            <a:r>
              <a:rPr lang="en-US" sz="3600" b="1" kern="1200" baseline="0">
                <a:solidFill>
                  <a:schemeClr val="tx1"/>
                </a:solidFill>
                <a:latin typeface="+mj-lt"/>
                <a:ea typeface="+mj-ea"/>
                <a:cs typeface="+mj-cs"/>
              </a:rPr>
              <a:t>HISTORIAS DE USUARIO PRINCIPALES</a:t>
            </a:r>
            <a:r>
              <a:rPr lang="en-US" sz="3600" kern="1200" baseline="0">
                <a:solidFill>
                  <a:schemeClr val="tx1"/>
                </a:solidFill>
                <a:latin typeface="+mj-lt"/>
                <a:ea typeface="+mj-ea"/>
                <a:cs typeface="+mj-cs"/>
              </a:rPr>
              <a:t>​​​</a:t>
            </a:r>
            <a:r>
              <a:rPr lang="en-US" sz="3600" kern="1200">
                <a:solidFill>
                  <a:schemeClr val="tx1"/>
                </a:solidFill>
                <a:latin typeface="+mj-lt"/>
                <a:ea typeface="+mj-ea"/>
                <a:cs typeface="+mj-cs"/>
              </a:rPr>
              <a:t>​</a:t>
            </a:r>
          </a:p>
          <a:p>
            <a:pPr algn="ctr">
              <a:lnSpc>
                <a:spcPct val="90000"/>
              </a:lnSpc>
              <a:spcBef>
                <a:spcPct val="0"/>
              </a:spcBef>
              <a:spcAft>
                <a:spcPts val="600"/>
              </a:spcAft>
            </a:pPr>
            <a:endParaRPr lang="en-US" sz="3600" kern="1200">
              <a:solidFill>
                <a:schemeClr val="tx1"/>
              </a:solidFill>
              <a:latin typeface="+mj-lt"/>
              <a:ea typeface="+mj-ea"/>
              <a:cs typeface="+mj-cs"/>
            </a:endParaRPr>
          </a:p>
        </p:txBody>
      </p:sp>
      <p:sp>
        <p:nvSpPr>
          <p:cNvPr id="64"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96DF603E-B5DF-2E2E-20FF-799EEE6B1191}"/>
              </a:ext>
            </a:extLst>
          </p:cNvPr>
          <p:cNvGraphicFramePr>
            <a:graphicFrameLocks noGrp="1"/>
          </p:cNvGraphicFramePr>
          <p:nvPr>
            <p:extLst>
              <p:ext uri="{D42A27DB-BD31-4B8C-83A1-F6EECF244321}">
                <p14:modId xmlns:p14="http://schemas.microsoft.com/office/powerpoint/2010/main" val="3928994855"/>
              </p:ext>
            </p:extLst>
          </p:nvPr>
        </p:nvGraphicFramePr>
        <p:xfrm>
          <a:off x="325120" y="609600"/>
          <a:ext cx="11736613" cy="6027473"/>
        </p:xfrm>
        <a:graphic>
          <a:graphicData uri="http://schemas.openxmlformats.org/drawingml/2006/table">
            <a:tbl>
              <a:tblPr firstRow="1" bandRow="1">
                <a:tableStyleId>{5940675A-B579-460E-94D1-54222C63F5DA}</a:tableStyleId>
              </a:tblPr>
              <a:tblGrid>
                <a:gridCol w="1700695">
                  <a:extLst>
                    <a:ext uri="{9D8B030D-6E8A-4147-A177-3AD203B41FA5}">
                      <a16:colId xmlns:a16="http://schemas.microsoft.com/office/drawing/2014/main" val="2995112239"/>
                    </a:ext>
                  </a:extLst>
                </a:gridCol>
                <a:gridCol w="4479409">
                  <a:extLst>
                    <a:ext uri="{9D8B030D-6E8A-4147-A177-3AD203B41FA5}">
                      <a16:colId xmlns:a16="http://schemas.microsoft.com/office/drawing/2014/main" val="2294291725"/>
                    </a:ext>
                  </a:extLst>
                </a:gridCol>
                <a:gridCol w="4421866">
                  <a:extLst>
                    <a:ext uri="{9D8B030D-6E8A-4147-A177-3AD203B41FA5}">
                      <a16:colId xmlns:a16="http://schemas.microsoft.com/office/drawing/2014/main" val="3968194354"/>
                    </a:ext>
                  </a:extLst>
                </a:gridCol>
                <a:gridCol w="684603">
                  <a:extLst>
                    <a:ext uri="{9D8B030D-6E8A-4147-A177-3AD203B41FA5}">
                      <a16:colId xmlns:a16="http://schemas.microsoft.com/office/drawing/2014/main" val="190507403"/>
                    </a:ext>
                  </a:extLst>
                </a:gridCol>
                <a:gridCol w="450040">
                  <a:extLst>
                    <a:ext uri="{9D8B030D-6E8A-4147-A177-3AD203B41FA5}">
                      <a16:colId xmlns:a16="http://schemas.microsoft.com/office/drawing/2014/main" val="856516243"/>
                    </a:ext>
                  </a:extLst>
                </a:gridCol>
              </a:tblGrid>
              <a:tr h="474777">
                <a:tc>
                  <a:txBody>
                    <a:bodyPr/>
                    <a:lstStyle/>
                    <a:p>
                      <a:pPr>
                        <a:buNone/>
                      </a:pPr>
                      <a:r>
                        <a:rPr lang="en-US" sz="1600" err="1"/>
                        <a:t>Épica</a:t>
                      </a:r>
                      <a:r>
                        <a:rPr lang="en-US" sz="1600"/>
                        <a:t> </a:t>
                      </a:r>
                      <a:r>
                        <a:rPr lang="en-US" sz="1600" err="1"/>
                        <a:t>Asociada</a:t>
                      </a:r>
                      <a:endParaRPr lang="en-US" sz="1600"/>
                    </a:p>
                  </a:txBody>
                  <a:tcPr marL="47053" marR="47053" marT="23527" marB="23527" anchor="ctr">
                    <a:solidFill>
                      <a:schemeClr val="accent4">
                        <a:lumMod val="40000"/>
                        <a:lumOff val="60000"/>
                      </a:schemeClr>
                    </a:solidFill>
                  </a:tcPr>
                </a:tc>
                <a:tc>
                  <a:txBody>
                    <a:bodyPr/>
                    <a:lstStyle/>
                    <a:p>
                      <a:pPr>
                        <a:buNone/>
                      </a:pPr>
                      <a:r>
                        <a:rPr lang="en-US" sz="1600"/>
                        <a:t>Historia de </a:t>
                      </a:r>
                      <a:r>
                        <a:rPr lang="en-US" sz="1600" err="1"/>
                        <a:t>Usuario</a:t>
                      </a:r>
                      <a:endParaRPr lang="en-US" sz="1600"/>
                    </a:p>
                  </a:txBody>
                  <a:tcPr marL="47053" marR="47053" marT="23527" marB="23527" anchor="ctr">
                    <a:solidFill>
                      <a:schemeClr val="accent4">
                        <a:lumMod val="40000"/>
                        <a:lumOff val="60000"/>
                      </a:schemeClr>
                    </a:solidFill>
                  </a:tcPr>
                </a:tc>
                <a:tc>
                  <a:txBody>
                    <a:bodyPr/>
                    <a:lstStyle/>
                    <a:p>
                      <a:pPr>
                        <a:buNone/>
                      </a:pPr>
                      <a:r>
                        <a:rPr lang="en-US" sz="1600" err="1"/>
                        <a:t>Criterios</a:t>
                      </a:r>
                      <a:r>
                        <a:rPr lang="en-US" sz="1600"/>
                        <a:t> de </a:t>
                      </a:r>
                      <a:r>
                        <a:rPr lang="en-US" sz="1600" err="1"/>
                        <a:t>Aceptación</a:t>
                      </a:r>
                      <a:r>
                        <a:rPr lang="en-US" sz="1600"/>
                        <a:t> (BDD)</a:t>
                      </a:r>
                    </a:p>
                  </a:txBody>
                  <a:tcPr marL="47053" marR="47053" marT="23527" marB="23527" anchor="ctr">
                    <a:solidFill>
                      <a:schemeClr val="accent4">
                        <a:lumMod val="40000"/>
                        <a:lumOff val="60000"/>
                      </a:schemeClr>
                    </a:solidFill>
                  </a:tcPr>
                </a:tc>
                <a:tc>
                  <a:txBody>
                    <a:bodyPr/>
                    <a:lstStyle/>
                    <a:p>
                      <a:pPr>
                        <a:buNone/>
                      </a:pPr>
                      <a:r>
                        <a:rPr lang="en-US" sz="1100"/>
                        <a:t>Story Points</a:t>
                      </a:r>
                    </a:p>
                  </a:txBody>
                  <a:tcPr marL="47053" marR="47053" marT="23527" marB="23527" anchor="ctr">
                    <a:solidFill>
                      <a:schemeClr val="accent4">
                        <a:lumMod val="40000"/>
                        <a:lumOff val="60000"/>
                      </a:schemeClr>
                    </a:solidFill>
                  </a:tcPr>
                </a:tc>
                <a:tc>
                  <a:txBody>
                    <a:bodyPr/>
                    <a:lstStyle/>
                    <a:p>
                      <a:pPr>
                        <a:buNone/>
                      </a:pPr>
                      <a:r>
                        <a:rPr lang="en-US" sz="1100"/>
                        <a:t>Sprint</a:t>
                      </a:r>
                    </a:p>
                  </a:txBody>
                  <a:tcPr marL="47053" marR="47053" marT="23527" marB="23527" anchor="ctr">
                    <a:solidFill>
                      <a:schemeClr val="accent4">
                        <a:lumMod val="40000"/>
                        <a:lumOff val="60000"/>
                      </a:schemeClr>
                    </a:solidFill>
                  </a:tcPr>
                </a:tc>
                <a:extLst>
                  <a:ext uri="{0D108BD9-81ED-4DB2-BD59-A6C34878D82A}">
                    <a16:rowId xmlns:a16="http://schemas.microsoft.com/office/drawing/2014/main" val="1171539234"/>
                  </a:ext>
                </a:extLst>
              </a:tr>
              <a:tr h="1261905">
                <a:tc>
                  <a:txBody>
                    <a:bodyPr/>
                    <a:lstStyle/>
                    <a:p>
                      <a:pPr>
                        <a:buNone/>
                      </a:pPr>
                      <a:r>
                        <a:rPr lang="en-US" sz="1800"/>
                        <a:t>Generación de </a:t>
                      </a:r>
                      <a:r>
                        <a:rPr lang="en-US" sz="1800" err="1"/>
                        <a:t>aprendizaje</a:t>
                      </a:r>
                      <a:r>
                        <a:rPr lang="en-US" sz="1800"/>
                        <a:t> </a:t>
                      </a:r>
                      <a:r>
                        <a:rPr lang="en-US" sz="1800" err="1"/>
                        <a:t>adaptativo</a:t>
                      </a:r>
                      <a:endParaRPr lang="en-US" sz="1800"/>
                    </a:p>
                  </a:txBody>
                  <a:tcPr marL="47053" marR="47053" marT="23527" marB="23527" anchor="ctr"/>
                </a:tc>
                <a:tc>
                  <a:txBody>
                    <a:bodyPr/>
                    <a:lstStyle/>
                    <a:p>
                      <a:pPr>
                        <a:buNone/>
                      </a:pPr>
                      <a:r>
                        <a:rPr lang="en-US" sz="1600"/>
                        <a:t>Como </a:t>
                      </a:r>
                      <a:r>
                        <a:rPr lang="en-US" sz="1600" err="1"/>
                        <a:t>estudiante</a:t>
                      </a:r>
                      <a:r>
                        <a:rPr lang="en-US" sz="1600"/>
                        <a:t>, </a:t>
                      </a:r>
                      <a:r>
                        <a:rPr lang="en-US" sz="1600" err="1"/>
                        <a:t>quiero</a:t>
                      </a:r>
                      <a:r>
                        <a:rPr lang="en-US" sz="1600"/>
                        <a:t> </a:t>
                      </a:r>
                      <a:r>
                        <a:rPr lang="en-US" sz="1600" err="1"/>
                        <a:t>visualizar</a:t>
                      </a:r>
                      <a:r>
                        <a:rPr lang="en-US" sz="1600"/>
                        <a:t> </a:t>
                      </a:r>
                      <a:r>
                        <a:rPr lang="en-US" sz="1600" err="1"/>
                        <a:t>el</a:t>
                      </a:r>
                      <a:r>
                        <a:rPr lang="en-US" sz="1600"/>
                        <a:t> </a:t>
                      </a:r>
                      <a:r>
                        <a:rPr lang="en-US" sz="1600" err="1"/>
                        <a:t>progreso</a:t>
                      </a:r>
                      <a:r>
                        <a:rPr lang="en-US" sz="1600"/>
                        <a:t> de </a:t>
                      </a:r>
                      <a:r>
                        <a:rPr lang="en-US" sz="1600" err="1"/>
                        <a:t>procesamiento</a:t>
                      </a:r>
                      <a:r>
                        <a:rPr lang="en-US" sz="1600"/>
                        <a:t> de mi </a:t>
                      </a:r>
                      <a:r>
                        <a:rPr lang="en-US" sz="1600" err="1"/>
                        <a:t>clase</a:t>
                      </a:r>
                      <a:r>
                        <a:rPr lang="en-US" sz="1600"/>
                        <a:t> </a:t>
                      </a:r>
                      <a:r>
                        <a:rPr lang="en-US" sz="1600" err="1"/>
                        <a:t>mediante</a:t>
                      </a:r>
                      <a:r>
                        <a:rPr lang="en-US" sz="1600"/>
                        <a:t> un pipeline de </a:t>
                      </a:r>
                      <a:r>
                        <a:rPr lang="en-US" sz="1600" err="1"/>
                        <a:t>etapas</a:t>
                      </a:r>
                      <a:r>
                        <a:rPr lang="en-US" sz="1600"/>
                        <a:t> (carga, </a:t>
                      </a:r>
                      <a:r>
                        <a:rPr lang="en-US" sz="1600" err="1"/>
                        <a:t>transcripción</a:t>
                      </a:r>
                      <a:r>
                        <a:rPr lang="en-US" sz="1600"/>
                        <a:t>, </a:t>
                      </a:r>
                      <a:r>
                        <a:rPr lang="en-US" sz="1600" err="1"/>
                        <a:t>extracción</a:t>
                      </a:r>
                      <a:r>
                        <a:rPr lang="en-US" sz="1600"/>
                        <a:t>, </a:t>
                      </a:r>
                      <a:r>
                        <a:rPr lang="en-US" sz="1600" err="1"/>
                        <a:t>validación</a:t>
                      </a:r>
                      <a:r>
                        <a:rPr lang="en-US" sz="1600"/>
                        <a:t>) para saber </a:t>
                      </a:r>
                      <a:r>
                        <a:rPr lang="en-US" sz="1600" err="1"/>
                        <a:t>en</a:t>
                      </a:r>
                      <a:r>
                        <a:rPr lang="en-US" sz="1600"/>
                        <a:t> </a:t>
                      </a:r>
                      <a:r>
                        <a:rPr lang="en-US" sz="1600" err="1"/>
                        <a:t>qué</a:t>
                      </a:r>
                      <a:r>
                        <a:rPr lang="en-US" sz="1600"/>
                        <a:t> </a:t>
                      </a:r>
                      <a:r>
                        <a:rPr lang="en-US" sz="1600" err="1"/>
                        <a:t>fase</a:t>
                      </a:r>
                      <a:r>
                        <a:rPr lang="en-US" sz="1600"/>
                        <a:t> se </a:t>
                      </a:r>
                      <a:r>
                        <a:rPr lang="en-US" sz="1600" err="1"/>
                        <a:t>encuentra</a:t>
                      </a:r>
                      <a:r>
                        <a:rPr lang="en-US" sz="1600"/>
                        <a:t> mi </a:t>
                      </a:r>
                      <a:r>
                        <a:rPr lang="en-US" sz="1600" err="1"/>
                        <a:t>contenido</a:t>
                      </a:r>
                      <a:r>
                        <a:rPr lang="en-US" sz="1600"/>
                        <a:t> </a:t>
                      </a:r>
                      <a:r>
                        <a:rPr lang="en-US" sz="1600" err="1"/>
                        <a:t>en</a:t>
                      </a:r>
                      <a:r>
                        <a:rPr lang="en-US" sz="1600"/>
                        <a:t> </a:t>
                      </a:r>
                      <a:r>
                        <a:rPr lang="en-US" sz="1600" err="1"/>
                        <a:t>tiempo</a:t>
                      </a:r>
                      <a:r>
                        <a:rPr lang="en-US" sz="1600"/>
                        <a:t> real.</a:t>
                      </a:r>
                    </a:p>
                  </a:txBody>
                  <a:tcPr marL="47053" marR="47053" marT="23527" marB="23527" anchor="ctr"/>
                </a:tc>
                <a:tc>
                  <a:txBody>
                    <a:bodyPr/>
                    <a:lstStyle/>
                    <a:p>
                      <a:pPr>
                        <a:buNone/>
                      </a:pPr>
                      <a:r>
                        <a:rPr lang="en-US" sz="1600"/>
                        <a:t>Dado un </a:t>
                      </a:r>
                      <a:r>
                        <a:rPr lang="en-US" sz="1600" err="1"/>
                        <a:t>archivo</a:t>
                      </a:r>
                      <a:r>
                        <a:rPr lang="en-US" sz="1600"/>
                        <a:t> de </a:t>
                      </a:r>
                      <a:r>
                        <a:rPr lang="en-US" sz="1600" err="1"/>
                        <a:t>clase</a:t>
                      </a:r>
                      <a:r>
                        <a:rPr lang="en-US" sz="1600"/>
                        <a:t> </a:t>
                      </a:r>
                      <a:r>
                        <a:rPr lang="en-US" sz="1600" err="1"/>
                        <a:t>en</a:t>
                      </a:r>
                      <a:r>
                        <a:rPr lang="en-US" sz="1600"/>
                        <a:t> </a:t>
                      </a:r>
                      <a:r>
                        <a:rPr lang="en-US" sz="1600" err="1"/>
                        <a:t>procesamiento</a:t>
                      </a:r>
                      <a:r>
                        <a:rPr lang="en-US" sz="1600"/>
                        <a:t>, Cuando </a:t>
                      </a:r>
                      <a:r>
                        <a:rPr lang="en-US" sz="1600" err="1"/>
                        <a:t>accedo</a:t>
                      </a:r>
                      <a:r>
                        <a:rPr lang="en-US" sz="1600"/>
                        <a:t> al panel de mi </a:t>
                      </a:r>
                      <a:r>
                        <a:rPr lang="en-US" sz="1600" err="1"/>
                        <a:t>clase</a:t>
                      </a:r>
                      <a:r>
                        <a:rPr lang="en-US" sz="1600"/>
                        <a:t>, </a:t>
                      </a:r>
                      <a:r>
                        <a:rPr lang="en-US" sz="1600" err="1"/>
                        <a:t>Entonces</a:t>
                      </a:r>
                      <a:r>
                        <a:rPr lang="en-US" sz="1600"/>
                        <a:t> </a:t>
                      </a:r>
                      <a:r>
                        <a:rPr lang="en-US" sz="1600" err="1"/>
                        <a:t>el</a:t>
                      </a:r>
                      <a:r>
                        <a:rPr lang="en-US" sz="1600"/>
                        <a:t> </a:t>
                      </a:r>
                      <a:r>
                        <a:rPr lang="en-US" sz="1600" err="1"/>
                        <a:t>sistema</a:t>
                      </a:r>
                      <a:r>
                        <a:rPr lang="en-US" sz="1600"/>
                        <a:t> </a:t>
                      </a:r>
                      <a:r>
                        <a:rPr lang="en-US" sz="1600" err="1"/>
                        <a:t>muestra</a:t>
                      </a:r>
                      <a:r>
                        <a:rPr lang="en-US" sz="1600"/>
                        <a:t> </a:t>
                      </a:r>
                      <a:r>
                        <a:rPr lang="en-US" sz="1600" err="1"/>
                        <a:t>cada</a:t>
                      </a:r>
                      <a:r>
                        <a:rPr lang="en-US" sz="1600"/>
                        <a:t> </a:t>
                      </a:r>
                      <a:r>
                        <a:rPr lang="en-US" sz="1600" err="1"/>
                        <a:t>etapa</a:t>
                      </a:r>
                      <a:r>
                        <a:rPr lang="en-US" sz="1600"/>
                        <a:t> del pipeline con </a:t>
                      </a:r>
                      <a:r>
                        <a:rPr lang="en-US" sz="1600" err="1"/>
                        <a:t>su</a:t>
                      </a:r>
                      <a:r>
                        <a:rPr lang="en-US" sz="1600"/>
                        <a:t> </a:t>
                      </a:r>
                      <a:r>
                        <a:rPr lang="en-US" sz="1600" err="1"/>
                        <a:t>estado</a:t>
                      </a:r>
                      <a:r>
                        <a:rPr lang="en-US" sz="1600"/>
                        <a:t> (</a:t>
                      </a:r>
                      <a:r>
                        <a:rPr lang="en-US" sz="1600" err="1"/>
                        <a:t>pendiente</a:t>
                      </a:r>
                      <a:r>
                        <a:rPr lang="en-US" sz="1600"/>
                        <a:t>, </a:t>
                      </a:r>
                      <a:r>
                        <a:rPr lang="en-US" sz="1600" err="1"/>
                        <a:t>en</a:t>
                      </a:r>
                      <a:r>
                        <a:rPr lang="en-US" sz="1600"/>
                        <a:t> </a:t>
                      </a:r>
                      <a:r>
                        <a:rPr lang="en-US" sz="1600" err="1"/>
                        <a:t>proceso</a:t>
                      </a:r>
                      <a:r>
                        <a:rPr lang="en-US" sz="1600"/>
                        <a:t>, </a:t>
                      </a:r>
                      <a:r>
                        <a:rPr lang="en-US" sz="1600" err="1"/>
                        <a:t>completado</a:t>
                      </a:r>
                      <a:r>
                        <a:rPr lang="en-US" sz="1600"/>
                        <a:t>) y </a:t>
                      </a:r>
                      <a:r>
                        <a:rPr lang="en-US" sz="1600" err="1"/>
                        <a:t>el</a:t>
                      </a:r>
                      <a:r>
                        <a:rPr lang="en-US" sz="1600"/>
                        <a:t> </a:t>
                      </a:r>
                      <a:r>
                        <a:rPr lang="en-US" sz="1600" err="1"/>
                        <a:t>porcentaje</a:t>
                      </a:r>
                      <a:r>
                        <a:rPr lang="en-US" sz="1600"/>
                        <a:t> global de </a:t>
                      </a:r>
                      <a:r>
                        <a:rPr lang="en-US" sz="1600" err="1"/>
                        <a:t>avance</a:t>
                      </a:r>
                      <a:r>
                        <a:rPr lang="en-US" sz="1600"/>
                        <a:t>.</a:t>
                      </a:r>
                    </a:p>
                  </a:txBody>
                  <a:tcPr marL="47053" marR="47053" marT="23527" marB="23527" anchor="ctr"/>
                </a:tc>
                <a:tc>
                  <a:txBody>
                    <a:bodyPr/>
                    <a:lstStyle/>
                    <a:p>
                      <a:pPr>
                        <a:buNone/>
                      </a:pPr>
                      <a:r>
                        <a:rPr lang="en-US" sz="1100"/>
                        <a:t>3</a:t>
                      </a:r>
                    </a:p>
                  </a:txBody>
                  <a:tcPr marL="47053" marR="47053" marT="23527" marB="23527" anchor="ctr"/>
                </a:tc>
                <a:tc>
                  <a:txBody>
                    <a:bodyPr/>
                    <a:lstStyle/>
                    <a:p>
                      <a:pPr>
                        <a:buNone/>
                      </a:pPr>
                      <a:r>
                        <a:rPr lang="en-US" sz="1100"/>
                        <a:t>1</a:t>
                      </a:r>
                    </a:p>
                  </a:txBody>
                  <a:tcPr marL="47053" marR="47053" marT="23527" marB="23527" anchor="ctr"/>
                </a:tc>
                <a:extLst>
                  <a:ext uri="{0D108BD9-81ED-4DB2-BD59-A6C34878D82A}">
                    <a16:rowId xmlns:a16="http://schemas.microsoft.com/office/drawing/2014/main" val="1937628004"/>
                  </a:ext>
                </a:extLst>
              </a:tr>
              <a:tr h="1261905">
                <a:tc>
                  <a:txBody>
                    <a:bodyPr/>
                    <a:lstStyle/>
                    <a:p>
                      <a:pPr>
                        <a:buNone/>
                      </a:pPr>
                      <a:r>
                        <a:rPr lang="en-US" sz="1800"/>
                        <a:t>Ingesta y </a:t>
                      </a:r>
                      <a:r>
                        <a:rPr lang="en-US" sz="1800" err="1"/>
                        <a:t>transcripción</a:t>
                      </a:r>
                      <a:r>
                        <a:rPr lang="en-US" sz="1800"/>
                        <a:t> </a:t>
                      </a:r>
                      <a:r>
                        <a:rPr lang="en-US" sz="1800" err="1"/>
                        <a:t>inteligente</a:t>
                      </a:r>
                      <a:r>
                        <a:rPr lang="en-US" sz="1800"/>
                        <a:t> de </a:t>
                      </a:r>
                      <a:r>
                        <a:rPr lang="en-US" sz="1800" err="1"/>
                        <a:t>clases</a:t>
                      </a:r>
                      <a:endParaRPr lang="en-US" sz="1800"/>
                    </a:p>
                  </a:txBody>
                  <a:tcPr marL="47053" marR="47053" marT="23527" marB="23527" anchor="ctr"/>
                </a:tc>
                <a:tc>
                  <a:txBody>
                    <a:bodyPr/>
                    <a:lstStyle/>
                    <a:p>
                      <a:pPr>
                        <a:buNone/>
                      </a:pPr>
                      <a:r>
                        <a:rPr lang="en-US" sz="1600"/>
                        <a:t>Como </a:t>
                      </a:r>
                      <a:r>
                        <a:rPr lang="en-US" sz="1600" err="1"/>
                        <a:t>estudiante</a:t>
                      </a:r>
                      <a:r>
                        <a:rPr lang="en-US" sz="1600"/>
                        <a:t>, </a:t>
                      </a:r>
                      <a:r>
                        <a:rPr lang="en-US" sz="1600" err="1"/>
                        <a:t>quiero</a:t>
                      </a:r>
                      <a:r>
                        <a:rPr lang="en-US" sz="1600"/>
                        <a:t> </a:t>
                      </a:r>
                      <a:r>
                        <a:rPr lang="en-US" sz="1600" err="1"/>
                        <a:t>ver</a:t>
                      </a:r>
                      <a:r>
                        <a:rPr lang="en-US" sz="1600"/>
                        <a:t> </a:t>
                      </a:r>
                      <a:r>
                        <a:rPr lang="en-US" sz="1600" err="1"/>
                        <a:t>el</a:t>
                      </a:r>
                      <a:r>
                        <a:rPr lang="en-US" sz="1600"/>
                        <a:t> </a:t>
                      </a:r>
                      <a:r>
                        <a:rPr lang="en-US" sz="1600" err="1"/>
                        <a:t>costo</a:t>
                      </a:r>
                      <a:r>
                        <a:rPr lang="en-US" sz="1600"/>
                        <a:t> </a:t>
                      </a:r>
                      <a:r>
                        <a:rPr lang="en-US" sz="1600" err="1"/>
                        <a:t>en</a:t>
                      </a:r>
                      <a:r>
                        <a:rPr lang="en-US" sz="1600"/>
                        <a:t> </a:t>
                      </a:r>
                      <a:r>
                        <a:rPr lang="en-US" sz="1600" err="1"/>
                        <a:t>créditos</a:t>
                      </a:r>
                      <a:r>
                        <a:rPr lang="en-US" sz="1600"/>
                        <a:t> </a:t>
                      </a:r>
                      <a:r>
                        <a:rPr lang="en-US" sz="1600" err="1"/>
                        <a:t>que</a:t>
                      </a:r>
                      <a:r>
                        <a:rPr lang="en-US" sz="1600"/>
                        <a:t> </a:t>
                      </a:r>
                      <a:r>
                        <a:rPr lang="en-US" sz="1600" err="1"/>
                        <a:t>consumirá</a:t>
                      </a:r>
                      <a:r>
                        <a:rPr lang="en-US" sz="1600"/>
                        <a:t> </a:t>
                      </a:r>
                      <a:r>
                        <a:rPr lang="en-US" sz="1600" err="1"/>
                        <a:t>el</a:t>
                      </a:r>
                      <a:r>
                        <a:rPr lang="en-US" sz="1600"/>
                        <a:t> </a:t>
                      </a:r>
                      <a:r>
                        <a:rPr lang="en-US" sz="1600" err="1"/>
                        <a:t>procesamiento</a:t>
                      </a:r>
                      <a:r>
                        <a:rPr lang="en-US" sz="1600"/>
                        <a:t> de mi </a:t>
                      </a:r>
                      <a:r>
                        <a:rPr lang="en-US" sz="1600" err="1"/>
                        <a:t>clase</a:t>
                      </a:r>
                      <a:r>
                        <a:rPr lang="en-US" sz="1600"/>
                        <a:t> antes de </a:t>
                      </a:r>
                      <a:r>
                        <a:rPr lang="en-US" sz="1600" err="1"/>
                        <a:t>confirmarlo</a:t>
                      </a:r>
                      <a:r>
                        <a:rPr lang="en-US" sz="1600"/>
                        <a:t> para </a:t>
                      </a:r>
                      <a:r>
                        <a:rPr lang="en-US" sz="1600" err="1"/>
                        <a:t>tomar</a:t>
                      </a:r>
                      <a:r>
                        <a:rPr lang="en-US" sz="1600"/>
                        <a:t> </a:t>
                      </a:r>
                      <a:r>
                        <a:rPr lang="en-US" sz="1600" err="1"/>
                        <a:t>decisiones</a:t>
                      </a:r>
                      <a:r>
                        <a:rPr lang="en-US" sz="1600"/>
                        <a:t> </a:t>
                      </a:r>
                      <a:r>
                        <a:rPr lang="en-US" sz="1600" err="1"/>
                        <a:t>informadas</a:t>
                      </a:r>
                      <a:r>
                        <a:rPr lang="en-US" sz="1600"/>
                        <a:t> </a:t>
                      </a:r>
                      <a:r>
                        <a:rPr lang="en-US" sz="1600" err="1"/>
                        <a:t>sobre</a:t>
                      </a:r>
                      <a:r>
                        <a:rPr lang="en-US" sz="1600"/>
                        <a:t> mi </a:t>
                      </a:r>
                      <a:r>
                        <a:rPr lang="en-US" sz="1600" err="1"/>
                        <a:t>saldo</a:t>
                      </a:r>
                      <a:r>
                        <a:rPr lang="en-US" sz="1600"/>
                        <a:t> disponible.</a:t>
                      </a:r>
                    </a:p>
                  </a:txBody>
                  <a:tcPr marL="47053" marR="47053" marT="23527" marB="23527" anchor="ctr"/>
                </a:tc>
                <a:tc>
                  <a:txBody>
                    <a:bodyPr/>
                    <a:lstStyle/>
                    <a:p>
                      <a:pPr>
                        <a:buNone/>
                      </a:pPr>
                      <a:r>
                        <a:rPr lang="en-US" sz="1600"/>
                        <a:t>Dado un </a:t>
                      </a:r>
                      <a:r>
                        <a:rPr lang="en-US" sz="1600" err="1"/>
                        <a:t>archivo</a:t>
                      </a:r>
                      <a:r>
                        <a:rPr lang="en-US" sz="1600"/>
                        <a:t> </a:t>
                      </a:r>
                      <a:r>
                        <a:rPr lang="en-US" sz="1600" err="1"/>
                        <a:t>seleccionado</a:t>
                      </a:r>
                      <a:r>
                        <a:rPr lang="en-US" sz="1600"/>
                        <a:t> para </a:t>
                      </a:r>
                      <a:r>
                        <a:rPr lang="en-US" sz="1600" err="1"/>
                        <a:t>subir</a:t>
                      </a:r>
                      <a:r>
                        <a:rPr lang="en-US" sz="1600"/>
                        <a:t>, Cuando </a:t>
                      </a:r>
                      <a:r>
                        <a:rPr lang="en-US" sz="1600" err="1"/>
                        <a:t>inicio</a:t>
                      </a:r>
                      <a:r>
                        <a:rPr lang="en-US" sz="1600"/>
                        <a:t> la carga, </a:t>
                      </a:r>
                      <a:r>
                        <a:rPr lang="en-US" sz="1600" err="1"/>
                        <a:t>Entonces</a:t>
                      </a:r>
                      <a:r>
                        <a:rPr lang="en-US" sz="1600"/>
                        <a:t> </a:t>
                      </a:r>
                      <a:r>
                        <a:rPr lang="en-US" sz="1600" err="1"/>
                        <a:t>el</a:t>
                      </a:r>
                      <a:r>
                        <a:rPr lang="en-US" sz="1600"/>
                        <a:t> </a:t>
                      </a:r>
                      <a:r>
                        <a:rPr lang="en-US" sz="1600" err="1"/>
                        <a:t>sistema</a:t>
                      </a:r>
                      <a:r>
                        <a:rPr lang="en-US" sz="1600"/>
                        <a:t> </a:t>
                      </a:r>
                      <a:r>
                        <a:rPr lang="en-US" sz="1600" err="1"/>
                        <a:t>muestra</a:t>
                      </a:r>
                      <a:r>
                        <a:rPr lang="en-US" sz="1600"/>
                        <a:t> </a:t>
                      </a:r>
                      <a:r>
                        <a:rPr lang="en-US" sz="1600" err="1"/>
                        <a:t>el</a:t>
                      </a:r>
                      <a:r>
                        <a:rPr lang="en-US" sz="1600"/>
                        <a:t> </a:t>
                      </a:r>
                      <a:r>
                        <a:rPr lang="en-US" sz="1600" err="1"/>
                        <a:t>costo</a:t>
                      </a:r>
                      <a:r>
                        <a:rPr lang="en-US" sz="1600"/>
                        <a:t> </a:t>
                      </a:r>
                      <a:r>
                        <a:rPr lang="en-US" sz="1600" err="1"/>
                        <a:t>estimado</a:t>
                      </a:r>
                      <a:r>
                        <a:rPr lang="en-US" sz="1600"/>
                        <a:t> </a:t>
                      </a:r>
                      <a:r>
                        <a:rPr lang="en-US" sz="1600" err="1"/>
                        <a:t>en</a:t>
                      </a:r>
                      <a:r>
                        <a:rPr lang="en-US" sz="1600"/>
                        <a:t> </a:t>
                      </a:r>
                      <a:r>
                        <a:rPr lang="en-US" sz="1600" err="1"/>
                        <a:t>créditos</a:t>
                      </a:r>
                      <a:r>
                        <a:rPr lang="en-US" sz="1600"/>
                        <a:t> </a:t>
                      </a:r>
                      <a:r>
                        <a:rPr lang="en-US" sz="1600" err="1"/>
                        <a:t>previo</a:t>
                      </a:r>
                      <a:r>
                        <a:rPr lang="en-US" sz="1600"/>
                        <a:t> a la </a:t>
                      </a:r>
                      <a:r>
                        <a:rPr lang="en-US" sz="1600" err="1"/>
                        <a:t>confirmación</a:t>
                      </a:r>
                      <a:r>
                        <a:rPr lang="en-US" sz="1600"/>
                        <a:t> y </a:t>
                      </a:r>
                      <a:r>
                        <a:rPr lang="en-US" sz="1600" err="1"/>
                        <a:t>el</a:t>
                      </a:r>
                      <a:r>
                        <a:rPr lang="en-US" sz="1600"/>
                        <a:t> </a:t>
                      </a:r>
                      <a:r>
                        <a:rPr lang="en-US" sz="1600" err="1"/>
                        <a:t>costo</a:t>
                      </a:r>
                      <a:r>
                        <a:rPr lang="en-US" sz="1600"/>
                        <a:t> final </a:t>
                      </a:r>
                      <a:r>
                        <a:rPr lang="en-US" sz="1600" err="1"/>
                        <a:t>consumido</a:t>
                      </a:r>
                      <a:r>
                        <a:rPr lang="en-US" sz="1600"/>
                        <a:t> al </a:t>
                      </a:r>
                      <a:r>
                        <a:rPr lang="en-US" sz="1600" err="1"/>
                        <a:t>completarse</a:t>
                      </a:r>
                      <a:r>
                        <a:rPr lang="en-US" sz="1600"/>
                        <a:t> </a:t>
                      </a:r>
                      <a:r>
                        <a:rPr lang="en-US" sz="1600" err="1"/>
                        <a:t>el</a:t>
                      </a:r>
                      <a:r>
                        <a:rPr lang="en-US" sz="1600"/>
                        <a:t> </a:t>
                      </a:r>
                      <a:r>
                        <a:rPr lang="en-US" sz="1600" err="1"/>
                        <a:t>procesamiento</a:t>
                      </a:r>
                      <a:r>
                        <a:rPr lang="en-US" sz="1600"/>
                        <a:t>.</a:t>
                      </a:r>
                    </a:p>
                  </a:txBody>
                  <a:tcPr marL="47053" marR="47053" marT="23527" marB="23527" anchor="ctr"/>
                </a:tc>
                <a:tc>
                  <a:txBody>
                    <a:bodyPr/>
                    <a:lstStyle/>
                    <a:p>
                      <a:pPr>
                        <a:buNone/>
                      </a:pPr>
                      <a:r>
                        <a:rPr lang="en-US" sz="1100"/>
                        <a:t>2</a:t>
                      </a:r>
                    </a:p>
                  </a:txBody>
                  <a:tcPr marL="47053" marR="47053" marT="23527" marB="23527" anchor="ctr"/>
                </a:tc>
                <a:tc>
                  <a:txBody>
                    <a:bodyPr/>
                    <a:lstStyle/>
                    <a:p>
                      <a:pPr>
                        <a:buNone/>
                      </a:pPr>
                      <a:r>
                        <a:rPr lang="en-US" sz="1100"/>
                        <a:t>1</a:t>
                      </a:r>
                    </a:p>
                  </a:txBody>
                  <a:tcPr marL="47053" marR="47053" marT="23527" marB="23527" anchor="ctr"/>
                </a:tc>
                <a:extLst>
                  <a:ext uri="{0D108BD9-81ED-4DB2-BD59-A6C34878D82A}">
                    <a16:rowId xmlns:a16="http://schemas.microsoft.com/office/drawing/2014/main" val="2543710458"/>
                  </a:ext>
                </a:extLst>
              </a:tr>
              <a:tr h="1261905">
                <a:tc>
                  <a:txBody>
                    <a:bodyPr/>
                    <a:lstStyle/>
                    <a:p>
                      <a:pPr>
                        <a:buNone/>
                      </a:pPr>
                      <a:r>
                        <a:rPr lang="en-US" sz="1800"/>
                        <a:t>Generación de </a:t>
                      </a:r>
                      <a:r>
                        <a:rPr lang="en-US" sz="1800" err="1"/>
                        <a:t>aprendizaje</a:t>
                      </a:r>
                      <a:r>
                        <a:rPr lang="en-US" sz="1800"/>
                        <a:t> </a:t>
                      </a:r>
                      <a:r>
                        <a:rPr lang="en-US" sz="1800" err="1"/>
                        <a:t>adaptativo</a:t>
                      </a:r>
                      <a:endParaRPr lang="en-US" sz="1800"/>
                    </a:p>
                  </a:txBody>
                  <a:tcPr marL="47053" marR="47053" marT="23527" marB="23527" anchor="ctr"/>
                </a:tc>
                <a:tc>
                  <a:txBody>
                    <a:bodyPr/>
                    <a:lstStyle/>
                    <a:p>
                      <a:pPr>
                        <a:buNone/>
                      </a:pPr>
                      <a:r>
                        <a:rPr lang="en-US" sz="1600"/>
                        <a:t>Como </a:t>
                      </a:r>
                      <a:r>
                        <a:rPr lang="en-US" sz="1600" err="1"/>
                        <a:t>estudiante</a:t>
                      </a:r>
                      <a:r>
                        <a:rPr lang="en-US" sz="1600"/>
                        <a:t>, </a:t>
                      </a:r>
                      <a:r>
                        <a:rPr lang="en-US" sz="1600" err="1"/>
                        <a:t>quiero</a:t>
                      </a:r>
                      <a:r>
                        <a:rPr lang="en-US" sz="1600"/>
                        <a:t> </a:t>
                      </a:r>
                      <a:r>
                        <a:rPr lang="en-US" sz="1600" err="1"/>
                        <a:t>poder</a:t>
                      </a:r>
                      <a:r>
                        <a:rPr lang="en-US" sz="1600"/>
                        <a:t> </a:t>
                      </a:r>
                      <a:r>
                        <a:rPr lang="en-US" sz="1600" err="1"/>
                        <a:t>realizar</a:t>
                      </a:r>
                      <a:r>
                        <a:rPr lang="en-US" sz="1600"/>
                        <a:t> </a:t>
                      </a:r>
                      <a:r>
                        <a:rPr lang="en-US" sz="1600" err="1"/>
                        <a:t>el</a:t>
                      </a:r>
                      <a:r>
                        <a:rPr lang="en-US" sz="1600"/>
                        <a:t> </a:t>
                      </a:r>
                      <a:r>
                        <a:rPr lang="en-US" sz="1600" err="1"/>
                        <a:t>cuestionario</a:t>
                      </a:r>
                      <a:r>
                        <a:rPr lang="en-US" sz="1600"/>
                        <a:t> de mi </a:t>
                      </a:r>
                      <a:r>
                        <a:rPr lang="en-US" sz="1600" err="1"/>
                        <a:t>clase</a:t>
                      </a:r>
                      <a:r>
                        <a:rPr lang="en-US" sz="1600"/>
                        <a:t> </a:t>
                      </a:r>
                      <a:r>
                        <a:rPr lang="en-US" sz="1600" err="1"/>
                        <a:t>múltiples</a:t>
                      </a:r>
                      <a:r>
                        <a:rPr lang="en-US" sz="1600"/>
                        <a:t> </a:t>
                      </a:r>
                      <a:r>
                        <a:rPr lang="en-US" sz="1600" err="1"/>
                        <a:t>veces</a:t>
                      </a:r>
                      <a:r>
                        <a:rPr lang="en-US" sz="1600"/>
                        <a:t> y </a:t>
                      </a:r>
                      <a:r>
                        <a:rPr lang="en-US" sz="1600" err="1"/>
                        <a:t>que</a:t>
                      </a:r>
                      <a:r>
                        <a:rPr lang="en-US" sz="1600"/>
                        <a:t> la </a:t>
                      </a:r>
                      <a:r>
                        <a:rPr lang="en-US" sz="1600" err="1"/>
                        <a:t>dificultad</a:t>
                      </a:r>
                      <a:r>
                        <a:rPr lang="en-US" sz="1600"/>
                        <a:t> de las </a:t>
                      </a:r>
                      <a:r>
                        <a:rPr lang="en-US" sz="1600" err="1"/>
                        <a:t>preguntas</a:t>
                      </a:r>
                      <a:r>
                        <a:rPr lang="en-US" sz="1600"/>
                        <a:t> se </a:t>
                      </a:r>
                      <a:r>
                        <a:rPr lang="en-US" sz="1600" err="1"/>
                        <a:t>adapte</a:t>
                      </a:r>
                      <a:r>
                        <a:rPr lang="en-US" sz="1600"/>
                        <a:t> a mi </a:t>
                      </a:r>
                      <a:r>
                        <a:rPr lang="en-US" sz="1600" err="1"/>
                        <a:t>nivel</a:t>
                      </a:r>
                      <a:r>
                        <a:rPr lang="en-US" sz="1600"/>
                        <a:t> de </a:t>
                      </a:r>
                      <a:r>
                        <a:rPr lang="en-US" sz="1600" err="1"/>
                        <a:t>desempeño</a:t>
                      </a:r>
                      <a:r>
                        <a:rPr lang="en-US" sz="1600"/>
                        <a:t> </a:t>
                      </a:r>
                      <a:r>
                        <a:rPr lang="en-US" sz="1600" err="1"/>
                        <a:t>mediante</a:t>
                      </a:r>
                      <a:r>
                        <a:rPr lang="en-US" sz="1600"/>
                        <a:t> IRT para </a:t>
                      </a:r>
                      <a:r>
                        <a:rPr lang="en-US" sz="1600" err="1"/>
                        <a:t>mejorar</a:t>
                      </a:r>
                      <a:r>
                        <a:rPr lang="en-US" sz="1600"/>
                        <a:t> </a:t>
                      </a:r>
                      <a:r>
                        <a:rPr lang="en-US" sz="1600" err="1"/>
                        <a:t>progresivamente</a:t>
                      </a:r>
                      <a:r>
                        <a:rPr lang="en-US" sz="1600"/>
                        <a:t>.</a:t>
                      </a:r>
                    </a:p>
                  </a:txBody>
                  <a:tcPr marL="47053" marR="47053" marT="23527" marB="23527" anchor="ctr"/>
                </a:tc>
                <a:tc>
                  <a:txBody>
                    <a:bodyPr/>
                    <a:lstStyle/>
                    <a:p>
                      <a:pPr>
                        <a:buNone/>
                      </a:pPr>
                      <a:r>
                        <a:rPr lang="en-US" sz="1600"/>
                        <a:t>Dado un </a:t>
                      </a:r>
                      <a:r>
                        <a:rPr lang="en-US" sz="1600" err="1"/>
                        <a:t>cuestionario</a:t>
                      </a:r>
                      <a:r>
                        <a:rPr lang="en-US" sz="1600"/>
                        <a:t> </a:t>
                      </a:r>
                      <a:r>
                        <a:rPr lang="en-US" sz="1600" err="1"/>
                        <a:t>completado</a:t>
                      </a:r>
                      <a:r>
                        <a:rPr lang="en-US" sz="1600"/>
                        <a:t> al </a:t>
                      </a:r>
                      <a:r>
                        <a:rPr lang="en-US" sz="1600" err="1"/>
                        <a:t>menos</a:t>
                      </a:r>
                      <a:r>
                        <a:rPr lang="en-US" sz="1600"/>
                        <a:t> </a:t>
                      </a:r>
                      <a:r>
                        <a:rPr lang="en-US" sz="1600" err="1"/>
                        <a:t>una</a:t>
                      </a:r>
                      <a:r>
                        <a:rPr lang="en-US" sz="1600"/>
                        <a:t> </a:t>
                      </a:r>
                      <a:r>
                        <a:rPr lang="en-US" sz="1600" err="1"/>
                        <a:t>vez</a:t>
                      </a:r>
                      <a:r>
                        <a:rPr lang="en-US" sz="1600"/>
                        <a:t>, Cuando </a:t>
                      </a:r>
                      <a:r>
                        <a:rPr lang="en-US" sz="1600" err="1"/>
                        <a:t>inicio</a:t>
                      </a:r>
                      <a:r>
                        <a:rPr lang="en-US" sz="1600"/>
                        <a:t> </a:t>
                      </a:r>
                      <a:r>
                        <a:rPr lang="en-US" sz="1600" err="1"/>
                        <a:t>una</a:t>
                      </a:r>
                      <a:r>
                        <a:rPr lang="en-US" sz="1600"/>
                        <a:t> </a:t>
                      </a:r>
                      <a:r>
                        <a:rPr lang="en-US" sz="1600" err="1"/>
                        <a:t>nueva</a:t>
                      </a:r>
                      <a:r>
                        <a:rPr lang="en-US" sz="1600"/>
                        <a:t> </a:t>
                      </a:r>
                      <a:r>
                        <a:rPr lang="en-US" sz="1600" err="1"/>
                        <a:t>sesión</a:t>
                      </a:r>
                      <a:r>
                        <a:rPr lang="en-US" sz="1600"/>
                        <a:t> de </a:t>
                      </a:r>
                      <a:r>
                        <a:rPr lang="en-US" sz="1600" err="1"/>
                        <a:t>práctica</a:t>
                      </a:r>
                      <a:r>
                        <a:rPr lang="en-US" sz="1600"/>
                        <a:t>, </a:t>
                      </a:r>
                      <a:r>
                        <a:rPr lang="en-US" sz="1600" err="1"/>
                        <a:t>Entonces</a:t>
                      </a:r>
                      <a:r>
                        <a:rPr lang="en-US" sz="1600"/>
                        <a:t> </a:t>
                      </a:r>
                      <a:r>
                        <a:rPr lang="en-US" sz="1600" err="1"/>
                        <a:t>el</a:t>
                      </a:r>
                      <a:r>
                        <a:rPr lang="en-US" sz="1600"/>
                        <a:t> </a:t>
                      </a:r>
                      <a:r>
                        <a:rPr lang="en-US" sz="1600" err="1"/>
                        <a:t>sistema</a:t>
                      </a:r>
                      <a:r>
                        <a:rPr lang="en-US" sz="1600"/>
                        <a:t> </a:t>
                      </a:r>
                      <a:r>
                        <a:rPr lang="en-US" sz="1600" err="1"/>
                        <a:t>selecciona</a:t>
                      </a:r>
                      <a:r>
                        <a:rPr lang="en-US" sz="1600"/>
                        <a:t> </a:t>
                      </a:r>
                      <a:r>
                        <a:rPr lang="en-US" sz="1600" err="1"/>
                        <a:t>preguntas</a:t>
                      </a:r>
                      <a:r>
                        <a:rPr lang="en-US" sz="1600"/>
                        <a:t> </a:t>
                      </a:r>
                      <a:r>
                        <a:rPr lang="en-US" sz="1600" err="1"/>
                        <a:t>cuya</a:t>
                      </a:r>
                      <a:r>
                        <a:rPr lang="en-US" sz="1600"/>
                        <a:t> </a:t>
                      </a:r>
                      <a:r>
                        <a:rPr lang="en-US" sz="1600" err="1"/>
                        <a:t>dificultad</a:t>
                      </a:r>
                      <a:r>
                        <a:rPr lang="en-US" sz="1600"/>
                        <a:t> IRT </a:t>
                      </a:r>
                      <a:r>
                        <a:rPr lang="en-US" sz="1600" err="1"/>
                        <a:t>corresponda</a:t>
                      </a:r>
                      <a:r>
                        <a:rPr lang="en-US" sz="1600"/>
                        <a:t> a mi </a:t>
                      </a:r>
                      <a:r>
                        <a:rPr lang="en-US" sz="1600" err="1"/>
                        <a:t>nivel</a:t>
                      </a:r>
                      <a:r>
                        <a:rPr lang="en-US" sz="1600"/>
                        <a:t> </a:t>
                      </a:r>
                      <a:r>
                        <a:rPr lang="en-US" sz="1600" err="1"/>
                        <a:t>estimado</a:t>
                      </a:r>
                      <a:r>
                        <a:rPr lang="en-US" sz="1600"/>
                        <a:t> y </a:t>
                      </a:r>
                      <a:r>
                        <a:rPr lang="en-US" sz="1600" err="1"/>
                        <a:t>actualiza</a:t>
                      </a:r>
                      <a:r>
                        <a:rPr lang="en-US" sz="1600"/>
                        <a:t> </a:t>
                      </a:r>
                      <a:r>
                        <a:rPr lang="en-US" sz="1600" err="1"/>
                        <a:t>el</a:t>
                      </a:r>
                      <a:r>
                        <a:rPr lang="en-US" sz="1600"/>
                        <a:t> </a:t>
                      </a:r>
                      <a:r>
                        <a:rPr lang="en-US" sz="1600" err="1"/>
                        <a:t>modelo</a:t>
                      </a:r>
                      <a:r>
                        <a:rPr lang="en-US" sz="1600"/>
                        <a:t> </a:t>
                      </a:r>
                      <a:r>
                        <a:rPr lang="en-US" sz="1600" err="1"/>
                        <a:t>tras</a:t>
                      </a:r>
                      <a:r>
                        <a:rPr lang="en-US" sz="1600"/>
                        <a:t> </a:t>
                      </a:r>
                      <a:r>
                        <a:rPr lang="en-US" sz="1600" err="1"/>
                        <a:t>cada</a:t>
                      </a:r>
                      <a:r>
                        <a:rPr lang="en-US" sz="1600"/>
                        <a:t> </a:t>
                      </a:r>
                      <a:r>
                        <a:rPr lang="en-US" sz="1600" err="1"/>
                        <a:t>respuesta</a:t>
                      </a:r>
                      <a:r>
                        <a:rPr lang="en-US" sz="1600"/>
                        <a:t>.</a:t>
                      </a:r>
                    </a:p>
                  </a:txBody>
                  <a:tcPr marL="47053" marR="47053" marT="23527" marB="23527" anchor="ctr"/>
                </a:tc>
                <a:tc>
                  <a:txBody>
                    <a:bodyPr/>
                    <a:lstStyle/>
                    <a:p>
                      <a:pPr>
                        <a:buNone/>
                      </a:pPr>
                      <a:r>
                        <a:rPr lang="en-US" sz="1100"/>
                        <a:t>5</a:t>
                      </a:r>
                    </a:p>
                  </a:txBody>
                  <a:tcPr marL="47053" marR="47053" marT="23527" marB="23527" anchor="ctr"/>
                </a:tc>
                <a:tc>
                  <a:txBody>
                    <a:bodyPr/>
                    <a:lstStyle/>
                    <a:p>
                      <a:pPr>
                        <a:buNone/>
                      </a:pPr>
                      <a:r>
                        <a:rPr lang="en-US" sz="1100"/>
                        <a:t>2</a:t>
                      </a:r>
                    </a:p>
                  </a:txBody>
                  <a:tcPr marL="47053" marR="47053" marT="23527" marB="23527" anchor="ctr"/>
                </a:tc>
                <a:extLst>
                  <a:ext uri="{0D108BD9-81ED-4DB2-BD59-A6C34878D82A}">
                    <a16:rowId xmlns:a16="http://schemas.microsoft.com/office/drawing/2014/main" val="1280039696"/>
                  </a:ext>
                </a:extLst>
              </a:tr>
              <a:tr h="1261905">
                <a:tc>
                  <a:txBody>
                    <a:bodyPr/>
                    <a:lstStyle/>
                    <a:p>
                      <a:pPr>
                        <a:buNone/>
                      </a:pPr>
                      <a:r>
                        <a:rPr lang="en-US" sz="1800" err="1"/>
                        <a:t>Persistencia</a:t>
                      </a:r>
                      <a:r>
                        <a:rPr lang="en-US" sz="1800"/>
                        <a:t> y </a:t>
                      </a:r>
                      <a:r>
                        <a:rPr lang="en-US" sz="1800" err="1"/>
                        <a:t>modelado</a:t>
                      </a:r>
                      <a:r>
                        <a:rPr lang="en-US" sz="1800"/>
                        <a:t> de </a:t>
                      </a:r>
                      <a:r>
                        <a:rPr lang="en-US" sz="1800" err="1"/>
                        <a:t>conocimiento</a:t>
                      </a:r>
                      <a:r>
                        <a:rPr lang="en-US" sz="1800"/>
                        <a:t> </a:t>
                      </a:r>
                      <a:r>
                        <a:rPr lang="en-US" sz="1800" err="1"/>
                        <a:t>educativo</a:t>
                      </a:r>
                      <a:endParaRPr lang="en-US" sz="1800"/>
                    </a:p>
                  </a:txBody>
                  <a:tcPr marL="47053" marR="47053" marT="23527" marB="23527" anchor="ctr"/>
                </a:tc>
                <a:tc>
                  <a:txBody>
                    <a:bodyPr/>
                    <a:lstStyle/>
                    <a:p>
                      <a:pPr>
                        <a:buNone/>
                      </a:pPr>
                      <a:r>
                        <a:rPr lang="en-US" sz="1600"/>
                        <a:t>Como </a:t>
                      </a:r>
                      <a:r>
                        <a:rPr lang="en-US" sz="1600" err="1"/>
                        <a:t>estudiante</a:t>
                      </a:r>
                      <a:r>
                        <a:rPr lang="en-US" sz="1600"/>
                        <a:t>, </a:t>
                      </a:r>
                      <a:r>
                        <a:rPr lang="en-US" sz="1600" err="1"/>
                        <a:t>quiero</a:t>
                      </a:r>
                      <a:r>
                        <a:rPr lang="en-US" sz="1600"/>
                        <a:t> </a:t>
                      </a:r>
                      <a:r>
                        <a:rPr lang="en-US" sz="1600" err="1"/>
                        <a:t>agrupar</a:t>
                      </a:r>
                      <a:r>
                        <a:rPr lang="en-US" sz="1600"/>
                        <a:t> mis </a:t>
                      </a:r>
                      <a:r>
                        <a:rPr lang="en-US" sz="1600" err="1"/>
                        <a:t>clases</a:t>
                      </a:r>
                      <a:r>
                        <a:rPr lang="en-US" sz="1600"/>
                        <a:t> </a:t>
                      </a:r>
                      <a:r>
                        <a:rPr lang="en-US" sz="1600" err="1"/>
                        <a:t>en</a:t>
                      </a:r>
                      <a:r>
                        <a:rPr lang="en-US" sz="1600"/>
                        <a:t> </a:t>
                      </a:r>
                      <a:r>
                        <a:rPr lang="en-US" sz="1600" err="1"/>
                        <a:t>cursos</a:t>
                      </a:r>
                      <a:r>
                        <a:rPr lang="en-US" sz="1600"/>
                        <a:t> y </a:t>
                      </a:r>
                      <a:r>
                        <a:rPr lang="en-US" sz="1600" err="1"/>
                        <a:t>visualizar</a:t>
                      </a:r>
                      <a:r>
                        <a:rPr lang="en-US" sz="1600"/>
                        <a:t> mi </a:t>
                      </a:r>
                      <a:r>
                        <a:rPr lang="en-US" sz="1600" err="1"/>
                        <a:t>avance</a:t>
                      </a:r>
                      <a:r>
                        <a:rPr lang="en-US" sz="1600"/>
                        <a:t> </a:t>
                      </a:r>
                      <a:r>
                        <a:rPr lang="en-US" sz="1600" err="1"/>
                        <a:t>por</a:t>
                      </a:r>
                      <a:r>
                        <a:rPr lang="en-US" sz="1600"/>
                        <a:t> </a:t>
                      </a:r>
                      <a:r>
                        <a:rPr lang="en-US" sz="1600" err="1"/>
                        <a:t>curso</a:t>
                      </a:r>
                      <a:r>
                        <a:rPr lang="en-US" sz="1600"/>
                        <a:t> para </a:t>
                      </a:r>
                      <a:r>
                        <a:rPr lang="en-US" sz="1600" err="1"/>
                        <a:t>tener</a:t>
                      </a:r>
                      <a:r>
                        <a:rPr lang="en-US" sz="1600"/>
                        <a:t> un </a:t>
                      </a:r>
                      <a:r>
                        <a:rPr lang="en-US" sz="1600" err="1"/>
                        <a:t>seguimiento</a:t>
                      </a:r>
                      <a:r>
                        <a:rPr lang="en-US" sz="1600"/>
                        <a:t> </a:t>
                      </a:r>
                      <a:r>
                        <a:rPr lang="en-US" sz="1600" err="1"/>
                        <a:t>estructurado</a:t>
                      </a:r>
                      <a:r>
                        <a:rPr lang="en-US" sz="1600"/>
                        <a:t> de mi </a:t>
                      </a:r>
                      <a:r>
                        <a:rPr lang="en-US" sz="1600" err="1"/>
                        <a:t>aprendizaje</a:t>
                      </a:r>
                      <a:r>
                        <a:rPr lang="en-US" sz="1600"/>
                        <a:t> a lo largo del </a:t>
                      </a:r>
                      <a:r>
                        <a:rPr lang="en-US" sz="1600" err="1"/>
                        <a:t>tiempo</a:t>
                      </a:r>
                      <a:r>
                        <a:rPr lang="en-US" sz="1600"/>
                        <a:t>.</a:t>
                      </a:r>
                    </a:p>
                  </a:txBody>
                  <a:tcPr marL="47053" marR="47053" marT="23527" marB="23527" anchor="ctr"/>
                </a:tc>
                <a:tc>
                  <a:txBody>
                    <a:bodyPr/>
                    <a:lstStyle/>
                    <a:p>
                      <a:pPr>
                        <a:buNone/>
                      </a:pPr>
                      <a:r>
                        <a:rPr lang="en-US" sz="1600"/>
                        <a:t>Dado </a:t>
                      </a:r>
                      <a:r>
                        <a:rPr lang="en-US" sz="1600" err="1"/>
                        <a:t>que</a:t>
                      </a:r>
                      <a:r>
                        <a:rPr lang="en-US" sz="1600"/>
                        <a:t> </a:t>
                      </a:r>
                      <a:r>
                        <a:rPr lang="en-US" sz="1600" err="1"/>
                        <a:t>tengo</a:t>
                      </a:r>
                      <a:r>
                        <a:rPr lang="en-US" sz="1600"/>
                        <a:t> </a:t>
                      </a:r>
                      <a:r>
                        <a:rPr lang="en-US" sz="1600" err="1"/>
                        <a:t>varias</a:t>
                      </a:r>
                      <a:r>
                        <a:rPr lang="en-US" sz="1600"/>
                        <a:t> </a:t>
                      </a:r>
                      <a:r>
                        <a:rPr lang="en-US" sz="1600" err="1"/>
                        <a:t>clases</a:t>
                      </a:r>
                      <a:r>
                        <a:rPr lang="en-US" sz="1600"/>
                        <a:t> </a:t>
                      </a:r>
                      <a:r>
                        <a:rPr lang="en-US" sz="1600" err="1"/>
                        <a:t>registradas</a:t>
                      </a:r>
                      <a:r>
                        <a:rPr lang="en-US" sz="1600"/>
                        <a:t>, Cuando </a:t>
                      </a:r>
                      <a:r>
                        <a:rPr lang="en-US" sz="1600" err="1"/>
                        <a:t>accedo</a:t>
                      </a:r>
                      <a:r>
                        <a:rPr lang="en-US" sz="1600"/>
                        <a:t> a la </a:t>
                      </a:r>
                      <a:r>
                        <a:rPr lang="en-US" sz="1600" err="1"/>
                        <a:t>sección</a:t>
                      </a:r>
                      <a:r>
                        <a:rPr lang="en-US" sz="1600"/>
                        <a:t> de </a:t>
                      </a:r>
                      <a:r>
                        <a:rPr lang="en-US" sz="1600" err="1"/>
                        <a:t>cursos</a:t>
                      </a:r>
                      <a:r>
                        <a:rPr lang="en-US" sz="1600"/>
                        <a:t>, </a:t>
                      </a:r>
                      <a:r>
                        <a:rPr lang="en-US" sz="1600" err="1"/>
                        <a:t>Entonces</a:t>
                      </a:r>
                      <a:r>
                        <a:rPr lang="en-US" sz="1600"/>
                        <a:t> </a:t>
                      </a:r>
                      <a:r>
                        <a:rPr lang="en-US" sz="1600" err="1"/>
                        <a:t>puedo</a:t>
                      </a:r>
                      <a:r>
                        <a:rPr lang="en-US" sz="1600"/>
                        <a:t> </a:t>
                      </a:r>
                      <a:r>
                        <a:rPr lang="en-US" sz="1600" err="1"/>
                        <a:t>crear</a:t>
                      </a:r>
                      <a:r>
                        <a:rPr lang="en-US" sz="1600"/>
                        <a:t> un </a:t>
                      </a:r>
                      <a:r>
                        <a:rPr lang="en-US" sz="1600" err="1"/>
                        <a:t>curso</a:t>
                      </a:r>
                      <a:r>
                        <a:rPr lang="en-US" sz="1600"/>
                        <a:t>, </a:t>
                      </a:r>
                      <a:r>
                        <a:rPr lang="en-US" sz="1600" err="1"/>
                        <a:t>asignarle</a:t>
                      </a:r>
                      <a:r>
                        <a:rPr lang="en-US" sz="1600"/>
                        <a:t> </a:t>
                      </a:r>
                      <a:r>
                        <a:rPr lang="en-US" sz="1600" err="1"/>
                        <a:t>clases</a:t>
                      </a:r>
                      <a:r>
                        <a:rPr lang="en-US" sz="1600"/>
                        <a:t> y </a:t>
                      </a:r>
                      <a:r>
                        <a:rPr lang="en-US" sz="1600" err="1"/>
                        <a:t>visualizar</a:t>
                      </a:r>
                      <a:r>
                        <a:rPr lang="en-US" sz="1600"/>
                        <a:t> </a:t>
                      </a:r>
                      <a:r>
                        <a:rPr lang="en-US" sz="1600" err="1"/>
                        <a:t>el</a:t>
                      </a:r>
                      <a:r>
                        <a:rPr lang="en-US" sz="1600"/>
                        <a:t> </a:t>
                      </a:r>
                      <a:r>
                        <a:rPr lang="en-US" sz="1600" err="1"/>
                        <a:t>progreso</a:t>
                      </a:r>
                      <a:r>
                        <a:rPr lang="en-US" sz="1600"/>
                        <a:t> </a:t>
                      </a:r>
                      <a:r>
                        <a:rPr lang="en-US" sz="1600" err="1"/>
                        <a:t>acumulado</a:t>
                      </a:r>
                      <a:r>
                        <a:rPr lang="en-US" sz="1600"/>
                        <a:t> (</a:t>
                      </a:r>
                      <a:r>
                        <a:rPr lang="en-US" sz="1600" err="1"/>
                        <a:t>clases</a:t>
                      </a:r>
                      <a:r>
                        <a:rPr lang="en-US" sz="1600"/>
                        <a:t> </a:t>
                      </a:r>
                      <a:r>
                        <a:rPr lang="en-US" sz="1600" err="1"/>
                        <a:t>completadas</a:t>
                      </a:r>
                      <a:r>
                        <a:rPr lang="en-US" sz="1600"/>
                        <a:t>, </a:t>
                      </a:r>
                      <a:r>
                        <a:rPr lang="en-US" sz="1600" err="1"/>
                        <a:t>puntuación</a:t>
                      </a:r>
                      <a:r>
                        <a:rPr lang="en-US" sz="1600"/>
                        <a:t> </a:t>
                      </a:r>
                      <a:r>
                        <a:rPr lang="en-US" sz="1600" err="1"/>
                        <a:t>promedio</a:t>
                      </a:r>
                      <a:r>
                        <a:rPr lang="en-US" sz="1600"/>
                        <a:t> y </a:t>
                      </a:r>
                      <a:r>
                        <a:rPr lang="en-US" sz="1600" err="1"/>
                        <a:t>última</a:t>
                      </a:r>
                      <a:r>
                        <a:rPr lang="en-US" sz="1600"/>
                        <a:t> </a:t>
                      </a:r>
                      <a:r>
                        <a:rPr lang="en-US" sz="1600" err="1"/>
                        <a:t>actividad</a:t>
                      </a:r>
                      <a:r>
                        <a:rPr lang="en-US" sz="1600"/>
                        <a:t>) </a:t>
                      </a:r>
                      <a:r>
                        <a:rPr lang="en-US" sz="1600" err="1"/>
                        <a:t>por</a:t>
                      </a:r>
                      <a:r>
                        <a:rPr lang="en-US" sz="1600"/>
                        <a:t> </a:t>
                      </a:r>
                      <a:r>
                        <a:rPr lang="en-US" sz="1600" err="1"/>
                        <a:t>cada</a:t>
                      </a:r>
                      <a:r>
                        <a:rPr lang="en-US" sz="1600"/>
                        <a:t> </a:t>
                      </a:r>
                      <a:r>
                        <a:rPr lang="en-US" sz="1600" err="1"/>
                        <a:t>curso</a:t>
                      </a:r>
                      <a:r>
                        <a:rPr lang="en-US" sz="1600"/>
                        <a:t>.</a:t>
                      </a:r>
                    </a:p>
                  </a:txBody>
                  <a:tcPr marL="47053" marR="47053" marT="23527" marB="23527" anchor="ctr"/>
                </a:tc>
                <a:tc>
                  <a:txBody>
                    <a:bodyPr/>
                    <a:lstStyle/>
                    <a:p>
                      <a:pPr>
                        <a:buNone/>
                      </a:pPr>
                      <a:r>
                        <a:rPr lang="en-US" sz="1100"/>
                        <a:t>3</a:t>
                      </a:r>
                    </a:p>
                  </a:txBody>
                  <a:tcPr marL="47053" marR="47053" marT="23527" marB="23527" anchor="ctr"/>
                </a:tc>
                <a:tc>
                  <a:txBody>
                    <a:bodyPr/>
                    <a:lstStyle/>
                    <a:p>
                      <a:pPr>
                        <a:buNone/>
                      </a:pPr>
                      <a:r>
                        <a:rPr lang="en-US" sz="1100"/>
                        <a:t>3</a:t>
                      </a:r>
                    </a:p>
                  </a:txBody>
                  <a:tcPr marL="47053" marR="47053" marT="23527" marB="23527" anchor="ctr"/>
                </a:tc>
                <a:extLst>
                  <a:ext uri="{0D108BD9-81ED-4DB2-BD59-A6C34878D82A}">
                    <a16:rowId xmlns:a16="http://schemas.microsoft.com/office/drawing/2014/main" val="2441540728"/>
                  </a:ext>
                </a:extLst>
              </a:tr>
            </a:tbl>
          </a:graphicData>
        </a:graphic>
      </p:graphicFrame>
    </p:spTree>
    <p:extLst>
      <p:ext uri="{BB962C8B-B14F-4D97-AF65-F5344CB8AC3E}">
        <p14:creationId xmlns:p14="http://schemas.microsoft.com/office/powerpoint/2010/main" val="20561715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2AF0CD20-C3E0-5267-8BB0-9ECEA85DA88A}"/>
            </a:ext>
          </a:extLst>
        </p:cNvPr>
        <p:cNvGrpSpPr/>
        <p:nvPr/>
      </p:nvGrpSpPr>
      <p:grpSpPr>
        <a:xfrm>
          <a:off x="0" y="0"/>
          <a:ext cx="0" cy="0"/>
          <a:chOff x="0" y="0"/>
          <a:chExt cx="0" cy="0"/>
        </a:xfrm>
      </p:grpSpPr>
      <p:sp>
        <p:nvSpPr>
          <p:cNvPr id="132" name="Google Shape;132;p17">
            <a:extLst>
              <a:ext uri="{FF2B5EF4-FFF2-40B4-BE49-F238E27FC236}">
                <a16:creationId xmlns:a16="http://schemas.microsoft.com/office/drawing/2014/main" id="{F713E8AD-978F-8217-6A79-D7892E3AF86D}"/>
              </a:ext>
            </a:extLst>
          </p:cNvPr>
          <p:cNvSpPr txBox="1">
            <a:spLocks noGrp="1"/>
          </p:cNvSpPr>
          <p:nvPr>
            <p:ph type="title"/>
          </p:nvPr>
        </p:nvSpPr>
        <p:spPr>
          <a:xfrm>
            <a:off x="838200" y="365125"/>
            <a:ext cx="10342418" cy="1325563"/>
          </a:xfrm>
          <a:prstGeom prst="rect">
            <a:avLst/>
          </a:prstGeom>
          <a:noFill/>
          <a:ln>
            <a:noFill/>
          </a:ln>
        </p:spPr>
        <p:txBody>
          <a:bodyPr spcFirstLastPara="1" wrap="square" lIns="91425" tIns="45700" rIns="91425" bIns="45700" anchor="ctr" anchorCtr="0">
            <a:normAutofit/>
          </a:bodyPr>
          <a:lstStyle/>
          <a:p>
            <a:r>
              <a:rPr lang="es-PE" sz="4000" b="1">
                <a:solidFill>
                  <a:srgbClr val="50BCE2"/>
                </a:solidFill>
                <a:latin typeface="Arial"/>
                <a:cs typeface="Arial"/>
                <a:sym typeface="Arial"/>
              </a:rPr>
              <a:t>DIAGRAMA DE CONTEXTO</a:t>
            </a:r>
            <a:endParaRPr lang="es-ES"/>
          </a:p>
        </p:txBody>
      </p:sp>
      <p:sp>
        <p:nvSpPr>
          <p:cNvPr id="133" name="Google Shape;133;p17">
            <a:extLst>
              <a:ext uri="{FF2B5EF4-FFF2-40B4-BE49-F238E27FC236}">
                <a16:creationId xmlns:a16="http://schemas.microsoft.com/office/drawing/2014/main" id="{0075C40B-E28D-6F97-7816-512136191D18}"/>
              </a:ext>
            </a:extLst>
          </p:cNvPr>
          <p:cNvSpPr/>
          <p:nvPr/>
        </p:nvSpPr>
        <p:spPr>
          <a:xfrm>
            <a:off x="3643373"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64C178AE-4120-6FA6-DD36-3D0440722B53}"/>
              </a:ext>
            </a:extLst>
          </p:cNvPr>
          <p:cNvPicPr>
            <a:picLocks noChangeAspect="1"/>
          </p:cNvPicPr>
          <p:nvPr/>
        </p:nvPicPr>
        <p:blipFill>
          <a:blip r:embed="rId3"/>
          <a:stretch>
            <a:fillRect/>
          </a:stretch>
        </p:blipFill>
        <p:spPr>
          <a:xfrm>
            <a:off x="293052" y="1556068"/>
            <a:ext cx="11616055" cy="5066665"/>
          </a:xfrm>
          <a:prstGeom prst="rect">
            <a:avLst/>
          </a:prstGeom>
        </p:spPr>
      </p:pic>
    </p:spTree>
    <p:extLst>
      <p:ext uri="{BB962C8B-B14F-4D97-AF65-F5344CB8AC3E}">
        <p14:creationId xmlns:p14="http://schemas.microsoft.com/office/powerpoint/2010/main" val="18805243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2AB30371-2721-1392-106F-9D9FF796D212}"/>
            </a:ext>
          </a:extLst>
        </p:cNvPr>
        <p:cNvGrpSpPr/>
        <p:nvPr/>
      </p:nvGrpSpPr>
      <p:grpSpPr>
        <a:xfrm>
          <a:off x="0" y="0"/>
          <a:ext cx="0" cy="0"/>
          <a:chOff x="0" y="0"/>
          <a:chExt cx="0" cy="0"/>
        </a:xfrm>
      </p:grpSpPr>
      <p:sp>
        <p:nvSpPr>
          <p:cNvPr id="133" name="Google Shape;133;p17">
            <a:extLst>
              <a:ext uri="{FF2B5EF4-FFF2-40B4-BE49-F238E27FC236}">
                <a16:creationId xmlns:a16="http://schemas.microsoft.com/office/drawing/2014/main" id="{C6905CFE-E6CC-85DD-5B8F-DF6DB46C1C88}"/>
              </a:ext>
            </a:extLst>
          </p:cNvPr>
          <p:cNvSpPr/>
          <p:nvPr/>
        </p:nvSpPr>
        <p:spPr>
          <a:xfrm>
            <a:off x="3643373"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A32B8DE0-DB02-912E-FD83-5471C2ED72C1}"/>
              </a:ext>
            </a:extLst>
          </p:cNvPr>
          <p:cNvPicPr>
            <a:picLocks noChangeAspect="1"/>
          </p:cNvPicPr>
          <p:nvPr/>
        </p:nvPicPr>
        <p:blipFill>
          <a:blip r:embed="rId3"/>
          <a:stretch>
            <a:fillRect/>
          </a:stretch>
        </p:blipFill>
        <p:spPr>
          <a:xfrm>
            <a:off x="3166745" y="186690"/>
            <a:ext cx="9028430" cy="6667500"/>
          </a:xfrm>
          <a:prstGeom prst="rect">
            <a:avLst/>
          </a:prstGeom>
        </p:spPr>
      </p:pic>
      <p:sp>
        <p:nvSpPr>
          <p:cNvPr id="132" name="Google Shape;132;p17">
            <a:extLst>
              <a:ext uri="{FF2B5EF4-FFF2-40B4-BE49-F238E27FC236}">
                <a16:creationId xmlns:a16="http://schemas.microsoft.com/office/drawing/2014/main" id="{BEE99B63-D277-D87A-050F-2947F3428349}"/>
              </a:ext>
            </a:extLst>
          </p:cNvPr>
          <p:cNvSpPr txBox="1">
            <a:spLocks noGrp="1"/>
          </p:cNvSpPr>
          <p:nvPr>
            <p:ph type="title"/>
          </p:nvPr>
        </p:nvSpPr>
        <p:spPr>
          <a:xfrm>
            <a:off x="-1341330" y="129"/>
            <a:ext cx="10995561" cy="1284923"/>
          </a:xfrm>
          <a:prstGeom prst="rect">
            <a:avLst/>
          </a:prstGeom>
          <a:noFill/>
          <a:ln>
            <a:noFill/>
          </a:ln>
        </p:spPr>
        <p:txBody>
          <a:bodyPr spcFirstLastPara="1" wrap="square" lIns="91425" tIns="45700" rIns="91425" bIns="45700" anchor="ctr" anchorCtr="0">
            <a:normAutofit/>
          </a:bodyPr>
          <a:lstStyle/>
          <a:p>
            <a:pPr algn="ctr"/>
            <a:r>
              <a:rPr lang="es-PE" sz="4000" b="1">
                <a:solidFill>
                  <a:srgbClr val="50BCE2"/>
                </a:solidFill>
                <a:latin typeface="Arial"/>
                <a:cs typeface="Arial"/>
                <a:sym typeface="Arial"/>
              </a:rPr>
              <a:t>DIAGRAMA DE CONTENEDORES</a:t>
            </a:r>
            <a:endParaRPr lang="es-PE" sz="4000">
              <a:solidFill>
                <a:srgbClr val="000000"/>
              </a:solidFill>
              <a:latin typeface="Arial"/>
              <a:cs typeface="Arial"/>
            </a:endParaRPr>
          </a:p>
        </p:txBody>
      </p:sp>
    </p:spTree>
    <p:extLst>
      <p:ext uri="{BB962C8B-B14F-4D97-AF65-F5344CB8AC3E}">
        <p14:creationId xmlns:p14="http://schemas.microsoft.com/office/powerpoint/2010/main" val="5184253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3EC6A232-210A-FA61-EEE1-0D14781C7552}"/>
            </a:ext>
          </a:extLst>
        </p:cNvPr>
        <p:cNvGrpSpPr/>
        <p:nvPr/>
      </p:nvGrpSpPr>
      <p:grpSpPr>
        <a:xfrm>
          <a:off x="0" y="0"/>
          <a:ext cx="0" cy="0"/>
          <a:chOff x="0" y="0"/>
          <a:chExt cx="0" cy="0"/>
        </a:xfrm>
      </p:grpSpPr>
      <p:sp>
        <p:nvSpPr>
          <p:cNvPr id="132" name="Google Shape;132;p17">
            <a:extLst>
              <a:ext uri="{FF2B5EF4-FFF2-40B4-BE49-F238E27FC236}">
                <a16:creationId xmlns:a16="http://schemas.microsoft.com/office/drawing/2014/main" id="{344E71B1-C315-E9C7-8CA8-8DB94BCBD491}"/>
              </a:ext>
            </a:extLst>
          </p:cNvPr>
          <p:cNvSpPr txBox="1">
            <a:spLocks noGrp="1"/>
          </p:cNvSpPr>
          <p:nvPr>
            <p:ph type="title"/>
          </p:nvPr>
        </p:nvSpPr>
        <p:spPr>
          <a:xfrm>
            <a:off x="685800" y="2770868"/>
            <a:ext cx="3854533" cy="1325563"/>
          </a:xfrm>
          <a:prstGeom prst="rect">
            <a:avLst/>
          </a:prstGeom>
          <a:noFill/>
          <a:ln>
            <a:noFill/>
          </a:ln>
        </p:spPr>
        <p:txBody>
          <a:bodyPr spcFirstLastPara="1" wrap="square" lIns="91425" tIns="45700" rIns="91425" bIns="45700" anchor="ctr" anchorCtr="0">
            <a:normAutofit fontScale="90000"/>
          </a:bodyPr>
          <a:lstStyle/>
          <a:p>
            <a:pPr algn="ctr"/>
            <a:r>
              <a:rPr lang="es-PE" sz="4000" b="1">
                <a:solidFill>
                  <a:srgbClr val="50BCE2"/>
                </a:solidFill>
                <a:latin typeface="Arial"/>
                <a:cs typeface="Arial"/>
                <a:sym typeface="Arial"/>
              </a:rPr>
              <a:t>DIAGRAMA</a:t>
            </a:r>
            <a:br>
              <a:rPr lang="es-PE" sz="4000" b="1">
                <a:solidFill>
                  <a:srgbClr val="50BCE2"/>
                </a:solidFill>
                <a:latin typeface="Arial"/>
                <a:cs typeface="Arial"/>
                <a:sym typeface="Arial"/>
              </a:rPr>
            </a:br>
            <a:r>
              <a:rPr lang="es-PE" sz="4000" b="1">
                <a:solidFill>
                  <a:srgbClr val="50BCE2"/>
                </a:solidFill>
                <a:latin typeface="Arial"/>
                <a:cs typeface="Arial"/>
                <a:sym typeface="Arial"/>
              </a:rPr>
              <a:t>DE </a:t>
            </a:r>
            <a:br>
              <a:rPr lang="es-PE" sz="4000" b="1">
                <a:solidFill>
                  <a:srgbClr val="50BCE2"/>
                </a:solidFill>
                <a:latin typeface="Arial"/>
                <a:cs typeface="Arial"/>
                <a:sym typeface="Arial"/>
              </a:rPr>
            </a:br>
            <a:r>
              <a:rPr lang="es-PE" sz="4000" b="1">
                <a:solidFill>
                  <a:srgbClr val="50BCE2"/>
                </a:solidFill>
                <a:latin typeface="Arial"/>
                <a:cs typeface="Arial"/>
                <a:sym typeface="Arial"/>
              </a:rPr>
              <a:t>COMPONENTES</a:t>
            </a:r>
            <a:endParaRPr lang="es-PE" sz="4000">
              <a:solidFill>
                <a:srgbClr val="000000"/>
              </a:solidFill>
              <a:latin typeface="Arial"/>
              <a:cs typeface="Arial"/>
            </a:endParaRPr>
          </a:p>
        </p:txBody>
      </p:sp>
      <p:sp>
        <p:nvSpPr>
          <p:cNvPr id="133" name="Google Shape;133;p17">
            <a:extLst>
              <a:ext uri="{FF2B5EF4-FFF2-40B4-BE49-F238E27FC236}">
                <a16:creationId xmlns:a16="http://schemas.microsoft.com/office/drawing/2014/main" id="{F855426C-B3DF-7B11-A4C1-3D6817007FF5}"/>
              </a:ext>
            </a:extLst>
          </p:cNvPr>
          <p:cNvSpPr/>
          <p:nvPr/>
        </p:nvSpPr>
        <p:spPr>
          <a:xfrm>
            <a:off x="3643373"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 name="Picture 1" descr="A diagram of a company&#10;&#10;AI-generated content may be incorrect.">
            <a:extLst>
              <a:ext uri="{FF2B5EF4-FFF2-40B4-BE49-F238E27FC236}">
                <a16:creationId xmlns:a16="http://schemas.microsoft.com/office/drawing/2014/main" id="{1148491B-8C03-13FC-5AB0-449F0EF96375}"/>
              </a:ext>
            </a:extLst>
          </p:cNvPr>
          <p:cNvPicPr>
            <a:picLocks noChangeAspect="1"/>
          </p:cNvPicPr>
          <p:nvPr/>
        </p:nvPicPr>
        <p:blipFill>
          <a:blip r:embed="rId3"/>
          <a:srcRect l="5071" t="2381" r="3116" b="5212"/>
          <a:stretch>
            <a:fillRect/>
          </a:stretch>
        </p:blipFill>
        <p:spPr>
          <a:xfrm>
            <a:off x="6862926" y="0"/>
            <a:ext cx="5331015" cy="6859821"/>
          </a:xfrm>
          <a:prstGeom prst="rect">
            <a:avLst/>
          </a:prstGeom>
        </p:spPr>
      </p:pic>
    </p:spTree>
    <p:extLst>
      <p:ext uri="{BB962C8B-B14F-4D97-AF65-F5344CB8AC3E}">
        <p14:creationId xmlns:p14="http://schemas.microsoft.com/office/powerpoint/2010/main" val="8645386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2A9D67A3-E811-8B80-EAAE-08FFF9EE0835}"/>
            </a:ext>
          </a:extLst>
        </p:cNvPr>
        <p:cNvGrpSpPr/>
        <p:nvPr/>
      </p:nvGrpSpPr>
      <p:grpSpPr>
        <a:xfrm>
          <a:off x="0" y="0"/>
          <a:ext cx="0" cy="0"/>
          <a:chOff x="0" y="0"/>
          <a:chExt cx="0" cy="0"/>
        </a:xfrm>
      </p:grpSpPr>
      <p:sp>
        <p:nvSpPr>
          <p:cNvPr id="133" name="Google Shape;133;p17">
            <a:extLst>
              <a:ext uri="{FF2B5EF4-FFF2-40B4-BE49-F238E27FC236}">
                <a16:creationId xmlns:a16="http://schemas.microsoft.com/office/drawing/2014/main" id="{9B7968F1-8B28-839F-39BB-972D14DE0718}"/>
              </a:ext>
            </a:extLst>
          </p:cNvPr>
          <p:cNvSpPr/>
          <p:nvPr/>
        </p:nvSpPr>
        <p:spPr>
          <a:xfrm>
            <a:off x="3643373"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EC194F84-A2FE-39B0-E98B-2E81EF496B74}"/>
              </a:ext>
            </a:extLst>
          </p:cNvPr>
          <p:cNvPicPr>
            <a:picLocks noChangeAspect="1"/>
          </p:cNvPicPr>
          <p:nvPr/>
        </p:nvPicPr>
        <p:blipFill>
          <a:blip r:embed="rId3"/>
          <a:stretch>
            <a:fillRect/>
          </a:stretch>
        </p:blipFill>
        <p:spPr>
          <a:xfrm>
            <a:off x="650211" y="0"/>
            <a:ext cx="10891578" cy="6858000"/>
          </a:xfrm>
          <a:prstGeom prst="rect">
            <a:avLst/>
          </a:prstGeom>
        </p:spPr>
      </p:pic>
    </p:spTree>
    <p:extLst>
      <p:ext uri="{BB962C8B-B14F-4D97-AF65-F5344CB8AC3E}">
        <p14:creationId xmlns:p14="http://schemas.microsoft.com/office/powerpoint/2010/main" val="6588369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84907FE9-D9E5-8919-3741-FB761127BA9D}"/>
            </a:ext>
          </a:extLst>
        </p:cNvPr>
        <p:cNvGrpSpPr/>
        <p:nvPr/>
      </p:nvGrpSpPr>
      <p:grpSpPr>
        <a:xfrm>
          <a:off x="0" y="0"/>
          <a:ext cx="0" cy="0"/>
          <a:chOff x="0" y="0"/>
          <a:chExt cx="0" cy="0"/>
        </a:xfrm>
      </p:grpSpPr>
      <p:sp>
        <p:nvSpPr>
          <p:cNvPr id="133" name="Google Shape;133;p17">
            <a:extLst>
              <a:ext uri="{FF2B5EF4-FFF2-40B4-BE49-F238E27FC236}">
                <a16:creationId xmlns:a16="http://schemas.microsoft.com/office/drawing/2014/main" id="{90346191-8CB1-2672-14B7-C6F78C96F65C}"/>
              </a:ext>
            </a:extLst>
          </p:cNvPr>
          <p:cNvSpPr/>
          <p:nvPr/>
        </p:nvSpPr>
        <p:spPr>
          <a:xfrm>
            <a:off x="3643373"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53F0D914-10F7-6653-809B-7E5AAFE381EB}"/>
              </a:ext>
            </a:extLst>
          </p:cNvPr>
          <p:cNvPicPr>
            <a:picLocks noChangeAspect="1"/>
          </p:cNvPicPr>
          <p:nvPr/>
        </p:nvPicPr>
        <p:blipFill>
          <a:blip r:embed="rId3"/>
          <a:stretch>
            <a:fillRect/>
          </a:stretch>
        </p:blipFill>
        <p:spPr>
          <a:xfrm>
            <a:off x="11974" y="0"/>
            <a:ext cx="12168051" cy="6858000"/>
          </a:xfrm>
          <a:prstGeom prst="rect">
            <a:avLst/>
          </a:prstGeom>
        </p:spPr>
      </p:pic>
    </p:spTree>
    <p:extLst>
      <p:ext uri="{BB962C8B-B14F-4D97-AF65-F5344CB8AC3E}">
        <p14:creationId xmlns:p14="http://schemas.microsoft.com/office/powerpoint/2010/main" val="40469400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3DFF97D7-65E0-98AD-87D5-9F5CE499AE85}"/>
            </a:ext>
          </a:extLst>
        </p:cNvPr>
        <p:cNvGrpSpPr/>
        <p:nvPr/>
      </p:nvGrpSpPr>
      <p:grpSpPr>
        <a:xfrm>
          <a:off x="0" y="0"/>
          <a:ext cx="0" cy="0"/>
          <a:chOff x="0" y="0"/>
          <a:chExt cx="0" cy="0"/>
        </a:xfrm>
      </p:grpSpPr>
      <p:sp>
        <p:nvSpPr>
          <p:cNvPr id="133" name="Google Shape;133;p17">
            <a:extLst>
              <a:ext uri="{FF2B5EF4-FFF2-40B4-BE49-F238E27FC236}">
                <a16:creationId xmlns:a16="http://schemas.microsoft.com/office/drawing/2014/main" id="{E0B9A454-A4A1-F65C-D48C-DF379DB637D6}"/>
              </a:ext>
            </a:extLst>
          </p:cNvPr>
          <p:cNvSpPr/>
          <p:nvPr/>
        </p:nvSpPr>
        <p:spPr>
          <a:xfrm>
            <a:off x="3643373"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EEFD841E-ED13-73A2-5D3B-D4DA556A30C7}"/>
              </a:ext>
            </a:extLst>
          </p:cNvPr>
          <p:cNvPicPr>
            <a:picLocks noChangeAspect="1"/>
          </p:cNvPicPr>
          <p:nvPr/>
        </p:nvPicPr>
        <p:blipFill>
          <a:blip r:embed="rId3"/>
          <a:stretch>
            <a:fillRect/>
          </a:stretch>
        </p:blipFill>
        <p:spPr>
          <a:xfrm>
            <a:off x="3131049" y="0"/>
            <a:ext cx="5929903" cy="6858000"/>
          </a:xfrm>
          <a:prstGeom prst="rect">
            <a:avLst/>
          </a:prstGeom>
        </p:spPr>
      </p:pic>
    </p:spTree>
    <p:extLst>
      <p:ext uri="{BB962C8B-B14F-4D97-AF65-F5344CB8AC3E}">
        <p14:creationId xmlns:p14="http://schemas.microsoft.com/office/powerpoint/2010/main" val="30947918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131">
          <a:extLst>
            <a:ext uri="{FF2B5EF4-FFF2-40B4-BE49-F238E27FC236}">
              <a16:creationId xmlns:a16="http://schemas.microsoft.com/office/drawing/2014/main" id="{A27F95E1-B565-64D0-32AA-BBC84D061332}"/>
            </a:ext>
          </a:extLst>
        </p:cNvPr>
        <p:cNvGrpSpPr/>
        <p:nvPr/>
      </p:nvGrpSpPr>
      <p:grpSpPr>
        <a:xfrm>
          <a:off x="0" y="0"/>
          <a:ext cx="0" cy="0"/>
          <a:chOff x="0" y="0"/>
          <a:chExt cx="0" cy="0"/>
        </a:xfrm>
      </p:grpSpPr>
      <p:sp>
        <p:nvSpPr>
          <p:cNvPr id="132" name="Google Shape;132;p17">
            <a:extLst>
              <a:ext uri="{FF2B5EF4-FFF2-40B4-BE49-F238E27FC236}">
                <a16:creationId xmlns:a16="http://schemas.microsoft.com/office/drawing/2014/main" id="{799ECBF6-34CA-0FD1-82B3-9AA94D47BB1E}"/>
              </a:ext>
            </a:extLst>
          </p:cNvPr>
          <p:cNvSpPr txBox="1">
            <a:spLocks noGrp="1"/>
          </p:cNvSpPr>
          <p:nvPr>
            <p:ph type="title"/>
          </p:nvPr>
        </p:nvSpPr>
        <p:spPr>
          <a:xfrm>
            <a:off x="70692" y="-75156"/>
            <a:ext cx="3854533" cy="1325563"/>
          </a:xfrm>
          <a:prstGeom prst="rect">
            <a:avLst/>
          </a:prstGeom>
          <a:noFill/>
          <a:ln>
            <a:noFill/>
          </a:ln>
        </p:spPr>
        <p:txBody>
          <a:bodyPr spcFirstLastPara="1" wrap="square" lIns="91425" tIns="45700" rIns="91425" bIns="45700" anchor="ctr" anchorCtr="0">
            <a:normAutofit/>
          </a:bodyPr>
          <a:lstStyle/>
          <a:p>
            <a:pPr algn="ctr"/>
            <a:r>
              <a:rPr lang="es-PE" sz="4000" b="1">
                <a:solidFill>
                  <a:srgbClr val="50BCE2"/>
                </a:solidFill>
                <a:latin typeface="Arial"/>
                <a:cs typeface="Arial"/>
                <a:sym typeface="Arial"/>
              </a:rPr>
              <a:t>WIREFRAMES</a:t>
            </a:r>
            <a:endParaRPr lang="en-US"/>
          </a:p>
        </p:txBody>
      </p:sp>
      <p:sp>
        <p:nvSpPr>
          <p:cNvPr id="133" name="Google Shape;133;p17">
            <a:extLst>
              <a:ext uri="{FF2B5EF4-FFF2-40B4-BE49-F238E27FC236}">
                <a16:creationId xmlns:a16="http://schemas.microsoft.com/office/drawing/2014/main" id="{283B2E41-F4DC-2FB0-1FD2-4728877B6F75}"/>
              </a:ext>
            </a:extLst>
          </p:cNvPr>
          <p:cNvSpPr/>
          <p:nvPr/>
        </p:nvSpPr>
        <p:spPr>
          <a:xfrm>
            <a:off x="1715421" y="916403"/>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 name="Picture 2" descr="A screenshot of a computer&#10;&#10;AI-generated content may be incorrect.">
            <a:extLst>
              <a:ext uri="{FF2B5EF4-FFF2-40B4-BE49-F238E27FC236}">
                <a16:creationId xmlns:a16="http://schemas.microsoft.com/office/drawing/2014/main" id="{4BD1E3C8-7024-47B9-6A6D-14C0A0C3479F}"/>
              </a:ext>
            </a:extLst>
          </p:cNvPr>
          <p:cNvPicPr>
            <a:picLocks noChangeAspect="1"/>
          </p:cNvPicPr>
          <p:nvPr/>
        </p:nvPicPr>
        <p:blipFill>
          <a:blip r:embed="rId3"/>
          <a:stretch>
            <a:fillRect/>
          </a:stretch>
        </p:blipFill>
        <p:spPr>
          <a:xfrm>
            <a:off x="225903" y="992550"/>
            <a:ext cx="7021303" cy="3192828"/>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A7CF022C-AED0-A0CD-A62D-7F90FDB4A90C}"/>
              </a:ext>
            </a:extLst>
          </p:cNvPr>
          <p:cNvPicPr>
            <a:picLocks noChangeAspect="1"/>
          </p:cNvPicPr>
          <p:nvPr/>
        </p:nvPicPr>
        <p:blipFill>
          <a:blip r:embed="rId4"/>
          <a:stretch>
            <a:fillRect/>
          </a:stretch>
        </p:blipFill>
        <p:spPr>
          <a:xfrm>
            <a:off x="5487492" y="3174177"/>
            <a:ext cx="6147067" cy="3686175"/>
          </a:xfrm>
          <a:prstGeom prst="rect">
            <a:avLst/>
          </a:prstGeom>
        </p:spPr>
      </p:pic>
    </p:spTree>
    <p:extLst>
      <p:ext uri="{BB962C8B-B14F-4D97-AF65-F5344CB8AC3E}">
        <p14:creationId xmlns:p14="http://schemas.microsoft.com/office/powerpoint/2010/main" val="38619604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Shape 131">
          <a:extLst>
            <a:ext uri="{FF2B5EF4-FFF2-40B4-BE49-F238E27FC236}">
              <a16:creationId xmlns:a16="http://schemas.microsoft.com/office/drawing/2014/main" id="{38DD1DAE-F54B-C90C-8062-9C7CB760BB9F}"/>
            </a:ext>
          </a:extLst>
        </p:cNvPr>
        <p:cNvGrpSpPr/>
        <p:nvPr/>
      </p:nvGrpSpPr>
      <p:grpSpPr>
        <a:xfrm>
          <a:off x="0" y="0"/>
          <a:ext cx="0" cy="0"/>
          <a:chOff x="0" y="0"/>
          <a:chExt cx="0" cy="0"/>
        </a:xfrm>
      </p:grpSpPr>
      <p:sp>
        <p:nvSpPr>
          <p:cNvPr id="132" name="Google Shape;132;p17">
            <a:extLst>
              <a:ext uri="{FF2B5EF4-FFF2-40B4-BE49-F238E27FC236}">
                <a16:creationId xmlns:a16="http://schemas.microsoft.com/office/drawing/2014/main" id="{221B9DD3-47C5-D5A9-CF31-D4B7CD8B1B96}"/>
              </a:ext>
            </a:extLst>
          </p:cNvPr>
          <p:cNvSpPr txBox="1">
            <a:spLocks noGrp="1"/>
          </p:cNvSpPr>
          <p:nvPr>
            <p:ph type="title"/>
          </p:nvPr>
        </p:nvSpPr>
        <p:spPr>
          <a:xfrm>
            <a:off x="70692" y="-75156"/>
            <a:ext cx="3854533" cy="1325563"/>
          </a:xfrm>
          <a:prstGeom prst="rect">
            <a:avLst/>
          </a:prstGeom>
          <a:noFill/>
          <a:ln>
            <a:noFill/>
          </a:ln>
        </p:spPr>
        <p:txBody>
          <a:bodyPr spcFirstLastPara="1" wrap="square" lIns="91425" tIns="45700" rIns="91425" bIns="45700" anchor="ctr" anchorCtr="0">
            <a:normAutofit/>
          </a:bodyPr>
          <a:lstStyle/>
          <a:p>
            <a:pPr algn="ctr"/>
            <a:r>
              <a:rPr lang="es-PE" sz="4000" b="1">
                <a:solidFill>
                  <a:srgbClr val="50BCE2"/>
                </a:solidFill>
                <a:latin typeface="Arial"/>
                <a:cs typeface="Arial"/>
                <a:sym typeface="Arial"/>
              </a:rPr>
              <a:t>WIREFRAMES</a:t>
            </a:r>
            <a:endParaRPr lang="en-US"/>
          </a:p>
        </p:txBody>
      </p:sp>
      <p:sp>
        <p:nvSpPr>
          <p:cNvPr id="133" name="Google Shape;133;p17">
            <a:extLst>
              <a:ext uri="{FF2B5EF4-FFF2-40B4-BE49-F238E27FC236}">
                <a16:creationId xmlns:a16="http://schemas.microsoft.com/office/drawing/2014/main" id="{F479630D-D6A6-ED7A-94CB-AC14BF950A4F}"/>
              </a:ext>
            </a:extLst>
          </p:cNvPr>
          <p:cNvSpPr/>
          <p:nvPr/>
        </p:nvSpPr>
        <p:spPr>
          <a:xfrm>
            <a:off x="1715421" y="916403"/>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 name="Picture 1" descr="A screenshot of a computer&#10;&#10;AI-generated content may be incorrect.">
            <a:extLst>
              <a:ext uri="{FF2B5EF4-FFF2-40B4-BE49-F238E27FC236}">
                <a16:creationId xmlns:a16="http://schemas.microsoft.com/office/drawing/2014/main" id="{3D9384EF-A353-64BC-3B69-AEB4386CC65E}"/>
              </a:ext>
            </a:extLst>
          </p:cNvPr>
          <p:cNvPicPr>
            <a:picLocks noChangeAspect="1"/>
          </p:cNvPicPr>
          <p:nvPr/>
        </p:nvPicPr>
        <p:blipFill>
          <a:blip r:embed="rId3"/>
          <a:srcRect t="8043"/>
          <a:stretch>
            <a:fillRect/>
          </a:stretch>
        </p:blipFill>
        <p:spPr>
          <a:xfrm>
            <a:off x="267368" y="1414146"/>
            <a:ext cx="6032501" cy="3789388"/>
          </a:xfrm>
          <a:prstGeom prst="rect">
            <a:avLst/>
          </a:prstGeom>
        </p:spPr>
      </p:pic>
      <p:pic>
        <p:nvPicPr>
          <p:cNvPr id="5" name="Picture 4" descr="A screenshot of a computer screen&#10;&#10;AI-generated content may be incorrect.">
            <a:extLst>
              <a:ext uri="{FF2B5EF4-FFF2-40B4-BE49-F238E27FC236}">
                <a16:creationId xmlns:a16="http://schemas.microsoft.com/office/drawing/2014/main" id="{E2DCF550-8E04-D2A3-2734-0E4DC9EE8E26}"/>
              </a:ext>
            </a:extLst>
          </p:cNvPr>
          <p:cNvPicPr>
            <a:picLocks noChangeAspect="1"/>
          </p:cNvPicPr>
          <p:nvPr/>
        </p:nvPicPr>
        <p:blipFill>
          <a:blip r:embed="rId4"/>
          <a:stretch>
            <a:fillRect/>
          </a:stretch>
        </p:blipFill>
        <p:spPr>
          <a:xfrm>
            <a:off x="5851608" y="1086852"/>
            <a:ext cx="6494547" cy="4493795"/>
          </a:xfrm>
          <a:prstGeom prst="rect">
            <a:avLst/>
          </a:prstGeom>
        </p:spPr>
      </p:pic>
    </p:spTree>
    <p:extLst>
      <p:ext uri="{BB962C8B-B14F-4D97-AF65-F5344CB8AC3E}">
        <p14:creationId xmlns:p14="http://schemas.microsoft.com/office/powerpoint/2010/main" val="12257236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Shape 131">
          <a:extLst>
            <a:ext uri="{FF2B5EF4-FFF2-40B4-BE49-F238E27FC236}">
              <a16:creationId xmlns:a16="http://schemas.microsoft.com/office/drawing/2014/main" id="{B3EFD67F-67E1-DD53-10C1-1CC6D1AD2101}"/>
            </a:ext>
          </a:extLst>
        </p:cNvPr>
        <p:cNvGrpSpPr/>
        <p:nvPr/>
      </p:nvGrpSpPr>
      <p:grpSpPr>
        <a:xfrm>
          <a:off x="0" y="0"/>
          <a:ext cx="0" cy="0"/>
          <a:chOff x="0" y="0"/>
          <a:chExt cx="0" cy="0"/>
        </a:xfrm>
      </p:grpSpPr>
      <p:sp>
        <p:nvSpPr>
          <p:cNvPr id="132" name="Google Shape;132;p17">
            <a:extLst>
              <a:ext uri="{FF2B5EF4-FFF2-40B4-BE49-F238E27FC236}">
                <a16:creationId xmlns:a16="http://schemas.microsoft.com/office/drawing/2014/main" id="{EAC796AA-4D45-BDE6-C0DF-7E4B0CA574A1}"/>
              </a:ext>
            </a:extLst>
          </p:cNvPr>
          <p:cNvSpPr txBox="1">
            <a:spLocks noGrp="1"/>
          </p:cNvSpPr>
          <p:nvPr>
            <p:ph type="title"/>
          </p:nvPr>
        </p:nvSpPr>
        <p:spPr>
          <a:xfrm>
            <a:off x="70692" y="-75156"/>
            <a:ext cx="3854533" cy="1325563"/>
          </a:xfrm>
          <a:prstGeom prst="rect">
            <a:avLst/>
          </a:prstGeom>
          <a:noFill/>
          <a:ln>
            <a:noFill/>
          </a:ln>
        </p:spPr>
        <p:txBody>
          <a:bodyPr spcFirstLastPara="1" wrap="square" lIns="91425" tIns="45700" rIns="91425" bIns="45700" anchor="ctr" anchorCtr="0">
            <a:normAutofit/>
          </a:bodyPr>
          <a:lstStyle/>
          <a:p>
            <a:pPr algn="ctr"/>
            <a:r>
              <a:rPr lang="es-PE" sz="4000" b="1">
                <a:solidFill>
                  <a:srgbClr val="50BCE2"/>
                </a:solidFill>
                <a:latin typeface="Arial"/>
                <a:cs typeface="Arial"/>
                <a:sym typeface="Arial"/>
              </a:rPr>
              <a:t>WIREFRAMES</a:t>
            </a:r>
            <a:endParaRPr lang="en-US"/>
          </a:p>
        </p:txBody>
      </p:sp>
      <p:sp>
        <p:nvSpPr>
          <p:cNvPr id="133" name="Google Shape;133;p17">
            <a:extLst>
              <a:ext uri="{FF2B5EF4-FFF2-40B4-BE49-F238E27FC236}">
                <a16:creationId xmlns:a16="http://schemas.microsoft.com/office/drawing/2014/main" id="{730E50FD-2C4E-F29B-4C0B-7A57882FBC1E}"/>
              </a:ext>
            </a:extLst>
          </p:cNvPr>
          <p:cNvSpPr/>
          <p:nvPr/>
        </p:nvSpPr>
        <p:spPr>
          <a:xfrm>
            <a:off x="1715421" y="916403"/>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 name="Picture 2" descr="A screenshot of a computer&#10;&#10;AI-generated content may be incorrect.">
            <a:extLst>
              <a:ext uri="{FF2B5EF4-FFF2-40B4-BE49-F238E27FC236}">
                <a16:creationId xmlns:a16="http://schemas.microsoft.com/office/drawing/2014/main" id="{F2001710-B612-8FC9-7F14-8F5FEBED643C}"/>
              </a:ext>
            </a:extLst>
          </p:cNvPr>
          <p:cNvPicPr>
            <a:picLocks noChangeAspect="1"/>
          </p:cNvPicPr>
          <p:nvPr/>
        </p:nvPicPr>
        <p:blipFill>
          <a:blip r:embed="rId3"/>
          <a:stretch>
            <a:fillRect/>
          </a:stretch>
        </p:blipFill>
        <p:spPr>
          <a:xfrm>
            <a:off x="66594" y="992605"/>
            <a:ext cx="5200813" cy="4070685"/>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F48C22B4-ACDD-1DE3-0BE3-3243DBE56F00}"/>
              </a:ext>
            </a:extLst>
          </p:cNvPr>
          <p:cNvPicPr>
            <a:picLocks noChangeAspect="1"/>
          </p:cNvPicPr>
          <p:nvPr/>
        </p:nvPicPr>
        <p:blipFill>
          <a:blip r:embed="rId4"/>
          <a:stretch>
            <a:fillRect/>
          </a:stretch>
        </p:blipFill>
        <p:spPr>
          <a:xfrm>
            <a:off x="5257777" y="992604"/>
            <a:ext cx="6719682" cy="4451685"/>
          </a:xfrm>
          <a:prstGeom prst="rect">
            <a:avLst/>
          </a:prstGeom>
        </p:spPr>
      </p:pic>
    </p:spTree>
    <p:extLst>
      <p:ext uri="{BB962C8B-B14F-4D97-AF65-F5344CB8AC3E}">
        <p14:creationId xmlns:p14="http://schemas.microsoft.com/office/powerpoint/2010/main" val="35931294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4B559A7D-7DB9-F7B5-542B-398EE9807C58}"/>
            </a:ext>
          </a:extLst>
        </p:cNvPr>
        <p:cNvGrpSpPr/>
        <p:nvPr/>
      </p:nvGrpSpPr>
      <p:grpSpPr>
        <a:xfrm>
          <a:off x="0" y="0"/>
          <a:ext cx="0" cy="0"/>
          <a:chOff x="0" y="0"/>
          <a:chExt cx="0" cy="0"/>
        </a:xfrm>
      </p:grpSpPr>
      <p:sp>
        <p:nvSpPr>
          <p:cNvPr id="132" name="Google Shape;132;p17">
            <a:extLst>
              <a:ext uri="{FF2B5EF4-FFF2-40B4-BE49-F238E27FC236}">
                <a16:creationId xmlns:a16="http://schemas.microsoft.com/office/drawing/2014/main" id="{20A941C8-6A1B-7B4B-3A84-5F0D37FD256A}"/>
              </a:ext>
            </a:extLst>
          </p:cNvPr>
          <p:cNvSpPr txBox="1">
            <a:spLocks noGrp="1"/>
          </p:cNvSpPr>
          <p:nvPr>
            <p:ph type="title"/>
          </p:nvPr>
        </p:nvSpPr>
        <p:spPr>
          <a:xfrm>
            <a:off x="70692" y="-75156"/>
            <a:ext cx="5666606" cy="1325563"/>
          </a:xfrm>
          <a:prstGeom prst="rect">
            <a:avLst/>
          </a:prstGeom>
          <a:noFill/>
          <a:ln>
            <a:noFill/>
          </a:ln>
        </p:spPr>
        <p:txBody>
          <a:bodyPr spcFirstLastPara="1" wrap="square" lIns="91425" tIns="45700" rIns="91425" bIns="45700" anchor="ctr" anchorCtr="0">
            <a:normAutofit/>
          </a:bodyPr>
          <a:lstStyle/>
          <a:p>
            <a:pPr algn="ctr"/>
            <a:r>
              <a:rPr lang="es-PE" sz="4000" b="1">
                <a:solidFill>
                  <a:srgbClr val="50BCE2"/>
                </a:solidFill>
                <a:latin typeface="Arial"/>
                <a:cs typeface="Arial"/>
                <a:sym typeface="Arial"/>
              </a:rPr>
              <a:t>STUDENT OUTCOME</a:t>
            </a:r>
            <a:endParaRPr lang="en-US"/>
          </a:p>
        </p:txBody>
      </p:sp>
      <p:sp>
        <p:nvSpPr>
          <p:cNvPr id="133" name="Google Shape;133;p17">
            <a:extLst>
              <a:ext uri="{FF2B5EF4-FFF2-40B4-BE49-F238E27FC236}">
                <a16:creationId xmlns:a16="http://schemas.microsoft.com/office/drawing/2014/main" id="{2F8F03D6-1C42-9332-3824-341B2FB38FB4}"/>
              </a:ext>
            </a:extLst>
          </p:cNvPr>
          <p:cNvSpPr/>
          <p:nvPr/>
        </p:nvSpPr>
        <p:spPr>
          <a:xfrm>
            <a:off x="1715421" y="916403"/>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 name="TextBox 1">
            <a:extLst>
              <a:ext uri="{FF2B5EF4-FFF2-40B4-BE49-F238E27FC236}">
                <a16:creationId xmlns:a16="http://schemas.microsoft.com/office/drawing/2014/main" id="{DE3178EA-BB13-87AB-9F5E-3EEABBBC8C9C}"/>
              </a:ext>
            </a:extLst>
          </p:cNvPr>
          <p:cNvSpPr txBox="1"/>
          <p:nvPr/>
        </p:nvSpPr>
        <p:spPr>
          <a:xfrm>
            <a:off x="74714" y="919232"/>
            <a:ext cx="6096000" cy="64325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solidFill>
                  <a:schemeClr val="accent1">
                    <a:lumMod val="76000"/>
                  </a:schemeClr>
                </a:solidFill>
              </a:rPr>
              <a:t>SO1 – Resolución de </a:t>
            </a:r>
            <a:r>
              <a:rPr lang="en-US" sz="1800" b="1" err="1">
                <a:solidFill>
                  <a:schemeClr val="accent1">
                    <a:lumMod val="76000"/>
                  </a:schemeClr>
                </a:solidFill>
              </a:rPr>
              <a:t>problemas</a:t>
            </a:r>
            <a:r>
              <a:rPr lang="en-US" sz="1800" b="1">
                <a:solidFill>
                  <a:schemeClr val="accent1">
                    <a:lumMod val="76000"/>
                  </a:schemeClr>
                </a:solidFill>
              </a:rPr>
              <a:t> </a:t>
            </a:r>
            <a:r>
              <a:rPr lang="en-US" sz="1800" b="1" err="1">
                <a:solidFill>
                  <a:schemeClr val="accent1">
                    <a:lumMod val="76000"/>
                  </a:schemeClr>
                </a:solidFill>
              </a:rPr>
              <a:t>complejos</a:t>
            </a:r>
            <a:r>
              <a:rPr lang="en-US" sz="1800" b="1"/>
              <a:t>:</a:t>
            </a:r>
            <a:br>
              <a:rPr lang="en-US" sz="1800"/>
            </a:br>
            <a:r>
              <a:rPr lang="en-US" sz="1600"/>
              <a:t>Se </a:t>
            </a:r>
            <a:r>
              <a:rPr lang="en-US" sz="1600" err="1"/>
              <a:t>identificó</a:t>
            </a:r>
            <a:r>
              <a:rPr lang="en-US" sz="1600"/>
              <a:t> </a:t>
            </a:r>
            <a:r>
              <a:rPr lang="en-US" sz="1600" err="1"/>
              <a:t>el</a:t>
            </a:r>
            <a:r>
              <a:rPr lang="en-US" sz="1600"/>
              <a:t> </a:t>
            </a:r>
            <a:r>
              <a:rPr lang="en-US" sz="1600" err="1"/>
              <a:t>problema</a:t>
            </a:r>
            <a:r>
              <a:rPr lang="en-US" sz="1600"/>
              <a:t> de la baja </a:t>
            </a:r>
            <a:r>
              <a:rPr lang="en-US" sz="1600" err="1"/>
              <a:t>retención</a:t>
            </a:r>
            <a:r>
              <a:rPr lang="en-US" sz="1600"/>
              <a:t> y </a:t>
            </a:r>
            <a:r>
              <a:rPr lang="en-US" sz="1600" err="1"/>
              <a:t>dificultad</a:t>
            </a:r>
            <a:r>
              <a:rPr lang="en-US" sz="1600"/>
              <a:t> para </a:t>
            </a:r>
            <a:r>
              <a:rPr lang="en-US" sz="1600" err="1"/>
              <a:t>aprovechar</a:t>
            </a:r>
            <a:r>
              <a:rPr lang="en-US" sz="1600"/>
              <a:t> </a:t>
            </a:r>
            <a:r>
              <a:rPr lang="en-US" sz="1600" err="1"/>
              <a:t>clases</a:t>
            </a:r>
            <a:r>
              <a:rPr lang="en-US" sz="1600"/>
              <a:t> </a:t>
            </a:r>
            <a:r>
              <a:rPr lang="en-US" sz="1600" err="1"/>
              <a:t>grabadas</a:t>
            </a:r>
            <a:r>
              <a:rPr lang="en-US" sz="1600"/>
              <a:t>, y se </a:t>
            </a:r>
            <a:r>
              <a:rPr lang="en-US" sz="1600" err="1"/>
              <a:t>formuló</a:t>
            </a:r>
            <a:r>
              <a:rPr lang="en-US" sz="1600"/>
              <a:t> </a:t>
            </a:r>
            <a:r>
              <a:rPr lang="en-US" sz="1600" err="1"/>
              <a:t>una</a:t>
            </a:r>
            <a:r>
              <a:rPr lang="en-US" sz="1600"/>
              <a:t> </a:t>
            </a:r>
            <a:r>
              <a:rPr lang="en-US" sz="1600" err="1"/>
              <a:t>solución</a:t>
            </a:r>
            <a:r>
              <a:rPr lang="en-US" sz="1600"/>
              <a:t> de </a:t>
            </a:r>
            <a:r>
              <a:rPr lang="en-US" sz="1600" err="1"/>
              <a:t>ingeniería</a:t>
            </a:r>
            <a:r>
              <a:rPr lang="en-US" sz="1600"/>
              <a:t> </a:t>
            </a:r>
            <a:r>
              <a:rPr lang="en-US" sz="1600" err="1"/>
              <a:t>basada</a:t>
            </a:r>
            <a:r>
              <a:rPr lang="en-US" sz="1600"/>
              <a:t> </a:t>
            </a:r>
            <a:r>
              <a:rPr lang="en-US" sz="1600" err="1"/>
              <a:t>en</a:t>
            </a:r>
            <a:r>
              <a:rPr lang="en-US" sz="1600"/>
              <a:t> IA, </a:t>
            </a:r>
            <a:r>
              <a:rPr lang="en-US" sz="1600" err="1"/>
              <a:t>transcripción</a:t>
            </a:r>
            <a:r>
              <a:rPr lang="en-US" sz="1600"/>
              <a:t> </a:t>
            </a:r>
            <a:r>
              <a:rPr lang="en-US" sz="1600" err="1"/>
              <a:t>automática</a:t>
            </a:r>
            <a:r>
              <a:rPr lang="en-US" sz="1600"/>
              <a:t>, NLP y </a:t>
            </a:r>
            <a:r>
              <a:rPr lang="en-US" sz="1600" err="1"/>
              <a:t>evaluación</a:t>
            </a:r>
            <a:r>
              <a:rPr lang="en-US" sz="1600"/>
              <a:t> </a:t>
            </a:r>
            <a:r>
              <a:rPr lang="en-US" sz="1600" err="1"/>
              <a:t>adaptativa</a:t>
            </a:r>
            <a:r>
              <a:rPr lang="en-US" sz="1600"/>
              <a:t>.</a:t>
            </a:r>
          </a:p>
          <a:p>
            <a:endParaRPr lang="en-US" sz="1800">
              <a:solidFill>
                <a:schemeClr val="accent1">
                  <a:lumMod val="76000"/>
                </a:schemeClr>
              </a:solidFill>
            </a:endParaRPr>
          </a:p>
          <a:p>
            <a:r>
              <a:rPr lang="en-US" sz="1800" b="1">
                <a:solidFill>
                  <a:schemeClr val="accent1">
                    <a:lumMod val="76000"/>
                  </a:schemeClr>
                </a:solidFill>
              </a:rPr>
              <a:t>SO2 – Diseño de </a:t>
            </a:r>
            <a:r>
              <a:rPr lang="en-US" sz="1800" b="1" err="1">
                <a:solidFill>
                  <a:schemeClr val="accent1">
                    <a:lumMod val="76000"/>
                  </a:schemeClr>
                </a:solidFill>
              </a:rPr>
              <a:t>soluciones</a:t>
            </a:r>
            <a:r>
              <a:rPr lang="en-US" sz="1800" b="1">
                <a:solidFill>
                  <a:schemeClr val="accent1">
                    <a:lumMod val="76000"/>
                  </a:schemeClr>
                </a:solidFill>
              </a:rPr>
              <a:t>:</a:t>
            </a:r>
            <a:br>
              <a:rPr lang="en-US" sz="1800"/>
            </a:br>
            <a:r>
              <a:rPr lang="en-US" sz="1600"/>
              <a:t>Se </a:t>
            </a:r>
            <a:r>
              <a:rPr lang="en-US" sz="1600" err="1"/>
              <a:t>diseñó</a:t>
            </a:r>
            <a:r>
              <a:rPr lang="en-US" sz="1600"/>
              <a:t> </a:t>
            </a:r>
            <a:r>
              <a:rPr lang="en-US" sz="1600" err="1"/>
              <a:t>una</a:t>
            </a:r>
            <a:r>
              <a:rPr lang="en-US" sz="1600"/>
              <a:t> </a:t>
            </a:r>
            <a:r>
              <a:rPr lang="en-US" sz="1600" err="1"/>
              <a:t>plataforma</a:t>
            </a:r>
            <a:r>
              <a:rPr lang="en-US" sz="1600"/>
              <a:t> </a:t>
            </a:r>
            <a:r>
              <a:rPr lang="en-US" sz="1600" err="1"/>
              <a:t>que</a:t>
            </a:r>
            <a:r>
              <a:rPr lang="en-US" sz="1600"/>
              <a:t> </a:t>
            </a:r>
            <a:r>
              <a:rPr lang="en-US" sz="1600" err="1"/>
              <a:t>responde</a:t>
            </a:r>
            <a:r>
              <a:rPr lang="en-US" sz="1600"/>
              <a:t> a </a:t>
            </a:r>
            <a:r>
              <a:rPr lang="en-US" sz="1600" err="1"/>
              <a:t>una</a:t>
            </a:r>
            <a:r>
              <a:rPr lang="en-US" sz="1600"/>
              <a:t> </a:t>
            </a:r>
            <a:r>
              <a:rPr lang="en-US" sz="1600" err="1"/>
              <a:t>necesidad</a:t>
            </a:r>
            <a:r>
              <a:rPr lang="en-US" sz="1600"/>
              <a:t> </a:t>
            </a:r>
            <a:r>
              <a:rPr lang="en-US" sz="1600" err="1"/>
              <a:t>concreta</a:t>
            </a:r>
            <a:r>
              <a:rPr lang="en-US" sz="1600"/>
              <a:t>: </a:t>
            </a:r>
            <a:r>
              <a:rPr lang="en-US" sz="1600" err="1"/>
              <a:t>transformar</a:t>
            </a:r>
            <a:r>
              <a:rPr lang="en-US" sz="1600"/>
              <a:t> </a:t>
            </a:r>
            <a:r>
              <a:rPr lang="en-US" sz="1600" err="1"/>
              <a:t>clases</a:t>
            </a:r>
            <a:r>
              <a:rPr lang="en-US" sz="1600"/>
              <a:t> </a:t>
            </a:r>
            <a:r>
              <a:rPr lang="en-US" sz="1600" err="1"/>
              <a:t>universitarias</a:t>
            </a:r>
            <a:r>
              <a:rPr lang="en-US" sz="1600"/>
              <a:t> </a:t>
            </a:r>
            <a:r>
              <a:rPr lang="en-US" sz="1600" err="1"/>
              <a:t>grabadas</a:t>
            </a:r>
            <a:r>
              <a:rPr lang="en-US" sz="1600"/>
              <a:t> </a:t>
            </a:r>
            <a:r>
              <a:rPr lang="en-US" sz="1600" err="1"/>
              <a:t>en</a:t>
            </a:r>
            <a:r>
              <a:rPr lang="en-US" sz="1600"/>
              <a:t> </a:t>
            </a:r>
            <a:r>
              <a:rPr lang="en-US" sz="1600" err="1"/>
              <a:t>microcontenidos</a:t>
            </a:r>
            <a:r>
              <a:rPr lang="en-US" sz="1600"/>
              <a:t> </a:t>
            </a:r>
            <a:r>
              <a:rPr lang="en-US" sz="1600" err="1"/>
              <a:t>personalizados</a:t>
            </a:r>
            <a:r>
              <a:rPr lang="en-US" sz="1600"/>
              <a:t> y </a:t>
            </a:r>
            <a:r>
              <a:rPr lang="en-US" sz="1600" err="1"/>
              <a:t>evaluaciones</a:t>
            </a:r>
            <a:r>
              <a:rPr lang="en-US" sz="1600"/>
              <a:t> </a:t>
            </a:r>
            <a:r>
              <a:rPr lang="en-US" sz="1600" err="1"/>
              <a:t>adaptativas</a:t>
            </a:r>
            <a:r>
              <a:rPr lang="en-US" sz="1600"/>
              <a:t> para </a:t>
            </a:r>
            <a:r>
              <a:rPr lang="en-US" sz="1600" err="1"/>
              <a:t>mejorar</a:t>
            </a:r>
            <a:r>
              <a:rPr lang="en-US" sz="1600"/>
              <a:t> </a:t>
            </a:r>
            <a:r>
              <a:rPr lang="en-US" sz="1600" err="1"/>
              <a:t>el</a:t>
            </a:r>
            <a:r>
              <a:rPr lang="en-US" sz="1600"/>
              <a:t> </a:t>
            </a:r>
            <a:r>
              <a:rPr lang="en-US" sz="1600" err="1"/>
              <a:t>seguimiento</a:t>
            </a:r>
            <a:r>
              <a:rPr lang="en-US" sz="1600"/>
              <a:t> del </a:t>
            </a:r>
            <a:r>
              <a:rPr lang="en-US" sz="1600" err="1"/>
              <a:t>estudiante</a:t>
            </a:r>
            <a:r>
              <a:rPr lang="en-US" sz="1600"/>
              <a:t>. </a:t>
            </a:r>
          </a:p>
          <a:p>
            <a:endParaRPr lang="en-US" sz="1800"/>
          </a:p>
          <a:p>
            <a:r>
              <a:rPr lang="en-US" sz="1800" b="1">
                <a:solidFill>
                  <a:schemeClr val="accent1">
                    <a:lumMod val="76000"/>
                  </a:schemeClr>
                </a:solidFill>
              </a:rPr>
              <a:t>SO3 - </a:t>
            </a:r>
            <a:r>
              <a:rPr lang="en-US" sz="1800" b="1" err="1">
                <a:solidFill>
                  <a:schemeClr val="accent1">
                    <a:lumMod val="76000"/>
                  </a:schemeClr>
                </a:solidFill>
              </a:rPr>
              <a:t>Comunicarse</a:t>
            </a:r>
            <a:r>
              <a:rPr lang="en-US" sz="1800" b="1">
                <a:solidFill>
                  <a:schemeClr val="accent1">
                    <a:lumMod val="76000"/>
                  </a:schemeClr>
                </a:solidFill>
              </a:rPr>
              <a:t> efectivamente con un </a:t>
            </a:r>
            <a:r>
              <a:rPr lang="en-US" sz="1800" b="1" err="1">
                <a:solidFill>
                  <a:schemeClr val="accent1">
                    <a:lumMod val="76000"/>
                  </a:schemeClr>
                </a:solidFill>
              </a:rPr>
              <a:t>rango</a:t>
            </a:r>
            <a:r>
              <a:rPr lang="en-US" sz="1800" b="1">
                <a:solidFill>
                  <a:schemeClr val="accent1">
                    <a:lumMod val="76000"/>
                  </a:schemeClr>
                </a:solidFill>
              </a:rPr>
              <a:t> de audiencias</a:t>
            </a:r>
            <a:br>
              <a:rPr lang="en-US" sz="1600" b="1"/>
            </a:br>
            <a:r>
              <a:rPr lang="en-US" sz="1600"/>
              <a:t>El </a:t>
            </a:r>
            <a:r>
              <a:rPr lang="en-US" sz="1600" err="1"/>
              <a:t>proyecto</a:t>
            </a:r>
            <a:r>
              <a:rPr lang="en-US" sz="1600"/>
              <a:t> </a:t>
            </a:r>
            <a:r>
              <a:rPr lang="en-US" sz="1600" err="1"/>
              <a:t>comunica</a:t>
            </a:r>
            <a:r>
              <a:rPr lang="en-US" sz="1600"/>
              <a:t> </a:t>
            </a:r>
            <a:r>
              <a:rPr lang="en-US" sz="1600" err="1"/>
              <a:t>su</a:t>
            </a:r>
            <a:r>
              <a:rPr lang="en-US" sz="1600"/>
              <a:t> </a:t>
            </a:r>
            <a:r>
              <a:rPr lang="en-US" sz="1600" err="1"/>
              <a:t>propuesta</a:t>
            </a:r>
            <a:r>
              <a:rPr lang="en-US" sz="1600"/>
              <a:t> a </a:t>
            </a:r>
            <a:r>
              <a:rPr lang="en-US" sz="1600" err="1"/>
              <a:t>estudiantes</a:t>
            </a:r>
            <a:r>
              <a:rPr lang="en-US" sz="1600"/>
              <a:t> y </a:t>
            </a:r>
            <a:r>
              <a:rPr lang="en-US" sz="1600" err="1"/>
              <a:t>evaluadores</a:t>
            </a:r>
            <a:r>
              <a:rPr lang="en-US" sz="1600"/>
              <a:t> </a:t>
            </a:r>
            <a:r>
              <a:rPr lang="en-US" sz="1600" err="1"/>
              <a:t>mediante</a:t>
            </a:r>
            <a:r>
              <a:rPr lang="en-US" sz="1600"/>
              <a:t> </a:t>
            </a:r>
            <a:r>
              <a:rPr lang="en-US" sz="1600" err="1"/>
              <a:t>objetivos</a:t>
            </a:r>
            <a:r>
              <a:rPr lang="en-US" sz="1600"/>
              <a:t> claros, </a:t>
            </a:r>
            <a:r>
              <a:rPr lang="en-US" sz="1600" err="1"/>
              <a:t>justificación</a:t>
            </a:r>
            <a:r>
              <a:rPr lang="en-US" sz="1600"/>
              <a:t> del </a:t>
            </a:r>
            <a:r>
              <a:rPr lang="en-US" sz="1600" err="1"/>
              <a:t>problema</a:t>
            </a:r>
            <a:r>
              <a:rPr lang="en-US" sz="1600"/>
              <a:t>, </a:t>
            </a:r>
            <a:r>
              <a:rPr lang="en-US" sz="1600" err="1"/>
              <a:t>arquitectura</a:t>
            </a:r>
            <a:r>
              <a:rPr lang="en-US" sz="1600"/>
              <a:t> de </a:t>
            </a:r>
            <a:r>
              <a:rPr lang="en-US" sz="1600" err="1"/>
              <a:t>solución</a:t>
            </a:r>
            <a:r>
              <a:rPr lang="en-US" sz="1600"/>
              <a:t> y </a:t>
            </a:r>
            <a:r>
              <a:rPr lang="en-US" sz="1600" err="1"/>
              <a:t>beneficios</a:t>
            </a:r>
            <a:r>
              <a:rPr lang="en-US" sz="1600"/>
              <a:t> </a:t>
            </a:r>
            <a:r>
              <a:rPr lang="en-US" sz="1600" err="1"/>
              <a:t>educativos</a:t>
            </a:r>
            <a:r>
              <a:rPr lang="en-US" sz="1600"/>
              <a:t> </a:t>
            </a:r>
            <a:r>
              <a:rPr lang="en-US" sz="1600" err="1"/>
              <a:t>esperados</a:t>
            </a:r>
            <a:r>
              <a:rPr lang="en-US" sz="1600"/>
              <a:t>. </a:t>
            </a:r>
            <a:endParaRPr lang="en-US" sz="1600" b="1"/>
          </a:p>
          <a:p>
            <a:endParaRPr lang="en-US" sz="1600" b="1"/>
          </a:p>
          <a:p>
            <a:r>
              <a:rPr lang="en-US" sz="1800" b="1">
                <a:solidFill>
                  <a:schemeClr val="accent1">
                    <a:lumMod val="76000"/>
                  </a:schemeClr>
                </a:solidFill>
              </a:rPr>
              <a:t>SO4 – Ética y </a:t>
            </a:r>
            <a:r>
              <a:rPr lang="en-US" sz="1800" b="1" err="1">
                <a:solidFill>
                  <a:schemeClr val="accent1">
                    <a:lumMod val="76000"/>
                  </a:schemeClr>
                </a:solidFill>
              </a:rPr>
              <a:t>responsabilidad</a:t>
            </a:r>
            <a:r>
              <a:rPr lang="en-US" sz="1800" b="1">
                <a:solidFill>
                  <a:schemeClr val="accent1">
                    <a:lumMod val="76000"/>
                  </a:schemeClr>
                </a:solidFill>
              </a:rPr>
              <a:t> </a:t>
            </a:r>
            <a:r>
              <a:rPr lang="en-US" sz="1800" b="1" err="1">
                <a:solidFill>
                  <a:schemeClr val="accent1">
                    <a:lumMod val="76000"/>
                  </a:schemeClr>
                </a:solidFill>
              </a:rPr>
              <a:t>profesional</a:t>
            </a:r>
            <a:r>
              <a:rPr lang="en-US" sz="1800" b="1">
                <a:solidFill>
                  <a:schemeClr val="accent1">
                    <a:lumMod val="76000"/>
                  </a:schemeClr>
                </a:solidFill>
              </a:rPr>
              <a:t>:</a:t>
            </a:r>
            <a:br>
              <a:rPr lang="en-US" sz="1800"/>
            </a:br>
            <a:r>
              <a:rPr lang="en-US" sz="1600"/>
              <a:t>El </a:t>
            </a:r>
            <a:r>
              <a:rPr lang="en-US" sz="1600" err="1"/>
              <a:t>proyecto</a:t>
            </a:r>
            <a:r>
              <a:rPr lang="en-US" sz="1600"/>
              <a:t> </a:t>
            </a:r>
            <a:r>
              <a:rPr lang="en-US" sz="1600" err="1"/>
              <a:t>considera</a:t>
            </a:r>
            <a:r>
              <a:rPr lang="en-US" sz="1600"/>
              <a:t> </a:t>
            </a:r>
            <a:r>
              <a:rPr lang="en-US" sz="1600" err="1"/>
              <a:t>aspectos</a:t>
            </a:r>
            <a:r>
              <a:rPr lang="en-US" sz="1600"/>
              <a:t> </a:t>
            </a:r>
            <a:r>
              <a:rPr lang="en-US" sz="1600" err="1"/>
              <a:t>éticos</a:t>
            </a:r>
            <a:r>
              <a:rPr lang="en-US" sz="1600"/>
              <a:t> </a:t>
            </a:r>
            <a:r>
              <a:rPr lang="en-US" sz="1600" err="1"/>
              <a:t>relacionados</a:t>
            </a:r>
            <a:r>
              <a:rPr lang="en-US" sz="1600"/>
              <a:t> con </a:t>
            </a:r>
            <a:r>
              <a:rPr lang="en-US" sz="1600" err="1"/>
              <a:t>privacidad</a:t>
            </a:r>
            <a:r>
              <a:rPr lang="en-US" sz="1600"/>
              <a:t> de </a:t>
            </a:r>
            <a:r>
              <a:rPr lang="en-US" sz="1600" err="1"/>
              <a:t>grabaciones</a:t>
            </a:r>
            <a:r>
              <a:rPr lang="en-US" sz="1600"/>
              <a:t>, </a:t>
            </a:r>
            <a:r>
              <a:rPr lang="en-US" sz="1600" err="1"/>
              <a:t>uso</a:t>
            </a:r>
            <a:r>
              <a:rPr lang="en-US" sz="1600"/>
              <a:t> </a:t>
            </a:r>
            <a:r>
              <a:rPr lang="en-US" sz="1600" err="1"/>
              <a:t>responsable</a:t>
            </a:r>
            <a:r>
              <a:rPr lang="en-US" sz="1600"/>
              <a:t> de </a:t>
            </a:r>
            <a:r>
              <a:rPr lang="en-US" sz="1600" err="1"/>
              <a:t>datos</a:t>
            </a:r>
            <a:r>
              <a:rPr lang="en-US" sz="1600"/>
              <a:t> </a:t>
            </a:r>
            <a:r>
              <a:rPr lang="en-US" sz="1600" err="1"/>
              <a:t>académicos</a:t>
            </a:r>
            <a:r>
              <a:rPr lang="en-US" sz="1600"/>
              <a:t>, </a:t>
            </a:r>
            <a:r>
              <a:rPr lang="en-US" sz="1600" err="1"/>
              <a:t>accesibilidad</a:t>
            </a:r>
            <a:r>
              <a:rPr lang="en-US" sz="1600"/>
              <a:t> e </a:t>
            </a:r>
            <a:r>
              <a:rPr lang="en-US" sz="1600" err="1"/>
              <a:t>inclusión</a:t>
            </a:r>
            <a:r>
              <a:rPr lang="en-US" sz="1600"/>
              <a:t> de </a:t>
            </a:r>
            <a:r>
              <a:rPr lang="en-US" sz="1600" err="1"/>
              <a:t>estudiantes</a:t>
            </a:r>
            <a:r>
              <a:rPr lang="en-US" sz="1600"/>
              <a:t> con </a:t>
            </a:r>
            <a:r>
              <a:rPr lang="en-US" sz="1600" err="1"/>
              <a:t>distintas</a:t>
            </a:r>
            <a:r>
              <a:rPr lang="en-US" sz="1600"/>
              <a:t> </a:t>
            </a:r>
            <a:r>
              <a:rPr lang="en-US" sz="1600" err="1"/>
              <a:t>necesidades</a:t>
            </a:r>
            <a:r>
              <a:rPr lang="en-US" sz="1600"/>
              <a:t> de </a:t>
            </a:r>
            <a:r>
              <a:rPr lang="en-US" sz="1600" err="1"/>
              <a:t>aprendizaje</a:t>
            </a:r>
            <a:r>
              <a:rPr lang="en-US" sz="1600"/>
              <a:t>. </a:t>
            </a:r>
          </a:p>
          <a:p>
            <a:endParaRPr lang="en-US" sz="1800"/>
          </a:p>
          <a:p>
            <a:pPr algn="ctr"/>
            <a:endParaRPr lang="en-US" sz="1600"/>
          </a:p>
        </p:txBody>
      </p:sp>
      <p:sp>
        <p:nvSpPr>
          <p:cNvPr id="5" name="TextBox 4">
            <a:extLst>
              <a:ext uri="{FF2B5EF4-FFF2-40B4-BE49-F238E27FC236}">
                <a16:creationId xmlns:a16="http://schemas.microsoft.com/office/drawing/2014/main" id="{31AC5A41-DD4D-65FF-BF8E-0A60CC1D74FF}"/>
              </a:ext>
            </a:extLst>
          </p:cNvPr>
          <p:cNvSpPr txBox="1"/>
          <p:nvPr/>
        </p:nvSpPr>
        <p:spPr>
          <a:xfrm>
            <a:off x="6578601" y="583580"/>
            <a:ext cx="5296830" cy="60939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accent1">
                    <a:lumMod val="76000"/>
                  </a:schemeClr>
                </a:solidFill>
              </a:rPr>
              <a:t>SO5 – </a:t>
            </a:r>
            <a:r>
              <a:rPr lang="en-US" sz="2000" b="1" err="1">
                <a:solidFill>
                  <a:schemeClr val="accent1">
                    <a:lumMod val="76000"/>
                  </a:schemeClr>
                </a:solidFill>
              </a:rPr>
              <a:t>Trabajo</a:t>
            </a:r>
            <a:r>
              <a:rPr lang="en-US" sz="2000" b="1">
                <a:solidFill>
                  <a:schemeClr val="accent1">
                    <a:lumMod val="76000"/>
                  </a:schemeClr>
                </a:solidFill>
              </a:rPr>
              <a:t> </a:t>
            </a:r>
            <a:r>
              <a:rPr lang="en-US" sz="2000" b="1" err="1">
                <a:solidFill>
                  <a:schemeClr val="accent1">
                    <a:lumMod val="76000"/>
                  </a:schemeClr>
                </a:solidFill>
              </a:rPr>
              <a:t>en</a:t>
            </a:r>
            <a:r>
              <a:rPr lang="en-US" sz="2000" b="1">
                <a:solidFill>
                  <a:schemeClr val="accent1">
                    <a:lumMod val="76000"/>
                  </a:schemeClr>
                </a:solidFill>
              </a:rPr>
              <a:t> </a:t>
            </a:r>
            <a:r>
              <a:rPr lang="en-US" sz="2000" b="1" err="1">
                <a:solidFill>
                  <a:schemeClr val="accent1">
                    <a:lumMod val="76000"/>
                  </a:schemeClr>
                </a:solidFill>
              </a:rPr>
              <a:t>equipo</a:t>
            </a:r>
            <a:r>
              <a:rPr lang="en-US" sz="2000" b="1">
                <a:solidFill>
                  <a:schemeClr val="accent1">
                    <a:lumMod val="76000"/>
                  </a:schemeClr>
                </a:solidFill>
              </a:rPr>
              <a:t>:</a:t>
            </a:r>
            <a:br>
              <a:rPr lang="en-US" sz="2000"/>
            </a:br>
            <a:r>
              <a:rPr lang="en-US" sz="1800"/>
              <a:t>El </a:t>
            </a:r>
            <a:r>
              <a:rPr lang="en-US" sz="1800" err="1"/>
              <a:t>desarrollo</a:t>
            </a:r>
            <a:r>
              <a:rPr lang="en-US" sz="1800"/>
              <a:t> del </a:t>
            </a:r>
            <a:r>
              <a:rPr lang="en-US" sz="1800" err="1"/>
              <a:t>proyecto</a:t>
            </a:r>
            <a:r>
              <a:rPr lang="en-US" sz="1800"/>
              <a:t> </a:t>
            </a:r>
            <a:r>
              <a:rPr lang="en-US" sz="1800" err="1"/>
              <a:t>exige</a:t>
            </a:r>
            <a:r>
              <a:rPr lang="en-US" sz="1800"/>
              <a:t> </a:t>
            </a:r>
            <a:r>
              <a:rPr lang="en-US" sz="1800" err="1"/>
              <a:t>trabajo</a:t>
            </a:r>
            <a:r>
              <a:rPr lang="en-US" sz="1800"/>
              <a:t> </a:t>
            </a:r>
            <a:r>
              <a:rPr lang="en-US" sz="1800" err="1"/>
              <a:t>colaborativo</a:t>
            </a:r>
            <a:r>
              <a:rPr lang="en-US" sz="1800"/>
              <a:t> </a:t>
            </a:r>
            <a:r>
              <a:rPr lang="en-US" sz="1800" err="1"/>
              <a:t>en</a:t>
            </a:r>
            <a:r>
              <a:rPr lang="en-US" sz="1800"/>
              <a:t> la </a:t>
            </a:r>
            <a:r>
              <a:rPr lang="en-US" sz="1800" err="1"/>
              <a:t>definición</a:t>
            </a:r>
            <a:r>
              <a:rPr lang="en-US" sz="1800"/>
              <a:t> del </a:t>
            </a:r>
            <a:r>
              <a:rPr lang="en-US" sz="1800" err="1"/>
              <a:t>problema</a:t>
            </a:r>
            <a:r>
              <a:rPr lang="en-US" sz="1800"/>
              <a:t>, </a:t>
            </a:r>
            <a:r>
              <a:rPr lang="en-US" sz="1800" err="1"/>
              <a:t>revisión</a:t>
            </a:r>
            <a:r>
              <a:rPr lang="en-US" sz="1800"/>
              <a:t> </a:t>
            </a:r>
            <a:r>
              <a:rPr lang="en-US" sz="1800" err="1"/>
              <a:t>bibliográfica</a:t>
            </a:r>
            <a:r>
              <a:rPr lang="en-US" sz="1800"/>
              <a:t>, </a:t>
            </a:r>
            <a:r>
              <a:rPr lang="en-US" sz="1800" err="1"/>
              <a:t>planteamiento</a:t>
            </a:r>
            <a:r>
              <a:rPr lang="en-US" sz="1800"/>
              <a:t> </a:t>
            </a:r>
            <a:r>
              <a:rPr lang="en-US" sz="1800" err="1"/>
              <a:t>metodológico</a:t>
            </a:r>
            <a:r>
              <a:rPr lang="en-US" sz="1800"/>
              <a:t>, </a:t>
            </a:r>
            <a:r>
              <a:rPr lang="en-US" sz="1800" err="1"/>
              <a:t>diseño</a:t>
            </a:r>
            <a:r>
              <a:rPr lang="en-US" sz="1800"/>
              <a:t> de la </a:t>
            </a:r>
            <a:r>
              <a:rPr lang="en-US" sz="1800" err="1"/>
              <a:t>solución</a:t>
            </a:r>
            <a:r>
              <a:rPr lang="en-US" sz="1800"/>
              <a:t> y </a:t>
            </a:r>
            <a:r>
              <a:rPr lang="en-US" sz="1800" err="1"/>
              <a:t>documentación</a:t>
            </a:r>
            <a:r>
              <a:rPr lang="en-US" sz="1800"/>
              <a:t> de la </a:t>
            </a:r>
            <a:r>
              <a:rPr lang="en-US" sz="1800" err="1"/>
              <a:t>propuesta</a:t>
            </a:r>
            <a:r>
              <a:rPr lang="en-US" sz="1800"/>
              <a:t>. </a:t>
            </a:r>
          </a:p>
          <a:p>
            <a:endParaRPr lang="en-US" sz="2000"/>
          </a:p>
          <a:p>
            <a:r>
              <a:rPr lang="en-US" sz="2000" b="1">
                <a:solidFill>
                  <a:schemeClr val="accent1">
                    <a:lumMod val="76000"/>
                  </a:schemeClr>
                </a:solidFill>
              </a:rPr>
              <a:t>SO6 – </a:t>
            </a:r>
            <a:r>
              <a:rPr lang="en-US" sz="2000" b="1" err="1">
                <a:solidFill>
                  <a:schemeClr val="accent1">
                    <a:lumMod val="76000"/>
                  </a:schemeClr>
                </a:solidFill>
              </a:rPr>
              <a:t>Experimentación</a:t>
            </a:r>
            <a:r>
              <a:rPr lang="en-US" sz="2000" b="1">
                <a:solidFill>
                  <a:schemeClr val="accent1">
                    <a:lumMod val="76000"/>
                  </a:schemeClr>
                </a:solidFill>
              </a:rPr>
              <a:t> y </a:t>
            </a:r>
            <a:r>
              <a:rPr lang="en-US" sz="2000" b="1" err="1">
                <a:solidFill>
                  <a:schemeClr val="accent1">
                    <a:lumMod val="76000"/>
                  </a:schemeClr>
                </a:solidFill>
              </a:rPr>
              <a:t>análisis</a:t>
            </a:r>
            <a:r>
              <a:rPr lang="en-US" sz="2000" b="1">
                <a:solidFill>
                  <a:schemeClr val="accent1">
                    <a:lumMod val="76000"/>
                  </a:schemeClr>
                </a:solidFill>
              </a:rPr>
              <a:t> de </a:t>
            </a:r>
            <a:r>
              <a:rPr lang="en-US" sz="2000" b="1" err="1">
                <a:solidFill>
                  <a:schemeClr val="accent1">
                    <a:lumMod val="76000"/>
                  </a:schemeClr>
                </a:solidFill>
              </a:rPr>
              <a:t>datos</a:t>
            </a:r>
            <a:r>
              <a:rPr lang="en-US" sz="2000" b="1"/>
              <a:t>:</a:t>
            </a:r>
            <a:br>
              <a:rPr lang="en-US" sz="2000"/>
            </a:br>
            <a:r>
              <a:rPr lang="en-US" sz="1800"/>
              <a:t>Se ha </a:t>
            </a:r>
            <a:r>
              <a:rPr lang="en-US" sz="1800" err="1"/>
              <a:t>planteado</a:t>
            </a:r>
            <a:r>
              <a:rPr lang="en-US" sz="1800"/>
              <a:t> </a:t>
            </a:r>
            <a:r>
              <a:rPr lang="en-US" sz="1800" err="1"/>
              <a:t>validar</a:t>
            </a:r>
            <a:r>
              <a:rPr lang="en-US" sz="1800"/>
              <a:t> la </a:t>
            </a:r>
            <a:r>
              <a:rPr lang="en-US" sz="1800" err="1"/>
              <a:t>solución</a:t>
            </a:r>
            <a:r>
              <a:rPr lang="en-US" sz="1800"/>
              <a:t> </a:t>
            </a:r>
            <a:r>
              <a:rPr lang="en-US" sz="1800" err="1"/>
              <a:t>mediante</a:t>
            </a:r>
            <a:r>
              <a:rPr lang="en-US" sz="1800"/>
              <a:t> </a:t>
            </a:r>
            <a:r>
              <a:rPr lang="en-US" sz="1800" err="1"/>
              <a:t>métricas</a:t>
            </a:r>
            <a:r>
              <a:rPr lang="en-US" sz="1800"/>
              <a:t> de </a:t>
            </a:r>
            <a:r>
              <a:rPr lang="en-US" sz="1800" err="1"/>
              <a:t>calidad</a:t>
            </a:r>
            <a:r>
              <a:rPr lang="en-US" sz="1800"/>
              <a:t> de </a:t>
            </a:r>
            <a:r>
              <a:rPr lang="en-US" sz="1800" err="1"/>
              <a:t>contenido</a:t>
            </a:r>
            <a:r>
              <a:rPr lang="en-US" sz="1800"/>
              <a:t>, </a:t>
            </a:r>
            <a:r>
              <a:rPr lang="en-US" sz="1800" err="1"/>
              <a:t>personalización</a:t>
            </a:r>
            <a:r>
              <a:rPr lang="en-US" sz="1800"/>
              <a:t> y </a:t>
            </a:r>
            <a:r>
              <a:rPr lang="en-US" sz="1800" err="1"/>
              <a:t>seguimiento</a:t>
            </a:r>
            <a:r>
              <a:rPr lang="en-US" sz="1800"/>
              <a:t> del </a:t>
            </a:r>
            <a:r>
              <a:rPr lang="en-US" sz="1800" err="1"/>
              <a:t>progreso</a:t>
            </a:r>
            <a:r>
              <a:rPr lang="en-US" sz="1800"/>
              <a:t> </a:t>
            </a:r>
            <a:r>
              <a:rPr lang="en-US" sz="1800" err="1"/>
              <a:t>estudiantil</a:t>
            </a:r>
            <a:r>
              <a:rPr lang="en-US" sz="1800"/>
              <a:t>; sin embargo, la </a:t>
            </a:r>
            <a:r>
              <a:rPr lang="en-US" sz="1800" err="1"/>
              <a:t>experimentación</a:t>
            </a:r>
            <a:r>
              <a:rPr lang="en-US" sz="1800"/>
              <a:t> completa </a:t>
            </a:r>
            <a:r>
              <a:rPr lang="en-US" sz="1800" err="1"/>
              <a:t>depende</a:t>
            </a:r>
            <a:r>
              <a:rPr lang="en-US" sz="1800"/>
              <a:t> de la </a:t>
            </a:r>
            <a:r>
              <a:rPr lang="en-US" sz="1800" err="1"/>
              <a:t>implementación</a:t>
            </a:r>
            <a:r>
              <a:rPr lang="en-US" sz="1800"/>
              <a:t> y </a:t>
            </a:r>
            <a:r>
              <a:rPr lang="en-US" sz="1800" err="1"/>
              <a:t>prueba</a:t>
            </a:r>
            <a:r>
              <a:rPr lang="en-US" sz="1800"/>
              <a:t> del </a:t>
            </a:r>
            <a:r>
              <a:rPr lang="en-US" sz="1800" err="1"/>
              <a:t>prototipo</a:t>
            </a:r>
            <a:r>
              <a:rPr lang="en-US" sz="1800"/>
              <a:t>. </a:t>
            </a:r>
          </a:p>
          <a:p>
            <a:endParaRPr lang="en-US" sz="2000">
              <a:solidFill>
                <a:schemeClr val="accent1">
                  <a:lumMod val="76000"/>
                </a:schemeClr>
              </a:solidFill>
            </a:endParaRPr>
          </a:p>
          <a:p>
            <a:r>
              <a:rPr lang="en-US" sz="2000" b="1">
                <a:solidFill>
                  <a:schemeClr val="accent1">
                    <a:lumMod val="76000"/>
                  </a:schemeClr>
                </a:solidFill>
              </a:rPr>
              <a:t>SO7 – </a:t>
            </a:r>
            <a:r>
              <a:rPr lang="en-US" sz="2000" b="1" err="1">
                <a:solidFill>
                  <a:schemeClr val="accent1">
                    <a:lumMod val="76000"/>
                  </a:schemeClr>
                </a:solidFill>
              </a:rPr>
              <a:t>Aprendizaje</a:t>
            </a:r>
            <a:r>
              <a:rPr lang="en-US" sz="2000" b="1">
                <a:solidFill>
                  <a:schemeClr val="accent1">
                    <a:lumMod val="76000"/>
                  </a:schemeClr>
                </a:solidFill>
              </a:rPr>
              <a:t> continuo:</a:t>
            </a:r>
            <a:br>
              <a:rPr lang="en-US" sz="2000"/>
            </a:br>
            <a:r>
              <a:rPr lang="en-US" sz="1800"/>
              <a:t>El </a:t>
            </a:r>
            <a:r>
              <a:rPr lang="en-US" sz="1800" err="1"/>
              <a:t>proyecto</a:t>
            </a:r>
            <a:r>
              <a:rPr lang="en-US" sz="1800"/>
              <a:t> </a:t>
            </a:r>
            <a:r>
              <a:rPr lang="en-US" sz="1800" err="1"/>
              <a:t>implicó</a:t>
            </a:r>
            <a:r>
              <a:rPr lang="en-US" sz="1800"/>
              <a:t> </a:t>
            </a:r>
            <a:r>
              <a:rPr lang="en-US" sz="1800" err="1"/>
              <a:t>investigar</a:t>
            </a:r>
            <a:r>
              <a:rPr lang="en-US" sz="1800"/>
              <a:t> y </a:t>
            </a:r>
            <a:r>
              <a:rPr lang="en-US" sz="1800" err="1"/>
              <a:t>aplicar</a:t>
            </a:r>
            <a:r>
              <a:rPr lang="en-US" sz="1800"/>
              <a:t> </a:t>
            </a:r>
            <a:r>
              <a:rPr lang="en-US" sz="1800" err="1"/>
              <a:t>nuevos</a:t>
            </a:r>
            <a:r>
              <a:rPr lang="en-US" sz="1800"/>
              <a:t> </a:t>
            </a:r>
            <a:r>
              <a:rPr lang="en-US" sz="1800" err="1"/>
              <a:t>conocimientos</a:t>
            </a:r>
            <a:r>
              <a:rPr lang="en-US" sz="1800"/>
              <a:t> </a:t>
            </a:r>
            <a:r>
              <a:rPr lang="en-US" sz="1800" err="1"/>
              <a:t>en</a:t>
            </a:r>
            <a:r>
              <a:rPr lang="en-US" sz="1800"/>
              <a:t> </a:t>
            </a:r>
            <a:r>
              <a:rPr lang="en-US" sz="1800" err="1"/>
              <a:t>inteligencia</a:t>
            </a:r>
            <a:r>
              <a:rPr lang="en-US" sz="1800"/>
              <a:t> artificial, Speech-to-Text, </a:t>
            </a:r>
            <a:r>
              <a:rPr lang="en-US" sz="1800" err="1"/>
              <a:t>procesamiento</a:t>
            </a:r>
            <a:r>
              <a:rPr lang="en-US" sz="1800"/>
              <a:t> de </a:t>
            </a:r>
            <a:r>
              <a:rPr lang="en-US" sz="1800" err="1"/>
              <a:t>lenguaje</a:t>
            </a:r>
            <a:r>
              <a:rPr lang="en-US" sz="1800"/>
              <a:t> natural, </a:t>
            </a:r>
            <a:r>
              <a:rPr lang="en-US" sz="1800" err="1"/>
              <a:t>microaprendizaje</a:t>
            </a:r>
            <a:r>
              <a:rPr lang="en-US" sz="1800"/>
              <a:t> y </a:t>
            </a:r>
            <a:r>
              <a:rPr lang="en-US" sz="1800" err="1"/>
              <a:t>evaluaciones</a:t>
            </a:r>
            <a:r>
              <a:rPr lang="en-US" sz="1800"/>
              <a:t> </a:t>
            </a:r>
            <a:r>
              <a:rPr lang="en-US" sz="1800" err="1"/>
              <a:t>adaptativas</a:t>
            </a:r>
            <a:r>
              <a:rPr lang="en-US" sz="1800"/>
              <a:t>.</a:t>
            </a:r>
          </a:p>
          <a:p>
            <a:pPr algn="ctr"/>
            <a:endParaRPr lang="en-US" sz="1800"/>
          </a:p>
        </p:txBody>
      </p:sp>
    </p:spTree>
    <p:extLst>
      <p:ext uri="{BB962C8B-B14F-4D97-AF65-F5344CB8AC3E}">
        <p14:creationId xmlns:p14="http://schemas.microsoft.com/office/powerpoint/2010/main" val="15511733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Shape 201"/>
        <p:cNvGrpSpPr/>
        <p:nvPr/>
      </p:nvGrpSpPr>
      <p:grpSpPr>
        <a:xfrm>
          <a:off x="0" y="0"/>
          <a:ext cx="0" cy="0"/>
          <a:chOff x="0" y="0"/>
          <a:chExt cx="0" cy="0"/>
        </a:xfrm>
      </p:grpSpPr>
      <p:pic>
        <p:nvPicPr>
          <p:cNvPr id="213" name="Google Shape;213;p22"/>
          <p:cNvPicPr preferRelativeResize="0"/>
          <p:nvPr/>
        </p:nvPicPr>
        <p:blipFill rotWithShape="1">
          <a:blip r:embed="rId3">
            <a:alphaModFix/>
          </a:blip>
          <a:srcRect/>
          <a:stretch/>
        </p:blipFill>
        <p:spPr>
          <a:xfrm>
            <a:off x="-4668942" y="-352757"/>
            <a:ext cx="9337884" cy="9337884"/>
          </a:xfrm>
          <a:prstGeom prst="rect">
            <a:avLst/>
          </a:prstGeom>
          <a:noFill/>
          <a:ln>
            <a:noFill/>
          </a:ln>
        </p:spPr>
      </p:pic>
      <p:sp>
        <p:nvSpPr>
          <p:cNvPr id="7" name="Google Shape;186;p21">
            <a:extLst>
              <a:ext uri="{FF2B5EF4-FFF2-40B4-BE49-F238E27FC236}">
                <a16:creationId xmlns:a16="http://schemas.microsoft.com/office/drawing/2014/main" id="{3E12CFBC-A1EF-B388-2E9F-8E9ACCDA6D5A}"/>
              </a:ext>
            </a:extLst>
          </p:cNvPr>
          <p:cNvSpPr txBox="1">
            <a:spLocks noGrp="1"/>
          </p:cNvSpPr>
          <p:nvPr>
            <p:ph type="title"/>
          </p:nvPr>
        </p:nvSpPr>
        <p:spPr>
          <a:xfrm>
            <a:off x="1542691" y="77577"/>
            <a:ext cx="10515600" cy="1325563"/>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50BCE2"/>
              </a:buClr>
              <a:buSzPts val="4000"/>
              <a:buFont typeface="Arial"/>
              <a:buNone/>
            </a:pPr>
            <a:r>
              <a:rPr lang="es-PE" sz="4000">
                <a:solidFill>
                  <a:srgbClr val="50BCE2"/>
                </a:solidFill>
                <a:latin typeface="Arial"/>
                <a:ea typeface="Arial"/>
                <a:cs typeface="Arial"/>
                <a:sym typeface="Arial"/>
              </a:rPr>
              <a:t>INDICADORES</a:t>
            </a:r>
            <a:endParaRPr/>
          </a:p>
        </p:txBody>
      </p:sp>
      <p:sp>
        <p:nvSpPr>
          <p:cNvPr id="9" name="Google Shape;187;p21">
            <a:extLst>
              <a:ext uri="{FF2B5EF4-FFF2-40B4-BE49-F238E27FC236}">
                <a16:creationId xmlns:a16="http://schemas.microsoft.com/office/drawing/2014/main" id="{5E11B661-9A50-D852-1DAD-E72A6AD076CC}"/>
              </a:ext>
            </a:extLst>
          </p:cNvPr>
          <p:cNvSpPr/>
          <p:nvPr/>
        </p:nvSpPr>
        <p:spPr>
          <a:xfrm>
            <a:off x="11381504" y="1016871"/>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lt1"/>
              </a:solidFill>
              <a:latin typeface="Calibri"/>
              <a:ea typeface="Calibri"/>
              <a:cs typeface="Calibri"/>
              <a:sym typeface="Calibri"/>
            </a:endParaRPr>
          </a:p>
        </p:txBody>
      </p:sp>
      <p:cxnSp>
        <p:nvCxnSpPr>
          <p:cNvPr id="11" name="Google Shape;172;p20">
            <a:extLst>
              <a:ext uri="{FF2B5EF4-FFF2-40B4-BE49-F238E27FC236}">
                <a16:creationId xmlns:a16="http://schemas.microsoft.com/office/drawing/2014/main" id="{675F88EA-2032-358B-A159-86A673550108}"/>
              </a:ext>
            </a:extLst>
          </p:cNvPr>
          <p:cNvCxnSpPr/>
          <p:nvPr/>
        </p:nvCxnSpPr>
        <p:spPr>
          <a:xfrm rot="10800000">
            <a:off x="4590691" y="2384456"/>
            <a:ext cx="7421880" cy="0"/>
          </a:xfrm>
          <a:prstGeom prst="straightConnector1">
            <a:avLst/>
          </a:prstGeom>
          <a:noFill/>
          <a:ln w="12700" cap="flat" cmpd="sng">
            <a:solidFill>
              <a:srgbClr val="AEABAB"/>
            </a:solidFill>
            <a:prstDash val="solid"/>
            <a:miter lim="800000"/>
            <a:headEnd type="none" w="sm" len="sm"/>
            <a:tailEnd type="none" w="sm" len="sm"/>
          </a:ln>
        </p:spPr>
      </p:cxnSp>
      <p:sp>
        <p:nvSpPr>
          <p:cNvPr id="13" name="Google Shape;173;p20">
            <a:extLst>
              <a:ext uri="{FF2B5EF4-FFF2-40B4-BE49-F238E27FC236}">
                <a16:creationId xmlns:a16="http://schemas.microsoft.com/office/drawing/2014/main" id="{264CA7EC-48C8-B250-96CD-8AFB8C463A40}"/>
              </a:ext>
            </a:extLst>
          </p:cNvPr>
          <p:cNvSpPr txBox="1"/>
          <p:nvPr/>
        </p:nvSpPr>
        <p:spPr>
          <a:xfrm>
            <a:off x="10918241" y="1097711"/>
            <a:ext cx="1106218" cy="315208"/>
          </a:xfrm>
          <a:prstGeom prst="rect">
            <a:avLst/>
          </a:prstGeom>
          <a:noFill/>
          <a:ln>
            <a:noFill/>
          </a:ln>
        </p:spPr>
        <p:txBody>
          <a:bodyPr spcFirstLastPara="1" wrap="square" lIns="91425" tIns="45700" rIns="91425" bIns="45700" anchor="t" anchorCtr="0">
            <a:noAutofit/>
          </a:bodyPr>
          <a:lstStyle/>
          <a:p>
            <a:pPr marL="0" marR="0" lvl="0" indent="0" algn="r" rtl="0">
              <a:lnSpc>
                <a:spcPct val="90000"/>
              </a:lnSpc>
              <a:spcBef>
                <a:spcPts val="0"/>
              </a:spcBef>
              <a:spcAft>
                <a:spcPts val="0"/>
              </a:spcAft>
              <a:buClr>
                <a:srgbClr val="50BCE2"/>
              </a:buClr>
              <a:buSzPts val="2800"/>
              <a:buFont typeface="Arial"/>
              <a:buNone/>
            </a:pPr>
            <a:r>
              <a:rPr lang="es-PE" sz="2800">
                <a:solidFill>
                  <a:srgbClr val="50BCE2"/>
                </a:solidFill>
              </a:rPr>
              <a:t>OE3</a:t>
            </a:r>
            <a:endParaRPr/>
          </a:p>
        </p:txBody>
      </p:sp>
      <p:sp>
        <p:nvSpPr>
          <p:cNvPr id="15" name="Google Shape;174;p20">
            <a:extLst>
              <a:ext uri="{FF2B5EF4-FFF2-40B4-BE49-F238E27FC236}">
                <a16:creationId xmlns:a16="http://schemas.microsoft.com/office/drawing/2014/main" id="{B0B90B8A-F4C1-972A-FFE6-2B0448267EA6}"/>
              </a:ext>
            </a:extLst>
          </p:cNvPr>
          <p:cNvSpPr txBox="1"/>
          <p:nvPr/>
        </p:nvSpPr>
        <p:spPr>
          <a:xfrm>
            <a:off x="5336010" y="1554337"/>
            <a:ext cx="7064103" cy="769401"/>
          </a:xfrm>
          <a:prstGeom prst="rect">
            <a:avLst/>
          </a:prstGeom>
          <a:noFill/>
          <a:ln>
            <a:noFill/>
          </a:ln>
        </p:spPr>
        <p:txBody>
          <a:bodyPr spcFirstLastPara="1" wrap="square" lIns="91425" tIns="45700" rIns="91425" bIns="45700" anchor="t" anchorCtr="0">
            <a:spAutoFit/>
          </a:bodyPr>
          <a:lstStyle/>
          <a:p>
            <a:pPr algn="just"/>
            <a:r>
              <a:rPr lang="es-PE" sz="1100">
                <a:solidFill>
                  <a:srgbClr val="3A3838"/>
                </a:solidFill>
                <a:ea typeface="Calibri"/>
                <a:sym typeface="Calibri"/>
              </a:rPr>
              <a:t>Desarrollar una plataforma inteligente de </a:t>
            </a:r>
            <a:r>
              <a:rPr lang="es-PE" sz="1100" err="1">
                <a:solidFill>
                  <a:srgbClr val="3A3838"/>
                </a:solidFill>
                <a:ea typeface="Calibri"/>
                <a:sym typeface="Calibri"/>
              </a:rPr>
              <a:t>microaprendizaje</a:t>
            </a:r>
            <a:r>
              <a:rPr lang="es-PE" sz="1100">
                <a:solidFill>
                  <a:srgbClr val="3A3838"/>
                </a:solidFill>
                <a:ea typeface="Calibri"/>
                <a:sym typeface="Calibri"/>
              </a:rPr>
              <a:t> que integre módulos de transcripción automática, </a:t>
            </a:r>
            <a:r>
              <a:rPr lang="es-PE" sz="1100" err="1">
                <a:solidFill>
                  <a:srgbClr val="3A3838"/>
                </a:solidFill>
                <a:ea typeface="Calibri"/>
                <a:sym typeface="Calibri"/>
              </a:rPr>
              <a:t>postprocesamiento</a:t>
            </a:r>
            <a:r>
              <a:rPr lang="es-PE" sz="1100">
                <a:solidFill>
                  <a:srgbClr val="3A3838"/>
                </a:solidFill>
                <a:ea typeface="Calibri"/>
                <a:sym typeface="Calibri"/>
              </a:rPr>
              <a:t>, generación de </a:t>
            </a:r>
            <a:r>
              <a:rPr lang="es-PE" sz="1100" err="1">
                <a:solidFill>
                  <a:srgbClr val="3A3838"/>
                </a:solidFill>
                <a:ea typeface="Calibri"/>
                <a:sym typeface="Calibri"/>
              </a:rPr>
              <a:t>microcontenidos</a:t>
            </a:r>
            <a:r>
              <a:rPr lang="es-PE" sz="1100">
                <a:solidFill>
                  <a:srgbClr val="3A3838"/>
                </a:solidFill>
                <a:ea typeface="Calibri"/>
                <a:sym typeface="Calibri"/>
              </a:rPr>
              <a:t> educativos y evaluaciones adaptativas personalizadas, orientadas al seguimiento del progreso del estudiante.</a:t>
            </a:r>
            <a:endParaRPr lang="es-PE" sz="1100">
              <a:ea typeface="Calibri"/>
              <a:sym typeface="Calibri"/>
            </a:endParaRPr>
          </a:p>
          <a:p>
            <a:pPr algn="just"/>
            <a:endParaRPr lang="es-PE" sz="1100">
              <a:solidFill>
                <a:srgbClr val="3A3838"/>
              </a:solidFill>
              <a:ea typeface="Calibri"/>
            </a:endParaRPr>
          </a:p>
        </p:txBody>
      </p:sp>
      <p:sp>
        <p:nvSpPr>
          <p:cNvPr id="17" name="Google Shape;175;p20">
            <a:extLst>
              <a:ext uri="{FF2B5EF4-FFF2-40B4-BE49-F238E27FC236}">
                <a16:creationId xmlns:a16="http://schemas.microsoft.com/office/drawing/2014/main" id="{F2F877AC-26CF-7A03-4135-E852E1F2FF29}"/>
              </a:ext>
            </a:extLst>
          </p:cNvPr>
          <p:cNvSpPr txBox="1">
            <a:spLocks/>
          </p:cNvSpPr>
          <p:nvPr/>
        </p:nvSpPr>
        <p:spPr>
          <a:xfrm>
            <a:off x="11004505" y="2573917"/>
            <a:ext cx="919312" cy="47335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r">
              <a:spcBef>
                <a:spcPts val="0"/>
              </a:spcBef>
              <a:buClr>
                <a:srgbClr val="50BCE2"/>
              </a:buClr>
              <a:buSzPts val="2800"/>
              <a:buFont typeface="Arial"/>
              <a:buNone/>
            </a:pPr>
            <a:r>
              <a:rPr lang="es-PE">
                <a:solidFill>
                  <a:srgbClr val="50BCE2"/>
                </a:solidFill>
                <a:latin typeface="Arial"/>
                <a:ea typeface="Arial"/>
                <a:cs typeface="Arial"/>
                <a:sym typeface="Arial"/>
              </a:rPr>
              <a:t>iE1</a:t>
            </a:r>
            <a:endParaRPr lang="es-PE"/>
          </a:p>
        </p:txBody>
      </p:sp>
      <p:sp>
        <p:nvSpPr>
          <p:cNvPr id="19" name="Google Shape;176;p20">
            <a:extLst>
              <a:ext uri="{FF2B5EF4-FFF2-40B4-BE49-F238E27FC236}">
                <a16:creationId xmlns:a16="http://schemas.microsoft.com/office/drawing/2014/main" id="{C5B3248C-4ECE-4238-06B4-BBEDE30A3F1A}"/>
              </a:ext>
            </a:extLst>
          </p:cNvPr>
          <p:cNvSpPr txBox="1"/>
          <p:nvPr/>
        </p:nvSpPr>
        <p:spPr>
          <a:xfrm>
            <a:off x="7207196" y="3060997"/>
            <a:ext cx="4718617" cy="798155"/>
          </a:xfrm>
          <a:prstGeom prst="rect">
            <a:avLst/>
          </a:prstGeom>
          <a:noFill/>
          <a:ln>
            <a:noFill/>
          </a:ln>
        </p:spPr>
        <p:txBody>
          <a:bodyPr spcFirstLastPara="1" wrap="square" lIns="91425" tIns="45700" rIns="91425" bIns="45700" anchor="t" anchorCtr="0">
            <a:spAutoFit/>
          </a:bodyPr>
          <a:lstStyle/>
          <a:p>
            <a:pPr algn="just"/>
            <a:r>
              <a:rPr lang="es-PE" sz="1100">
                <a:solidFill>
                  <a:srgbClr val="3A3838"/>
                </a:solidFill>
                <a:ea typeface="Calibri"/>
                <a:sym typeface="Calibri"/>
              </a:rPr>
              <a:t>Número de módulos funcionales implementados e integrados en la plataforma, incluyendo transcripción automática, </a:t>
            </a:r>
            <a:r>
              <a:rPr lang="es-PE" sz="1100" err="1">
                <a:solidFill>
                  <a:srgbClr val="3A3838"/>
                </a:solidFill>
                <a:ea typeface="Calibri"/>
                <a:sym typeface="Calibri"/>
              </a:rPr>
              <a:t>postprocesamiento</a:t>
            </a:r>
            <a:r>
              <a:rPr lang="es-PE" sz="1100">
                <a:solidFill>
                  <a:srgbClr val="3A3838"/>
                </a:solidFill>
                <a:ea typeface="Calibri"/>
                <a:sym typeface="Calibri"/>
              </a:rPr>
              <a:t>, generación de </a:t>
            </a:r>
            <a:r>
              <a:rPr lang="es-PE" sz="1100" err="1">
                <a:solidFill>
                  <a:srgbClr val="3A3838"/>
                </a:solidFill>
                <a:ea typeface="Calibri"/>
                <a:sym typeface="Calibri"/>
              </a:rPr>
              <a:t>microcontenidos</a:t>
            </a:r>
            <a:r>
              <a:rPr lang="es-PE" sz="1100">
                <a:solidFill>
                  <a:srgbClr val="3A3838"/>
                </a:solidFill>
                <a:ea typeface="Calibri"/>
                <a:sym typeface="Calibri"/>
              </a:rPr>
              <a:t>, evaluación adaptativa y seguimiento del progreso del estudiante (≥ 5).</a:t>
            </a:r>
            <a:endParaRPr lang="en-US"/>
          </a:p>
        </p:txBody>
      </p:sp>
      <p:sp>
        <p:nvSpPr>
          <p:cNvPr id="21" name="Google Shape;177;p20">
            <a:extLst>
              <a:ext uri="{FF2B5EF4-FFF2-40B4-BE49-F238E27FC236}">
                <a16:creationId xmlns:a16="http://schemas.microsoft.com/office/drawing/2014/main" id="{9B5BA33C-D0BF-58F2-E673-946C8787E61F}"/>
              </a:ext>
            </a:extLst>
          </p:cNvPr>
          <p:cNvSpPr txBox="1"/>
          <p:nvPr/>
        </p:nvSpPr>
        <p:spPr>
          <a:xfrm>
            <a:off x="11004505" y="3845182"/>
            <a:ext cx="919312" cy="329585"/>
          </a:xfrm>
          <a:prstGeom prst="rect">
            <a:avLst/>
          </a:prstGeom>
          <a:noFill/>
          <a:ln>
            <a:noFill/>
          </a:ln>
        </p:spPr>
        <p:txBody>
          <a:bodyPr spcFirstLastPara="1" wrap="square" lIns="91425" tIns="45700" rIns="91425" bIns="45700" anchor="t" anchorCtr="0">
            <a:noAutofit/>
          </a:bodyPr>
          <a:lstStyle/>
          <a:p>
            <a:pPr marL="0" marR="0" lvl="0" indent="0" algn="r" rtl="0">
              <a:lnSpc>
                <a:spcPct val="90000"/>
              </a:lnSpc>
              <a:spcBef>
                <a:spcPts val="0"/>
              </a:spcBef>
              <a:spcAft>
                <a:spcPts val="0"/>
              </a:spcAft>
              <a:buClr>
                <a:srgbClr val="50BCE2"/>
              </a:buClr>
              <a:buSzPts val="2800"/>
              <a:buFont typeface="Arial"/>
              <a:buNone/>
            </a:pPr>
            <a:r>
              <a:rPr lang="es-PE" sz="2800">
                <a:solidFill>
                  <a:srgbClr val="50BCE2"/>
                </a:solidFill>
                <a:latin typeface="Arial"/>
                <a:ea typeface="Arial"/>
                <a:cs typeface="Arial"/>
                <a:sym typeface="Arial"/>
              </a:rPr>
              <a:t>iE2</a:t>
            </a:r>
            <a:endParaRPr/>
          </a:p>
        </p:txBody>
      </p:sp>
      <p:sp>
        <p:nvSpPr>
          <p:cNvPr id="23" name="Google Shape;178;p20">
            <a:extLst>
              <a:ext uri="{FF2B5EF4-FFF2-40B4-BE49-F238E27FC236}">
                <a16:creationId xmlns:a16="http://schemas.microsoft.com/office/drawing/2014/main" id="{1A240538-4C3B-A89B-F27B-A66A66D556BB}"/>
              </a:ext>
            </a:extLst>
          </p:cNvPr>
          <p:cNvSpPr txBox="1"/>
          <p:nvPr/>
        </p:nvSpPr>
        <p:spPr>
          <a:xfrm>
            <a:off x="7205066" y="4474336"/>
            <a:ext cx="4718616" cy="600124"/>
          </a:xfrm>
          <a:prstGeom prst="rect">
            <a:avLst/>
          </a:prstGeom>
          <a:noFill/>
          <a:ln>
            <a:noFill/>
          </a:ln>
        </p:spPr>
        <p:txBody>
          <a:bodyPr spcFirstLastPara="1" wrap="square" lIns="91425" tIns="45700" rIns="91425" bIns="45700" anchor="t" anchorCtr="0">
            <a:spAutoFit/>
          </a:bodyPr>
          <a:lstStyle/>
          <a:p>
            <a:pPr algn="just"/>
            <a:r>
              <a:rPr lang="es-PE" sz="1100">
                <a:solidFill>
                  <a:srgbClr val="3A3838"/>
                </a:solidFill>
                <a:ea typeface="Calibri"/>
                <a:sym typeface="Calibri"/>
              </a:rPr>
              <a:t>Porcentaje de funcionalidades principales desarrolladas según los requerimientos definidos para la plataforma de </a:t>
            </a:r>
            <a:r>
              <a:rPr lang="es-PE" sz="1100" err="1">
                <a:solidFill>
                  <a:srgbClr val="3A3838"/>
                </a:solidFill>
                <a:ea typeface="Calibri"/>
                <a:sym typeface="Calibri"/>
              </a:rPr>
              <a:t>microaprendizaje</a:t>
            </a:r>
            <a:r>
              <a:rPr lang="es-PE" sz="1100">
                <a:solidFill>
                  <a:srgbClr val="3A3838"/>
                </a:solidFill>
                <a:ea typeface="Calibri"/>
                <a:sym typeface="Calibri"/>
              </a:rPr>
              <a:t> (≥ 80%), verificadas mediante pruebas funcionales internas.</a:t>
            </a:r>
            <a:endParaRPr lang="en-US"/>
          </a:p>
        </p:txBody>
      </p:sp>
      <p:sp>
        <p:nvSpPr>
          <p:cNvPr id="25" name="Google Shape;179;p20">
            <a:extLst>
              <a:ext uri="{FF2B5EF4-FFF2-40B4-BE49-F238E27FC236}">
                <a16:creationId xmlns:a16="http://schemas.microsoft.com/office/drawing/2014/main" id="{C739F744-B669-3F99-3397-2EA3BFC09CDC}"/>
              </a:ext>
            </a:extLst>
          </p:cNvPr>
          <p:cNvSpPr txBox="1"/>
          <p:nvPr/>
        </p:nvSpPr>
        <p:spPr>
          <a:xfrm>
            <a:off x="11014031" y="5395062"/>
            <a:ext cx="919312" cy="329585"/>
          </a:xfrm>
          <a:prstGeom prst="rect">
            <a:avLst/>
          </a:prstGeom>
          <a:noFill/>
          <a:ln>
            <a:noFill/>
          </a:ln>
        </p:spPr>
        <p:txBody>
          <a:bodyPr spcFirstLastPara="1" wrap="square" lIns="91425" tIns="45700" rIns="91425" bIns="45700" anchor="t" anchorCtr="0">
            <a:noAutofit/>
          </a:bodyPr>
          <a:lstStyle/>
          <a:p>
            <a:pPr marL="0" marR="0" lvl="0" indent="0" algn="r" rtl="0">
              <a:lnSpc>
                <a:spcPct val="90000"/>
              </a:lnSpc>
              <a:spcBef>
                <a:spcPts val="0"/>
              </a:spcBef>
              <a:spcAft>
                <a:spcPts val="0"/>
              </a:spcAft>
              <a:buClr>
                <a:srgbClr val="50BCE2"/>
              </a:buClr>
              <a:buSzPts val="2800"/>
              <a:buFont typeface="Arial"/>
              <a:buNone/>
            </a:pPr>
            <a:r>
              <a:rPr lang="es-PE" sz="2800">
                <a:solidFill>
                  <a:srgbClr val="50BCE2"/>
                </a:solidFill>
                <a:latin typeface="Arial"/>
                <a:ea typeface="Arial"/>
                <a:cs typeface="Arial"/>
                <a:sym typeface="Arial"/>
              </a:rPr>
              <a:t>iE3</a:t>
            </a:r>
            <a:endParaRPr/>
          </a:p>
        </p:txBody>
      </p:sp>
      <p:sp>
        <p:nvSpPr>
          <p:cNvPr id="27" name="Google Shape;180;p20">
            <a:extLst>
              <a:ext uri="{FF2B5EF4-FFF2-40B4-BE49-F238E27FC236}">
                <a16:creationId xmlns:a16="http://schemas.microsoft.com/office/drawing/2014/main" id="{23271857-3102-3D83-AF28-10890DB3BD9B}"/>
              </a:ext>
            </a:extLst>
          </p:cNvPr>
          <p:cNvSpPr txBox="1"/>
          <p:nvPr/>
        </p:nvSpPr>
        <p:spPr>
          <a:xfrm>
            <a:off x="7401496" y="5866064"/>
            <a:ext cx="4531711" cy="800219"/>
          </a:xfrm>
          <a:prstGeom prst="rect">
            <a:avLst/>
          </a:prstGeom>
          <a:noFill/>
          <a:ln>
            <a:noFill/>
          </a:ln>
        </p:spPr>
        <p:txBody>
          <a:bodyPr spcFirstLastPara="1" wrap="square" lIns="91425" tIns="45700" rIns="91425" bIns="45700" anchor="t" anchorCtr="0">
            <a:spAutoFit/>
          </a:bodyPr>
          <a:lstStyle/>
          <a:p>
            <a:pPr algn="just"/>
            <a:r>
              <a:rPr lang="es-PE" sz="1150">
                <a:solidFill>
                  <a:srgbClr val="3A3838"/>
                </a:solidFill>
                <a:ea typeface="Calibri"/>
                <a:sym typeface="Calibri"/>
              </a:rPr>
              <a:t>Número de flujos de usuario implementados para el uso de la plataforma, como carga de grabaciones, generación de contenido, resolución de evaluaciones y visualización del progreso académico (≥ 4).</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Shape 217"/>
        <p:cNvGrpSpPr/>
        <p:nvPr/>
      </p:nvGrpSpPr>
      <p:grpSpPr>
        <a:xfrm>
          <a:off x="0" y="0"/>
          <a:ext cx="0" cy="0"/>
          <a:chOff x="0" y="0"/>
          <a:chExt cx="0" cy="0"/>
        </a:xfrm>
      </p:grpSpPr>
      <p:pic>
        <p:nvPicPr>
          <p:cNvPr id="229" name="Google Shape;229;p23"/>
          <p:cNvPicPr preferRelativeResize="0"/>
          <p:nvPr/>
        </p:nvPicPr>
        <p:blipFill rotWithShape="1">
          <a:blip r:embed="rId3">
            <a:alphaModFix/>
          </a:blip>
          <a:srcRect/>
          <a:stretch/>
        </p:blipFill>
        <p:spPr>
          <a:xfrm>
            <a:off x="-4587293" y="-2316584"/>
            <a:ext cx="9174586" cy="9174586"/>
          </a:xfrm>
          <a:prstGeom prst="rect">
            <a:avLst/>
          </a:prstGeom>
          <a:noFill/>
          <a:ln>
            <a:noFill/>
          </a:ln>
        </p:spPr>
      </p:pic>
      <p:sp>
        <p:nvSpPr>
          <p:cNvPr id="7" name="Google Shape;186;p21">
            <a:extLst>
              <a:ext uri="{FF2B5EF4-FFF2-40B4-BE49-F238E27FC236}">
                <a16:creationId xmlns:a16="http://schemas.microsoft.com/office/drawing/2014/main" id="{C9D5F594-8B44-8D0E-B3E9-7A77399B1967}"/>
              </a:ext>
            </a:extLst>
          </p:cNvPr>
          <p:cNvSpPr txBox="1">
            <a:spLocks noGrp="1"/>
          </p:cNvSpPr>
          <p:nvPr>
            <p:ph type="title"/>
          </p:nvPr>
        </p:nvSpPr>
        <p:spPr>
          <a:xfrm>
            <a:off x="1542691" y="77577"/>
            <a:ext cx="10515600" cy="1325563"/>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50BCE2"/>
              </a:buClr>
              <a:buSzPts val="4000"/>
              <a:buFont typeface="Arial"/>
              <a:buNone/>
            </a:pPr>
            <a:r>
              <a:rPr lang="es-PE" sz="4000">
                <a:solidFill>
                  <a:srgbClr val="50BCE2"/>
                </a:solidFill>
                <a:latin typeface="Arial"/>
                <a:ea typeface="Arial"/>
                <a:cs typeface="Arial"/>
                <a:sym typeface="Arial"/>
              </a:rPr>
              <a:t>INDICADORES</a:t>
            </a:r>
            <a:endParaRPr/>
          </a:p>
        </p:txBody>
      </p:sp>
      <p:sp>
        <p:nvSpPr>
          <p:cNvPr id="9" name="Google Shape;187;p21">
            <a:extLst>
              <a:ext uri="{FF2B5EF4-FFF2-40B4-BE49-F238E27FC236}">
                <a16:creationId xmlns:a16="http://schemas.microsoft.com/office/drawing/2014/main" id="{77E05661-67AA-D7A2-FBF8-5B4EBF5A4299}"/>
              </a:ext>
            </a:extLst>
          </p:cNvPr>
          <p:cNvSpPr/>
          <p:nvPr/>
        </p:nvSpPr>
        <p:spPr>
          <a:xfrm>
            <a:off x="11381504" y="1016871"/>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lt1"/>
              </a:solidFill>
              <a:latin typeface="Calibri"/>
              <a:ea typeface="Calibri"/>
              <a:cs typeface="Calibri"/>
              <a:sym typeface="Calibri"/>
            </a:endParaRPr>
          </a:p>
        </p:txBody>
      </p:sp>
      <p:cxnSp>
        <p:nvCxnSpPr>
          <p:cNvPr id="11" name="Google Shape;172;p20">
            <a:extLst>
              <a:ext uri="{FF2B5EF4-FFF2-40B4-BE49-F238E27FC236}">
                <a16:creationId xmlns:a16="http://schemas.microsoft.com/office/drawing/2014/main" id="{CB77A623-F2AB-EF10-16CF-92BAA42CC4D9}"/>
              </a:ext>
            </a:extLst>
          </p:cNvPr>
          <p:cNvCxnSpPr/>
          <p:nvPr/>
        </p:nvCxnSpPr>
        <p:spPr>
          <a:xfrm rot="10800000">
            <a:off x="4590691" y="2384456"/>
            <a:ext cx="7421880" cy="0"/>
          </a:xfrm>
          <a:prstGeom prst="straightConnector1">
            <a:avLst/>
          </a:prstGeom>
          <a:noFill/>
          <a:ln w="12700" cap="flat" cmpd="sng">
            <a:solidFill>
              <a:srgbClr val="AEABAB"/>
            </a:solidFill>
            <a:prstDash val="solid"/>
            <a:miter lim="800000"/>
            <a:headEnd type="none" w="sm" len="sm"/>
            <a:tailEnd type="none" w="sm" len="sm"/>
          </a:ln>
        </p:spPr>
      </p:cxnSp>
      <p:sp>
        <p:nvSpPr>
          <p:cNvPr id="13" name="Google Shape;173;p20">
            <a:extLst>
              <a:ext uri="{FF2B5EF4-FFF2-40B4-BE49-F238E27FC236}">
                <a16:creationId xmlns:a16="http://schemas.microsoft.com/office/drawing/2014/main" id="{67509810-71C3-3532-5FDB-53C648F17A21}"/>
              </a:ext>
            </a:extLst>
          </p:cNvPr>
          <p:cNvSpPr txBox="1"/>
          <p:nvPr/>
        </p:nvSpPr>
        <p:spPr>
          <a:xfrm>
            <a:off x="10918241" y="1097711"/>
            <a:ext cx="1106218" cy="315208"/>
          </a:xfrm>
          <a:prstGeom prst="rect">
            <a:avLst/>
          </a:prstGeom>
          <a:noFill/>
          <a:ln>
            <a:noFill/>
          </a:ln>
        </p:spPr>
        <p:txBody>
          <a:bodyPr spcFirstLastPara="1" wrap="square" lIns="91425" tIns="45700" rIns="91425" bIns="45700" anchor="t" anchorCtr="0">
            <a:noAutofit/>
          </a:bodyPr>
          <a:lstStyle/>
          <a:p>
            <a:pPr marL="0" marR="0" lvl="0" indent="0" algn="r" rtl="0">
              <a:lnSpc>
                <a:spcPct val="90000"/>
              </a:lnSpc>
              <a:spcBef>
                <a:spcPts val="0"/>
              </a:spcBef>
              <a:spcAft>
                <a:spcPts val="0"/>
              </a:spcAft>
              <a:buClr>
                <a:srgbClr val="50BCE2"/>
              </a:buClr>
              <a:buSzPts val="2800"/>
              <a:buFont typeface="Arial"/>
              <a:buNone/>
            </a:pPr>
            <a:r>
              <a:rPr lang="es-PE" sz="2800">
                <a:solidFill>
                  <a:srgbClr val="50BCE2"/>
                </a:solidFill>
              </a:rPr>
              <a:t>OE4</a:t>
            </a:r>
            <a:endParaRPr/>
          </a:p>
        </p:txBody>
      </p:sp>
      <p:sp>
        <p:nvSpPr>
          <p:cNvPr id="15" name="Google Shape;174;p20">
            <a:extLst>
              <a:ext uri="{FF2B5EF4-FFF2-40B4-BE49-F238E27FC236}">
                <a16:creationId xmlns:a16="http://schemas.microsoft.com/office/drawing/2014/main" id="{6084F398-8705-8BC6-B5EF-F3C87B66F8F8}"/>
              </a:ext>
            </a:extLst>
          </p:cNvPr>
          <p:cNvSpPr txBox="1"/>
          <p:nvPr/>
        </p:nvSpPr>
        <p:spPr>
          <a:xfrm>
            <a:off x="5336010" y="1554337"/>
            <a:ext cx="7064103" cy="769401"/>
          </a:xfrm>
          <a:prstGeom prst="rect">
            <a:avLst/>
          </a:prstGeom>
          <a:noFill/>
          <a:ln>
            <a:noFill/>
          </a:ln>
        </p:spPr>
        <p:txBody>
          <a:bodyPr spcFirstLastPara="1" wrap="square" lIns="91425" tIns="45700" rIns="91425" bIns="45700" anchor="t" anchorCtr="0">
            <a:spAutoFit/>
          </a:bodyPr>
          <a:lstStyle/>
          <a:p>
            <a:pPr algn="just"/>
            <a:r>
              <a:rPr lang="es-PE" sz="1100">
                <a:solidFill>
                  <a:srgbClr val="3A3838"/>
                </a:solidFill>
                <a:ea typeface="Calibri"/>
                <a:sym typeface="Calibri"/>
              </a:rPr>
              <a:t>Desarrollar una plataforma inteligente de </a:t>
            </a:r>
            <a:r>
              <a:rPr lang="es-PE" sz="1100" err="1">
                <a:solidFill>
                  <a:srgbClr val="3A3838"/>
                </a:solidFill>
                <a:ea typeface="Calibri"/>
                <a:sym typeface="Calibri"/>
              </a:rPr>
              <a:t>microaprendizaje</a:t>
            </a:r>
            <a:r>
              <a:rPr lang="es-PE" sz="1100">
                <a:solidFill>
                  <a:srgbClr val="3A3838"/>
                </a:solidFill>
                <a:ea typeface="Calibri"/>
                <a:sym typeface="Calibri"/>
              </a:rPr>
              <a:t> que integre módulos de transcripción automática, </a:t>
            </a:r>
            <a:r>
              <a:rPr lang="es-PE" sz="1100" err="1">
                <a:solidFill>
                  <a:srgbClr val="3A3838"/>
                </a:solidFill>
                <a:ea typeface="Calibri"/>
                <a:sym typeface="Calibri"/>
              </a:rPr>
              <a:t>postprocesamiento</a:t>
            </a:r>
            <a:r>
              <a:rPr lang="es-PE" sz="1100">
                <a:solidFill>
                  <a:srgbClr val="3A3838"/>
                </a:solidFill>
                <a:ea typeface="Calibri"/>
                <a:sym typeface="Calibri"/>
              </a:rPr>
              <a:t>, generación de </a:t>
            </a:r>
            <a:r>
              <a:rPr lang="es-PE" sz="1100" err="1">
                <a:solidFill>
                  <a:srgbClr val="3A3838"/>
                </a:solidFill>
                <a:ea typeface="Calibri"/>
                <a:sym typeface="Calibri"/>
              </a:rPr>
              <a:t>microcontenidos</a:t>
            </a:r>
            <a:r>
              <a:rPr lang="es-PE" sz="1100">
                <a:solidFill>
                  <a:srgbClr val="3A3838"/>
                </a:solidFill>
                <a:ea typeface="Calibri"/>
                <a:sym typeface="Calibri"/>
              </a:rPr>
              <a:t> educativos y evaluaciones adaptativas personalizadas, orientadas al seguimiento del progreso del estudiante.</a:t>
            </a:r>
            <a:endParaRPr lang="es-PE" sz="1100">
              <a:ea typeface="Calibri"/>
            </a:endParaRPr>
          </a:p>
          <a:p>
            <a:pPr algn="just"/>
            <a:endParaRPr lang="es-PE" sz="1100">
              <a:solidFill>
                <a:srgbClr val="3A3838"/>
              </a:solidFill>
              <a:ea typeface="Calibri"/>
            </a:endParaRPr>
          </a:p>
        </p:txBody>
      </p:sp>
      <p:sp>
        <p:nvSpPr>
          <p:cNvPr id="17" name="Google Shape;175;p20">
            <a:extLst>
              <a:ext uri="{FF2B5EF4-FFF2-40B4-BE49-F238E27FC236}">
                <a16:creationId xmlns:a16="http://schemas.microsoft.com/office/drawing/2014/main" id="{91B4054F-EBE9-7545-5212-AED26B79C0E8}"/>
              </a:ext>
            </a:extLst>
          </p:cNvPr>
          <p:cNvSpPr txBox="1">
            <a:spLocks/>
          </p:cNvSpPr>
          <p:nvPr/>
        </p:nvSpPr>
        <p:spPr>
          <a:xfrm>
            <a:off x="11004505" y="2573917"/>
            <a:ext cx="919312" cy="47335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r">
              <a:spcBef>
                <a:spcPts val="0"/>
              </a:spcBef>
              <a:buClr>
                <a:srgbClr val="50BCE2"/>
              </a:buClr>
              <a:buSzPts val="2800"/>
              <a:buFont typeface="Arial"/>
              <a:buNone/>
            </a:pPr>
            <a:r>
              <a:rPr lang="es-PE">
                <a:solidFill>
                  <a:srgbClr val="50BCE2"/>
                </a:solidFill>
                <a:latin typeface="Arial"/>
                <a:ea typeface="Arial"/>
                <a:cs typeface="Arial"/>
                <a:sym typeface="Arial"/>
              </a:rPr>
              <a:t>iE1</a:t>
            </a:r>
            <a:endParaRPr lang="es-PE"/>
          </a:p>
        </p:txBody>
      </p:sp>
      <p:sp>
        <p:nvSpPr>
          <p:cNvPr id="19" name="Google Shape;176;p20">
            <a:extLst>
              <a:ext uri="{FF2B5EF4-FFF2-40B4-BE49-F238E27FC236}">
                <a16:creationId xmlns:a16="http://schemas.microsoft.com/office/drawing/2014/main" id="{90B62196-E02B-2EEC-E0EB-670F254A8F46}"/>
              </a:ext>
            </a:extLst>
          </p:cNvPr>
          <p:cNvSpPr txBox="1"/>
          <p:nvPr/>
        </p:nvSpPr>
        <p:spPr>
          <a:xfrm>
            <a:off x="7207196" y="3060997"/>
            <a:ext cx="4718617" cy="600124"/>
          </a:xfrm>
          <a:prstGeom prst="rect">
            <a:avLst/>
          </a:prstGeom>
          <a:noFill/>
          <a:ln>
            <a:noFill/>
          </a:ln>
        </p:spPr>
        <p:txBody>
          <a:bodyPr spcFirstLastPara="1" wrap="square" lIns="91425" tIns="45700" rIns="91425" bIns="45700" anchor="t" anchorCtr="0">
            <a:spAutoFit/>
          </a:bodyPr>
          <a:lstStyle/>
          <a:p>
            <a:pPr algn="just"/>
            <a:r>
              <a:rPr lang="es-PE" sz="1100">
                <a:solidFill>
                  <a:srgbClr val="3A3838"/>
                </a:solidFill>
                <a:ea typeface="Calibri"/>
              </a:rPr>
              <a:t>Número de pruebas ejecutadas para la validación del sistema, incluyendo pruebas funcionales, de integración y de calidad (≥ 15), junto con el porcentaje de casos de prueba superados exitosamente (≥ 85%).</a:t>
            </a:r>
            <a:endParaRPr lang="en-US"/>
          </a:p>
        </p:txBody>
      </p:sp>
      <p:sp>
        <p:nvSpPr>
          <p:cNvPr id="21" name="Google Shape;177;p20">
            <a:extLst>
              <a:ext uri="{FF2B5EF4-FFF2-40B4-BE49-F238E27FC236}">
                <a16:creationId xmlns:a16="http://schemas.microsoft.com/office/drawing/2014/main" id="{819AB928-F77D-5184-C1E9-06EF3FD589A4}"/>
              </a:ext>
            </a:extLst>
          </p:cNvPr>
          <p:cNvSpPr txBox="1"/>
          <p:nvPr/>
        </p:nvSpPr>
        <p:spPr>
          <a:xfrm>
            <a:off x="11004505" y="3845182"/>
            <a:ext cx="919312" cy="329585"/>
          </a:xfrm>
          <a:prstGeom prst="rect">
            <a:avLst/>
          </a:prstGeom>
          <a:noFill/>
          <a:ln>
            <a:noFill/>
          </a:ln>
        </p:spPr>
        <p:txBody>
          <a:bodyPr spcFirstLastPara="1" wrap="square" lIns="91425" tIns="45700" rIns="91425" bIns="45700" anchor="t" anchorCtr="0">
            <a:noAutofit/>
          </a:bodyPr>
          <a:lstStyle/>
          <a:p>
            <a:pPr marL="0" marR="0" lvl="0" indent="0" algn="r" rtl="0">
              <a:lnSpc>
                <a:spcPct val="90000"/>
              </a:lnSpc>
              <a:spcBef>
                <a:spcPts val="0"/>
              </a:spcBef>
              <a:spcAft>
                <a:spcPts val="0"/>
              </a:spcAft>
              <a:buClr>
                <a:srgbClr val="50BCE2"/>
              </a:buClr>
              <a:buSzPts val="2800"/>
              <a:buFont typeface="Arial"/>
              <a:buNone/>
            </a:pPr>
            <a:r>
              <a:rPr lang="es-PE" sz="2800">
                <a:solidFill>
                  <a:srgbClr val="50BCE2"/>
                </a:solidFill>
                <a:latin typeface="Arial"/>
                <a:ea typeface="Arial"/>
                <a:cs typeface="Arial"/>
                <a:sym typeface="Arial"/>
              </a:rPr>
              <a:t>iE2</a:t>
            </a:r>
            <a:endParaRPr/>
          </a:p>
        </p:txBody>
      </p:sp>
      <p:sp>
        <p:nvSpPr>
          <p:cNvPr id="23" name="Google Shape;178;p20">
            <a:extLst>
              <a:ext uri="{FF2B5EF4-FFF2-40B4-BE49-F238E27FC236}">
                <a16:creationId xmlns:a16="http://schemas.microsoft.com/office/drawing/2014/main" id="{439EABA9-1DD5-1CE7-5DA9-39A10C7ED96C}"/>
              </a:ext>
            </a:extLst>
          </p:cNvPr>
          <p:cNvSpPr txBox="1"/>
          <p:nvPr/>
        </p:nvSpPr>
        <p:spPr>
          <a:xfrm>
            <a:off x="7205066" y="4474336"/>
            <a:ext cx="4718616" cy="769401"/>
          </a:xfrm>
          <a:prstGeom prst="rect">
            <a:avLst/>
          </a:prstGeom>
          <a:noFill/>
          <a:ln>
            <a:noFill/>
          </a:ln>
        </p:spPr>
        <p:txBody>
          <a:bodyPr spcFirstLastPara="1" wrap="square" lIns="91425" tIns="45700" rIns="91425" bIns="45700" anchor="t" anchorCtr="0">
            <a:spAutoFit/>
          </a:bodyPr>
          <a:lstStyle/>
          <a:p>
            <a:pPr algn="just"/>
            <a:r>
              <a:rPr lang="es-PE" sz="1100">
                <a:solidFill>
                  <a:srgbClr val="3A3838"/>
                </a:solidFill>
                <a:ea typeface="Calibri"/>
                <a:sym typeface="Calibri"/>
              </a:rPr>
              <a:t>Valores obtenidos en métricas automáticas de desempeño del sistema, como precisión de transcripción (≥ 85%), tiempo de procesamiento por sesión (≤ X minutos) y calidad de generación de contenido evaluada mediante métricas NLP (≥ 80%).</a:t>
            </a:r>
            <a:endParaRPr lang="en-US"/>
          </a:p>
        </p:txBody>
      </p:sp>
      <p:sp>
        <p:nvSpPr>
          <p:cNvPr id="25" name="Google Shape;179;p20">
            <a:extLst>
              <a:ext uri="{FF2B5EF4-FFF2-40B4-BE49-F238E27FC236}">
                <a16:creationId xmlns:a16="http://schemas.microsoft.com/office/drawing/2014/main" id="{F98CA406-9D06-5D4F-6C53-32B481F856CF}"/>
              </a:ext>
            </a:extLst>
          </p:cNvPr>
          <p:cNvSpPr txBox="1"/>
          <p:nvPr/>
        </p:nvSpPr>
        <p:spPr>
          <a:xfrm>
            <a:off x="11014031" y="5395062"/>
            <a:ext cx="919312" cy="329585"/>
          </a:xfrm>
          <a:prstGeom prst="rect">
            <a:avLst/>
          </a:prstGeom>
          <a:noFill/>
          <a:ln>
            <a:noFill/>
          </a:ln>
        </p:spPr>
        <p:txBody>
          <a:bodyPr spcFirstLastPara="1" wrap="square" lIns="91425" tIns="45700" rIns="91425" bIns="45700" anchor="t" anchorCtr="0">
            <a:noAutofit/>
          </a:bodyPr>
          <a:lstStyle/>
          <a:p>
            <a:pPr marL="0" marR="0" lvl="0" indent="0" algn="r" rtl="0">
              <a:lnSpc>
                <a:spcPct val="90000"/>
              </a:lnSpc>
              <a:spcBef>
                <a:spcPts val="0"/>
              </a:spcBef>
              <a:spcAft>
                <a:spcPts val="0"/>
              </a:spcAft>
              <a:buClr>
                <a:srgbClr val="50BCE2"/>
              </a:buClr>
              <a:buSzPts val="2800"/>
              <a:buFont typeface="Arial"/>
              <a:buNone/>
            </a:pPr>
            <a:r>
              <a:rPr lang="es-PE" sz="2800">
                <a:solidFill>
                  <a:srgbClr val="50BCE2"/>
                </a:solidFill>
                <a:latin typeface="Arial"/>
                <a:ea typeface="Arial"/>
                <a:cs typeface="Arial"/>
                <a:sym typeface="Arial"/>
              </a:rPr>
              <a:t>iE3</a:t>
            </a:r>
            <a:endParaRPr/>
          </a:p>
        </p:txBody>
      </p:sp>
      <p:sp>
        <p:nvSpPr>
          <p:cNvPr id="27" name="Google Shape;180;p20">
            <a:extLst>
              <a:ext uri="{FF2B5EF4-FFF2-40B4-BE49-F238E27FC236}">
                <a16:creationId xmlns:a16="http://schemas.microsoft.com/office/drawing/2014/main" id="{5AF67EC0-113A-B06B-2C62-771D204E52BE}"/>
              </a:ext>
            </a:extLst>
          </p:cNvPr>
          <p:cNvSpPr txBox="1"/>
          <p:nvPr/>
        </p:nvSpPr>
        <p:spPr>
          <a:xfrm>
            <a:off x="7401496" y="5866064"/>
            <a:ext cx="4531711" cy="800219"/>
          </a:xfrm>
          <a:prstGeom prst="rect">
            <a:avLst/>
          </a:prstGeom>
          <a:noFill/>
          <a:ln>
            <a:noFill/>
          </a:ln>
        </p:spPr>
        <p:txBody>
          <a:bodyPr spcFirstLastPara="1" wrap="square" lIns="91425" tIns="45700" rIns="91425" bIns="45700" anchor="t" anchorCtr="0">
            <a:spAutoFit/>
          </a:bodyPr>
          <a:lstStyle/>
          <a:p>
            <a:pPr algn="just"/>
            <a:r>
              <a:rPr lang="es-PE" sz="1150">
                <a:solidFill>
                  <a:srgbClr val="3A3838"/>
                </a:solidFill>
                <a:ea typeface="Calibri"/>
                <a:sym typeface="Calibri"/>
              </a:rPr>
              <a:t>Porcentaje de mejora en el rendimiento académico o retención del aprendizaje de los estudiantes tras el uso de la plataforma (≥ 15%), medido mediante evaluaciones experimentales antes y después de la intervención.</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Shape 233"/>
        <p:cNvGrpSpPr/>
        <p:nvPr/>
      </p:nvGrpSpPr>
      <p:grpSpPr>
        <a:xfrm>
          <a:off x="0" y="0"/>
          <a:ext cx="0" cy="0"/>
          <a:chOff x="0" y="0"/>
          <a:chExt cx="0" cy="0"/>
        </a:xfrm>
      </p:grpSpPr>
      <p:sp>
        <p:nvSpPr>
          <p:cNvPr id="234" name="Google Shape;234;p24"/>
          <p:cNvSpPr/>
          <p:nvPr/>
        </p:nvSpPr>
        <p:spPr>
          <a:xfrm>
            <a:off x="670438" y="2305878"/>
            <a:ext cx="2520650" cy="323940"/>
          </a:xfrm>
          <a:prstGeom prst="homePlate">
            <a:avLst>
              <a:gd name="adj" fmla="val 50000"/>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5" name="Google Shape;235;p24"/>
          <p:cNvSpPr txBox="1"/>
          <p:nvPr/>
        </p:nvSpPr>
        <p:spPr>
          <a:xfrm>
            <a:off x="555568" y="365125"/>
            <a:ext cx="10342418"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50BCE2"/>
              </a:buClr>
              <a:buSzPts val="4000"/>
              <a:buFont typeface="Arial"/>
              <a:buNone/>
            </a:pPr>
            <a:r>
              <a:rPr lang="es-PE" sz="4000" b="1">
                <a:solidFill>
                  <a:srgbClr val="50BCE2"/>
                </a:solidFill>
                <a:latin typeface="Arial"/>
                <a:ea typeface="Arial"/>
                <a:cs typeface="Arial"/>
                <a:sym typeface="Arial"/>
              </a:rPr>
              <a:t>PLAN DE TRABAJO</a:t>
            </a:r>
            <a:endParaRPr/>
          </a:p>
        </p:txBody>
      </p:sp>
      <p:sp>
        <p:nvSpPr>
          <p:cNvPr id="236" name="Google Shape;236;p24"/>
          <p:cNvSpPr/>
          <p:nvPr/>
        </p:nvSpPr>
        <p:spPr>
          <a:xfrm>
            <a:off x="3110544"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37" name="Google Shape;237;p24"/>
          <p:cNvCxnSpPr/>
          <p:nvPr/>
        </p:nvCxnSpPr>
        <p:spPr>
          <a:xfrm>
            <a:off x="11617937" y="1754504"/>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238" name="Google Shape;238;p24"/>
          <p:cNvCxnSpPr/>
          <p:nvPr/>
        </p:nvCxnSpPr>
        <p:spPr>
          <a:xfrm>
            <a:off x="12554627" y="1748458"/>
            <a:ext cx="0" cy="337617"/>
          </a:xfrm>
          <a:prstGeom prst="straightConnector1">
            <a:avLst/>
          </a:prstGeom>
          <a:noFill/>
          <a:ln w="12700" cap="flat" cmpd="sng">
            <a:solidFill>
              <a:schemeClr val="lt1"/>
            </a:solidFill>
            <a:prstDash val="solid"/>
            <a:miter lim="800000"/>
            <a:headEnd type="none" w="sm" len="sm"/>
            <a:tailEnd type="none" w="sm" len="sm"/>
          </a:ln>
        </p:spPr>
      </p:cxnSp>
      <p:sp>
        <p:nvSpPr>
          <p:cNvPr id="239" name="Google Shape;239;p24"/>
          <p:cNvSpPr txBox="1"/>
          <p:nvPr/>
        </p:nvSpPr>
        <p:spPr>
          <a:xfrm>
            <a:off x="754251" y="2321779"/>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
        <p:nvSpPr>
          <p:cNvPr id="240" name="Google Shape;240;p24"/>
          <p:cNvSpPr txBox="1">
            <a:spLocks noGrp="1"/>
          </p:cNvSpPr>
          <p:nvPr>
            <p:ph type="body" idx="1"/>
          </p:nvPr>
        </p:nvSpPr>
        <p:spPr>
          <a:xfrm>
            <a:off x="670439" y="3252849"/>
            <a:ext cx="5551252" cy="2745660"/>
          </a:xfrm>
          <a:prstGeom prst="rect">
            <a:avLst/>
          </a:prstGeom>
          <a:noFill/>
          <a:ln>
            <a:noFill/>
          </a:ln>
        </p:spPr>
        <p:txBody>
          <a:bodyPr spcFirstLastPara="1" wrap="square" lIns="91425" tIns="45700" rIns="91425" bIns="45700" anchor="t" anchorCtr="0">
            <a:normAutofit fontScale="92500" lnSpcReduction="10000"/>
          </a:bodyPr>
          <a:lstStyle/>
          <a:p>
            <a:pPr marL="0" lvl="0" indent="0" algn="just" rtl="0">
              <a:lnSpc>
                <a:spcPct val="90000"/>
              </a:lnSpc>
              <a:spcBef>
                <a:spcPts val="0"/>
              </a:spcBef>
              <a:spcAft>
                <a:spcPts val="0"/>
              </a:spcAft>
              <a:buClr>
                <a:schemeClr val="dk1"/>
              </a:buClr>
              <a:buSzPct val="100000"/>
              <a:buNone/>
            </a:pPr>
            <a:r>
              <a:rPr lang="es-PE" sz="1400"/>
              <a:t>Lorem ipsum dolor sit amet, consectetur adipiscing elit. Vivamus dapibus pretium leo, vel placerat sapien feugiat vitae. Maecenas fringilla ante et dapibus volutpat. In imperdiet arcu eget accumsan mattis. Praesent nisi lorem, rhoncus non nibh nec, blandit pretium dui. Donec vehicula leo at augue ultricies, nec vulputate libero egestas. Praesent non orci odio. Fusce tempor auctor felis, ut fermentum diam condimentum id.</a:t>
            </a:r>
            <a:endParaRPr/>
          </a:p>
          <a:p>
            <a:pPr marL="0" lvl="0" indent="0" algn="just" rtl="0">
              <a:lnSpc>
                <a:spcPct val="90000"/>
              </a:lnSpc>
              <a:spcBef>
                <a:spcPts val="1000"/>
              </a:spcBef>
              <a:spcAft>
                <a:spcPts val="0"/>
              </a:spcAft>
              <a:buClr>
                <a:schemeClr val="dk1"/>
              </a:buClr>
              <a:buSzPct val="100000"/>
              <a:buNone/>
            </a:pPr>
            <a:r>
              <a:rPr lang="es-PE" sz="1400"/>
              <a:t>Nulla turpis tortor, vestibulum quis odio eu, sodales ultricies lacus. Suspendisse potenti. Aenean consequat enim nec metus dapibus, ut rhoncus justo imperdiet. Interdum et malesuada fames ac ante ipsum primis in faucibus. Aenean ut orci sit amet nisi porta eleifend id non libero. Mauris vitae nibh ornare, feugiat leo sit amet, fringilla tellus. Nulla congue, justo vel malesuada fermentum, libero ligula tristique metus, ac sagittis velit mi sit amet sem. Donec lobortis vestibulum nisl, eget finibus arcu vestibulum eget. Nulla augue ante, ultrices ac commodo nec, suscipit non ante. Donec scelerisque tincidunt velit, sit amet dictum ante scelerisque a.</a:t>
            </a:r>
            <a:endParaRPr/>
          </a:p>
        </p:txBody>
      </p:sp>
      <p:sp>
        <p:nvSpPr>
          <p:cNvPr id="241" name="Google Shape;241;p24"/>
          <p:cNvSpPr txBox="1"/>
          <p:nvPr/>
        </p:nvSpPr>
        <p:spPr>
          <a:xfrm>
            <a:off x="586308" y="2859489"/>
            <a:ext cx="96092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2400">
                <a:solidFill>
                  <a:srgbClr val="484141"/>
                </a:solidFill>
                <a:latin typeface="Arial"/>
                <a:ea typeface="Arial"/>
                <a:cs typeface="Arial"/>
                <a:sym typeface="Arial"/>
              </a:rPr>
              <a:t>Título</a:t>
            </a:r>
            <a:endParaRPr/>
          </a:p>
        </p:txBody>
      </p:sp>
      <p:sp>
        <p:nvSpPr>
          <p:cNvPr id="242" name="Google Shape;242;p24"/>
          <p:cNvSpPr/>
          <p:nvPr/>
        </p:nvSpPr>
        <p:spPr>
          <a:xfrm>
            <a:off x="7056757" y="3321154"/>
            <a:ext cx="3215874" cy="173181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3" name="Google Shape;243;p24"/>
          <p:cNvSpPr/>
          <p:nvPr/>
        </p:nvSpPr>
        <p:spPr>
          <a:xfrm>
            <a:off x="8284022" y="4031493"/>
            <a:ext cx="3215874" cy="1731817"/>
          </a:xfrm>
          <a:prstGeom prst="rect">
            <a:avLst/>
          </a:prstGeom>
          <a:solidFill>
            <a:srgbClr val="87878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4" name="Google Shape;244;p24"/>
          <p:cNvSpPr txBox="1"/>
          <p:nvPr/>
        </p:nvSpPr>
        <p:spPr>
          <a:xfrm>
            <a:off x="7984129" y="3861240"/>
            <a:ext cx="237899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800" b="1">
                <a:solidFill>
                  <a:schemeClr val="lt1"/>
                </a:solidFill>
                <a:latin typeface="Calibri"/>
                <a:ea typeface="Calibri"/>
                <a:cs typeface="Calibri"/>
                <a:sym typeface="Calibri"/>
              </a:rPr>
              <a:t>Reemplaza esto por imágenes</a:t>
            </a:r>
            <a:endParaRPr/>
          </a:p>
        </p:txBody>
      </p:sp>
      <p:sp>
        <p:nvSpPr>
          <p:cNvPr id="245" name="Google Shape;245;p24"/>
          <p:cNvSpPr/>
          <p:nvPr/>
        </p:nvSpPr>
        <p:spPr>
          <a:xfrm>
            <a:off x="670438" y="1690688"/>
            <a:ext cx="10273302" cy="452664"/>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0BCE2"/>
              </a:solidFill>
              <a:latin typeface="Calibri"/>
              <a:ea typeface="Calibri"/>
              <a:cs typeface="Calibri"/>
              <a:sym typeface="Calibri"/>
            </a:endParaRPr>
          </a:p>
        </p:txBody>
      </p:sp>
      <p:cxnSp>
        <p:nvCxnSpPr>
          <p:cNvPr id="246" name="Google Shape;246;p24"/>
          <p:cNvCxnSpPr/>
          <p:nvPr/>
        </p:nvCxnSpPr>
        <p:spPr>
          <a:xfrm>
            <a:off x="1268953" y="1740836"/>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247" name="Google Shape;247;p24"/>
          <p:cNvCxnSpPr/>
          <p:nvPr/>
        </p:nvCxnSpPr>
        <p:spPr>
          <a:xfrm>
            <a:off x="1909897" y="1738600"/>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248" name="Google Shape;248;p24"/>
          <p:cNvCxnSpPr/>
          <p:nvPr/>
        </p:nvCxnSpPr>
        <p:spPr>
          <a:xfrm>
            <a:off x="2544435" y="1740505"/>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249" name="Google Shape;249;p24"/>
          <p:cNvCxnSpPr/>
          <p:nvPr/>
        </p:nvCxnSpPr>
        <p:spPr>
          <a:xfrm>
            <a:off x="8996657" y="1743074"/>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250" name="Google Shape;250;p24"/>
          <p:cNvCxnSpPr/>
          <p:nvPr/>
        </p:nvCxnSpPr>
        <p:spPr>
          <a:xfrm>
            <a:off x="9670853" y="1740838"/>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251" name="Google Shape;251;p24"/>
          <p:cNvCxnSpPr/>
          <p:nvPr/>
        </p:nvCxnSpPr>
        <p:spPr>
          <a:xfrm>
            <a:off x="10305391" y="1742743"/>
            <a:ext cx="0" cy="337617"/>
          </a:xfrm>
          <a:prstGeom prst="straightConnector1">
            <a:avLst/>
          </a:prstGeom>
          <a:noFill/>
          <a:ln w="12700" cap="flat" cmpd="sng">
            <a:solidFill>
              <a:schemeClr val="lt1"/>
            </a:solidFill>
            <a:prstDash val="solid"/>
            <a:miter lim="800000"/>
            <a:headEnd type="none" w="sm" len="sm"/>
            <a:tailEnd type="none" w="sm" len="sm"/>
          </a:ln>
        </p:spPr>
      </p:cxnSp>
      <p:sp>
        <p:nvSpPr>
          <p:cNvPr id="252" name="Google Shape;252;p24"/>
          <p:cNvSpPr txBox="1"/>
          <p:nvPr/>
        </p:nvSpPr>
        <p:spPr>
          <a:xfrm>
            <a:off x="767824" y="1727504"/>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a:t>
            </a:r>
            <a:endParaRPr/>
          </a:p>
        </p:txBody>
      </p:sp>
      <p:sp>
        <p:nvSpPr>
          <p:cNvPr id="253" name="Google Shape;253;p24"/>
          <p:cNvSpPr txBox="1"/>
          <p:nvPr/>
        </p:nvSpPr>
        <p:spPr>
          <a:xfrm>
            <a:off x="1390412" y="1727503"/>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s2</a:t>
            </a:r>
            <a:endParaRPr/>
          </a:p>
        </p:txBody>
      </p:sp>
      <p:sp>
        <p:nvSpPr>
          <p:cNvPr id="254" name="Google Shape;254;p24"/>
          <p:cNvSpPr txBox="1"/>
          <p:nvPr/>
        </p:nvSpPr>
        <p:spPr>
          <a:xfrm>
            <a:off x="2018091" y="1727503"/>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s3</a:t>
            </a:r>
            <a:endParaRPr/>
          </a:p>
        </p:txBody>
      </p:sp>
      <p:sp>
        <p:nvSpPr>
          <p:cNvPr id="255" name="Google Shape;255;p24"/>
          <p:cNvSpPr txBox="1"/>
          <p:nvPr/>
        </p:nvSpPr>
        <p:spPr>
          <a:xfrm>
            <a:off x="2647928" y="1724943"/>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s4</a:t>
            </a:r>
            <a:endParaRPr/>
          </a:p>
        </p:txBody>
      </p:sp>
      <p:sp>
        <p:nvSpPr>
          <p:cNvPr id="256" name="Google Shape;256;p24"/>
          <p:cNvSpPr txBox="1"/>
          <p:nvPr/>
        </p:nvSpPr>
        <p:spPr>
          <a:xfrm>
            <a:off x="8409454" y="1726987"/>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s13</a:t>
            </a:r>
            <a:endParaRPr/>
          </a:p>
        </p:txBody>
      </p:sp>
      <p:sp>
        <p:nvSpPr>
          <p:cNvPr id="257" name="Google Shape;257;p24"/>
          <p:cNvSpPr txBox="1"/>
          <p:nvPr/>
        </p:nvSpPr>
        <p:spPr>
          <a:xfrm>
            <a:off x="9069884" y="1724805"/>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s14</a:t>
            </a:r>
            <a:endParaRPr/>
          </a:p>
        </p:txBody>
      </p:sp>
      <p:sp>
        <p:nvSpPr>
          <p:cNvPr id="258" name="Google Shape;258;p24"/>
          <p:cNvSpPr txBox="1"/>
          <p:nvPr/>
        </p:nvSpPr>
        <p:spPr>
          <a:xfrm>
            <a:off x="9722817" y="172626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s15</a:t>
            </a:r>
            <a:endParaRPr/>
          </a:p>
        </p:txBody>
      </p:sp>
      <p:sp>
        <p:nvSpPr>
          <p:cNvPr id="259" name="Google Shape;259;p24"/>
          <p:cNvSpPr txBox="1"/>
          <p:nvPr/>
        </p:nvSpPr>
        <p:spPr>
          <a:xfrm>
            <a:off x="10352102" y="1724805"/>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s16</a:t>
            </a:r>
            <a:endParaRPr/>
          </a:p>
        </p:txBody>
      </p:sp>
      <p:cxnSp>
        <p:nvCxnSpPr>
          <p:cNvPr id="260" name="Google Shape;260;p24"/>
          <p:cNvCxnSpPr/>
          <p:nvPr/>
        </p:nvCxnSpPr>
        <p:spPr>
          <a:xfrm>
            <a:off x="3182785" y="1742410"/>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261" name="Google Shape;261;p24"/>
          <p:cNvCxnSpPr/>
          <p:nvPr/>
        </p:nvCxnSpPr>
        <p:spPr>
          <a:xfrm>
            <a:off x="3840355" y="1744315"/>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262" name="Google Shape;262;p24"/>
          <p:cNvCxnSpPr/>
          <p:nvPr/>
        </p:nvCxnSpPr>
        <p:spPr>
          <a:xfrm>
            <a:off x="4474893" y="1738269"/>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263" name="Google Shape;263;p24"/>
          <p:cNvCxnSpPr/>
          <p:nvPr/>
        </p:nvCxnSpPr>
        <p:spPr>
          <a:xfrm>
            <a:off x="5109673" y="1738931"/>
            <a:ext cx="0" cy="337617"/>
          </a:xfrm>
          <a:prstGeom prst="straightConnector1">
            <a:avLst/>
          </a:prstGeom>
          <a:noFill/>
          <a:ln w="12700" cap="flat" cmpd="sng">
            <a:solidFill>
              <a:schemeClr val="lt1"/>
            </a:solidFill>
            <a:prstDash val="solid"/>
            <a:miter lim="800000"/>
            <a:headEnd type="none" w="sm" len="sm"/>
            <a:tailEnd type="none" w="sm" len="sm"/>
          </a:ln>
        </p:spPr>
      </p:cxnSp>
      <p:sp>
        <p:nvSpPr>
          <p:cNvPr id="264" name="Google Shape;264;p24"/>
          <p:cNvSpPr txBox="1"/>
          <p:nvPr/>
        </p:nvSpPr>
        <p:spPr>
          <a:xfrm>
            <a:off x="3292672" y="1724807"/>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s5</a:t>
            </a:r>
            <a:endParaRPr/>
          </a:p>
        </p:txBody>
      </p:sp>
      <p:sp>
        <p:nvSpPr>
          <p:cNvPr id="265" name="Google Shape;265;p24"/>
          <p:cNvSpPr txBox="1"/>
          <p:nvPr/>
        </p:nvSpPr>
        <p:spPr>
          <a:xfrm>
            <a:off x="3940889" y="1727502"/>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s6</a:t>
            </a:r>
            <a:endParaRPr/>
          </a:p>
        </p:txBody>
      </p:sp>
      <p:sp>
        <p:nvSpPr>
          <p:cNvPr id="266" name="Google Shape;266;p24"/>
          <p:cNvSpPr txBox="1"/>
          <p:nvPr/>
        </p:nvSpPr>
        <p:spPr>
          <a:xfrm>
            <a:off x="4593479" y="172480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s7</a:t>
            </a:r>
            <a:endParaRPr/>
          </a:p>
        </p:txBody>
      </p:sp>
      <p:sp>
        <p:nvSpPr>
          <p:cNvPr id="267" name="Google Shape;267;p24"/>
          <p:cNvSpPr txBox="1"/>
          <p:nvPr/>
        </p:nvSpPr>
        <p:spPr>
          <a:xfrm>
            <a:off x="5239894" y="172480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s8</a:t>
            </a:r>
            <a:endParaRPr/>
          </a:p>
        </p:txBody>
      </p:sp>
      <p:cxnSp>
        <p:nvCxnSpPr>
          <p:cNvPr id="268" name="Google Shape;268;p24"/>
          <p:cNvCxnSpPr/>
          <p:nvPr/>
        </p:nvCxnSpPr>
        <p:spPr>
          <a:xfrm>
            <a:off x="6418407" y="1738600"/>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269" name="Google Shape;269;p24"/>
          <p:cNvCxnSpPr/>
          <p:nvPr/>
        </p:nvCxnSpPr>
        <p:spPr>
          <a:xfrm>
            <a:off x="7031818" y="1740505"/>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270" name="Google Shape;270;p24"/>
          <p:cNvCxnSpPr/>
          <p:nvPr/>
        </p:nvCxnSpPr>
        <p:spPr>
          <a:xfrm>
            <a:off x="7706014" y="1742410"/>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271" name="Google Shape;271;p24"/>
          <p:cNvCxnSpPr/>
          <p:nvPr/>
        </p:nvCxnSpPr>
        <p:spPr>
          <a:xfrm>
            <a:off x="8340552" y="1744315"/>
            <a:ext cx="0" cy="337617"/>
          </a:xfrm>
          <a:prstGeom prst="straightConnector1">
            <a:avLst/>
          </a:prstGeom>
          <a:noFill/>
          <a:ln w="12700" cap="flat" cmpd="sng">
            <a:solidFill>
              <a:schemeClr val="lt1"/>
            </a:solidFill>
            <a:prstDash val="solid"/>
            <a:miter lim="800000"/>
            <a:headEnd type="none" w="sm" len="sm"/>
            <a:tailEnd type="none" w="sm" len="sm"/>
          </a:ln>
        </p:spPr>
      </p:cxnSp>
      <p:sp>
        <p:nvSpPr>
          <p:cNvPr id="272" name="Google Shape;272;p24"/>
          <p:cNvSpPr txBox="1"/>
          <p:nvPr/>
        </p:nvSpPr>
        <p:spPr>
          <a:xfrm>
            <a:off x="5883537" y="172480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s9</a:t>
            </a:r>
            <a:endParaRPr/>
          </a:p>
        </p:txBody>
      </p:sp>
      <p:sp>
        <p:nvSpPr>
          <p:cNvPr id="273" name="Google Shape;273;p24"/>
          <p:cNvSpPr txBox="1"/>
          <p:nvPr/>
        </p:nvSpPr>
        <p:spPr>
          <a:xfrm>
            <a:off x="6457752" y="172480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s10</a:t>
            </a:r>
            <a:endParaRPr/>
          </a:p>
        </p:txBody>
      </p:sp>
      <p:sp>
        <p:nvSpPr>
          <p:cNvPr id="274" name="Google Shape;274;p24"/>
          <p:cNvSpPr txBox="1"/>
          <p:nvPr/>
        </p:nvSpPr>
        <p:spPr>
          <a:xfrm>
            <a:off x="7135971" y="172480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s11</a:t>
            </a:r>
            <a:endParaRPr/>
          </a:p>
        </p:txBody>
      </p:sp>
      <p:sp>
        <p:nvSpPr>
          <p:cNvPr id="275" name="Google Shape;275;p24"/>
          <p:cNvSpPr txBox="1"/>
          <p:nvPr/>
        </p:nvSpPr>
        <p:spPr>
          <a:xfrm>
            <a:off x="7773209" y="172480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s12</a:t>
            </a:r>
            <a:endParaRPr/>
          </a:p>
        </p:txBody>
      </p:sp>
      <p:cxnSp>
        <p:nvCxnSpPr>
          <p:cNvPr id="276" name="Google Shape;276;p24"/>
          <p:cNvCxnSpPr/>
          <p:nvPr/>
        </p:nvCxnSpPr>
        <p:spPr>
          <a:xfrm>
            <a:off x="5783869" y="1744646"/>
            <a:ext cx="0" cy="337617"/>
          </a:xfrm>
          <a:prstGeom prst="straightConnector1">
            <a:avLst/>
          </a:prstGeom>
          <a:noFill/>
          <a:ln w="12700" cap="flat" cmpd="sng">
            <a:solidFill>
              <a:schemeClr val="lt1"/>
            </a:solidFill>
            <a:prstDash val="solid"/>
            <a:miter lim="800000"/>
            <a:headEnd type="none" w="sm" len="sm"/>
            <a:tailEnd type="none" w="sm" len="sm"/>
          </a:ln>
        </p:spPr>
      </p:cxn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Shape 280"/>
        <p:cNvGrpSpPr/>
        <p:nvPr/>
      </p:nvGrpSpPr>
      <p:grpSpPr>
        <a:xfrm>
          <a:off x="0" y="0"/>
          <a:ext cx="0" cy="0"/>
          <a:chOff x="0" y="0"/>
          <a:chExt cx="0" cy="0"/>
        </a:xfrm>
      </p:grpSpPr>
      <p:sp>
        <p:nvSpPr>
          <p:cNvPr id="281" name="Google Shape;281;p25"/>
          <p:cNvSpPr txBox="1"/>
          <p:nvPr/>
        </p:nvSpPr>
        <p:spPr>
          <a:xfrm>
            <a:off x="555566" y="365125"/>
            <a:ext cx="10342418"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50BCE2"/>
              </a:buClr>
              <a:buSzPts val="4000"/>
              <a:buFont typeface="Arial"/>
              <a:buNone/>
            </a:pPr>
            <a:r>
              <a:rPr lang="es-PE" sz="4000" b="1">
                <a:solidFill>
                  <a:srgbClr val="50BCE2"/>
                </a:solidFill>
                <a:latin typeface="Arial"/>
                <a:ea typeface="Arial"/>
                <a:cs typeface="Arial"/>
                <a:sym typeface="Arial"/>
              </a:rPr>
              <a:t>PLAN DE TRABAJO</a:t>
            </a:r>
            <a:endParaRPr/>
          </a:p>
        </p:txBody>
      </p:sp>
      <p:sp>
        <p:nvSpPr>
          <p:cNvPr id="282" name="Google Shape;282;p25"/>
          <p:cNvSpPr/>
          <p:nvPr/>
        </p:nvSpPr>
        <p:spPr>
          <a:xfrm>
            <a:off x="3110542"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83" name="Google Shape;283;p25"/>
          <p:cNvCxnSpPr/>
          <p:nvPr/>
        </p:nvCxnSpPr>
        <p:spPr>
          <a:xfrm>
            <a:off x="12554627" y="1748458"/>
            <a:ext cx="0" cy="337617"/>
          </a:xfrm>
          <a:prstGeom prst="straightConnector1">
            <a:avLst/>
          </a:prstGeom>
          <a:noFill/>
          <a:ln w="12700" cap="flat" cmpd="sng">
            <a:solidFill>
              <a:schemeClr val="lt1"/>
            </a:solidFill>
            <a:prstDash val="solid"/>
            <a:miter lim="800000"/>
            <a:headEnd type="none" w="sm" len="sm"/>
            <a:tailEnd type="none" w="sm" len="sm"/>
          </a:ln>
        </p:spPr>
      </p:cxnSp>
      <p:sp>
        <p:nvSpPr>
          <p:cNvPr id="284" name="Google Shape;284;p25"/>
          <p:cNvSpPr txBox="1">
            <a:spLocks noGrp="1"/>
          </p:cNvSpPr>
          <p:nvPr>
            <p:ph type="body" idx="1"/>
          </p:nvPr>
        </p:nvSpPr>
        <p:spPr>
          <a:xfrm>
            <a:off x="670440" y="3252849"/>
            <a:ext cx="5607812" cy="2745660"/>
          </a:xfrm>
          <a:prstGeom prst="rect">
            <a:avLst/>
          </a:prstGeom>
          <a:noFill/>
          <a:ln>
            <a:noFill/>
          </a:ln>
        </p:spPr>
        <p:txBody>
          <a:bodyPr spcFirstLastPara="1" wrap="square" lIns="91425" tIns="45700" rIns="91425" bIns="45700" anchor="t" anchorCtr="0">
            <a:normAutofit fontScale="92500" lnSpcReduction="10000"/>
          </a:bodyPr>
          <a:lstStyle/>
          <a:p>
            <a:pPr marL="0" lvl="0" indent="0" algn="just" rtl="0">
              <a:lnSpc>
                <a:spcPct val="90000"/>
              </a:lnSpc>
              <a:spcBef>
                <a:spcPts val="0"/>
              </a:spcBef>
              <a:spcAft>
                <a:spcPts val="0"/>
              </a:spcAft>
              <a:buClr>
                <a:schemeClr val="dk1"/>
              </a:buClr>
              <a:buSzPct val="100000"/>
              <a:buNone/>
            </a:pPr>
            <a:r>
              <a:rPr lang="es-PE" sz="1400"/>
              <a:t>Lorem ipsum dolor sit amet, consectetur adipiscing elit. Vivamus dapibus pretium leo, vel placerat sapien feugiat vitae. Maecenas fringilla ante et dapibus volutpat. In imperdiet arcu eget accumsan mattis. Praesent nisi lorem, rhoncus non nibh nec, blandit pretium dui. Donec vehicula leo at augue ultricies, nec vulputate libero egestas. Praesent non orci odio. Fusce tempor auctor felis, ut fermentum diam condimentum id.</a:t>
            </a:r>
            <a:endParaRPr/>
          </a:p>
          <a:p>
            <a:pPr marL="0" lvl="0" indent="0" algn="just" rtl="0">
              <a:lnSpc>
                <a:spcPct val="90000"/>
              </a:lnSpc>
              <a:spcBef>
                <a:spcPts val="1000"/>
              </a:spcBef>
              <a:spcAft>
                <a:spcPts val="0"/>
              </a:spcAft>
              <a:buClr>
                <a:schemeClr val="dk1"/>
              </a:buClr>
              <a:buSzPct val="100000"/>
              <a:buNone/>
            </a:pPr>
            <a:r>
              <a:rPr lang="es-PE" sz="1400"/>
              <a:t>Nulla turpis tortor, vestibulum quis odio eu, sodales ultricies lacus. Suspendisse potenti. Aenean consequat enim nec metus dapibus, ut rhoncus justo imperdiet. Interdum et malesuada fames ac ante ipsum primis in faucibus. Aenean ut orci sit amet nisi porta eleifend id non libero. Mauris vitae nibh ornare, feugiat leo sit amet, fringilla tellus. Nulla congue, justo vel malesuada fermentum, libero ligula tristique metus, ac sagittis velit mi sit amet sem. Donec lobortis vestibulum nisl, eget finibus arcu vestibulum eget. Nulla augue ante, ultrices ac commodo nec, suscipit non ante. Donec scelerisque tincidunt velit, sit amet dictum ante scelerisque a.</a:t>
            </a:r>
            <a:endParaRPr/>
          </a:p>
        </p:txBody>
      </p:sp>
      <p:sp>
        <p:nvSpPr>
          <p:cNvPr id="285" name="Google Shape;285;p25"/>
          <p:cNvSpPr txBox="1"/>
          <p:nvPr/>
        </p:nvSpPr>
        <p:spPr>
          <a:xfrm>
            <a:off x="586308" y="2859489"/>
            <a:ext cx="96092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2400">
                <a:solidFill>
                  <a:srgbClr val="484141"/>
                </a:solidFill>
                <a:latin typeface="Arial"/>
                <a:ea typeface="Arial"/>
                <a:cs typeface="Arial"/>
                <a:sym typeface="Arial"/>
              </a:rPr>
              <a:t>Título</a:t>
            </a:r>
            <a:endParaRPr/>
          </a:p>
        </p:txBody>
      </p:sp>
      <p:sp>
        <p:nvSpPr>
          <p:cNvPr id="286" name="Google Shape;286;p25"/>
          <p:cNvSpPr/>
          <p:nvPr/>
        </p:nvSpPr>
        <p:spPr>
          <a:xfrm>
            <a:off x="7056757" y="3321154"/>
            <a:ext cx="3215874" cy="173181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7" name="Google Shape;287;p25"/>
          <p:cNvSpPr/>
          <p:nvPr/>
        </p:nvSpPr>
        <p:spPr>
          <a:xfrm>
            <a:off x="8284022" y="4031493"/>
            <a:ext cx="3215874" cy="1731817"/>
          </a:xfrm>
          <a:prstGeom prst="rect">
            <a:avLst/>
          </a:prstGeom>
          <a:solidFill>
            <a:srgbClr val="87878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8" name="Google Shape;288;p25"/>
          <p:cNvSpPr/>
          <p:nvPr/>
        </p:nvSpPr>
        <p:spPr>
          <a:xfrm>
            <a:off x="670438" y="2305878"/>
            <a:ext cx="2520650" cy="323940"/>
          </a:xfrm>
          <a:prstGeom prst="homePlate">
            <a:avLst>
              <a:gd name="adj" fmla="val 50000"/>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9" name="Google Shape;289;p25"/>
          <p:cNvSpPr txBox="1"/>
          <p:nvPr/>
        </p:nvSpPr>
        <p:spPr>
          <a:xfrm>
            <a:off x="754251" y="2321779"/>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
        <p:nvSpPr>
          <p:cNvPr id="290" name="Google Shape;290;p25"/>
          <p:cNvSpPr/>
          <p:nvPr/>
        </p:nvSpPr>
        <p:spPr>
          <a:xfrm>
            <a:off x="3278604" y="2295206"/>
            <a:ext cx="2520650" cy="323940"/>
          </a:xfrm>
          <a:prstGeom prst="homePlate">
            <a:avLst>
              <a:gd name="adj" fmla="val 50000"/>
            </a:avLst>
          </a:prstGeom>
          <a:solidFill>
            <a:srgbClr val="0099C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1" name="Google Shape;291;p25"/>
          <p:cNvSpPr txBox="1"/>
          <p:nvPr/>
        </p:nvSpPr>
        <p:spPr>
          <a:xfrm>
            <a:off x="3362417" y="2311107"/>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
        <p:nvSpPr>
          <p:cNvPr id="292" name="Google Shape;292;p25"/>
          <p:cNvSpPr txBox="1"/>
          <p:nvPr/>
        </p:nvSpPr>
        <p:spPr>
          <a:xfrm>
            <a:off x="7984129" y="3861240"/>
            <a:ext cx="237899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800" b="1">
                <a:solidFill>
                  <a:schemeClr val="lt1"/>
                </a:solidFill>
                <a:latin typeface="Calibri"/>
                <a:ea typeface="Calibri"/>
                <a:cs typeface="Calibri"/>
                <a:sym typeface="Calibri"/>
              </a:rPr>
              <a:t>Reemplaza esto por imágenes</a:t>
            </a:r>
            <a:endParaRPr/>
          </a:p>
        </p:txBody>
      </p:sp>
      <p:sp>
        <p:nvSpPr>
          <p:cNvPr id="293" name="Google Shape;293;p25"/>
          <p:cNvSpPr/>
          <p:nvPr/>
        </p:nvSpPr>
        <p:spPr>
          <a:xfrm>
            <a:off x="670438" y="1690688"/>
            <a:ext cx="10273302" cy="452664"/>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94" name="Google Shape;294;p25"/>
          <p:cNvCxnSpPr/>
          <p:nvPr/>
        </p:nvCxnSpPr>
        <p:spPr>
          <a:xfrm>
            <a:off x="1268953" y="1740836"/>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295" name="Google Shape;295;p25"/>
          <p:cNvCxnSpPr/>
          <p:nvPr/>
        </p:nvCxnSpPr>
        <p:spPr>
          <a:xfrm>
            <a:off x="1909897" y="1738600"/>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296" name="Google Shape;296;p25"/>
          <p:cNvCxnSpPr/>
          <p:nvPr/>
        </p:nvCxnSpPr>
        <p:spPr>
          <a:xfrm>
            <a:off x="2544435" y="1740505"/>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297" name="Google Shape;297;p25"/>
          <p:cNvCxnSpPr/>
          <p:nvPr/>
        </p:nvCxnSpPr>
        <p:spPr>
          <a:xfrm>
            <a:off x="8996657" y="1743074"/>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298" name="Google Shape;298;p25"/>
          <p:cNvCxnSpPr/>
          <p:nvPr/>
        </p:nvCxnSpPr>
        <p:spPr>
          <a:xfrm>
            <a:off x="9670853" y="1740838"/>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299" name="Google Shape;299;p25"/>
          <p:cNvCxnSpPr/>
          <p:nvPr/>
        </p:nvCxnSpPr>
        <p:spPr>
          <a:xfrm>
            <a:off x="10305391" y="1742743"/>
            <a:ext cx="0" cy="337617"/>
          </a:xfrm>
          <a:prstGeom prst="straightConnector1">
            <a:avLst/>
          </a:prstGeom>
          <a:noFill/>
          <a:ln w="12700" cap="flat" cmpd="sng">
            <a:solidFill>
              <a:schemeClr val="lt1"/>
            </a:solidFill>
            <a:prstDash val="solid"/>
            <a:miter lim="800000"/>
            <a:headEnd type="none" w="sm" len="sm"/>
            <a:tailEnd type="none" w="sm" len="sm"/>
          </a:ln>
        </p:spPr>
      </p:cxnSp>
      <p:sp>
        <p:nvSpPr>
          <p:cNvPr id="300" name="Google Shape;300;p25"/>
          <p:cNvSpPr txBox="1"/>
          <p:nvPr/>
        </p:nvSpPr>
        <p:spPr>
          <a:xfrm>
            <a:off x="767824" y="1727504"/>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a:t>
            </a:r>
            <a:endParaRPr/>
          </a:p>
        </p:txBody>
      </p:sp>
      <p:sp>
        <p:nvSpPr>
          <p:cNvPr id="301" name="Google Shape;301;p25"/>
          <p:cNvSpPr txBox="1"/>
          <p:nvPr/>
        </p:nvSpPr>
        <p:spPr>
          <a:xfrm>
            <a:off x="1390412" y="1727503"/>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s2</a:t>
            </a:r>
            <a:endParaRPr/>
          </a:p>
        </p:txBody>
      </p:sp>
      <p:sp>
        <p:nvSpPr>
          <p:cNvPr id="302" name="Google Shape;302;p25"/>
          <p:cNvSpPr txBox="1"/>
          <p:nvPr/>
        </p:nvSpPr>
        <p:spPr>
          <a:xfrm>
            <a:off x="2018091" y="1727503"/>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s3</a:t>
            </a:r>
            <a:endParaRPr/>
          </a:p>
        </p:txBody>
      </p:sp>
      <p:sp>
        <p:nvSpPr>
          <p:cNvPr id="303" name="Google Shape;303;p25"/>
          <p:cNvSpPr txBox="1"/>
          <p:nvPr/>
        </p:nvSpPr>
        <p:spPr>
          <a:xfrm>
            <a:off x="2647928" y="1724943"/>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s4</a:t>
            </a:r>
            <a:endParaRPr/>
          </a:p>
        </p:txBody>
      </p:sp>
      <p:sp>
        <p:nvSpPr>
          <p:cNvPr id="304" name="Google Shape;304;p25"/>
          <p:cNvSpPr txBox="1"/>
          <p:nvPr/>
        </p:nvSpPr>
        <p:spPr>
          <a:xfrm>
            <a:off x="8409454" y="1726987"/>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s13</a:t>
            </a:r>
            <a:endParaRPr/>
          </a:p>
        </p:txBody>
      </p:sp>
      <p:sp>
        <p:nvSpPr>
          <p:cNvPr id="305" name="Google Shape;305;p25"/>
          <p:cNvSpPr txBox="1"/>
          <p:nvPr/>
        </p:nvSpPr>
        <p:spPr>
          <a:xfrm>
            <a:off x="9069884" y="1724805"/>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s14</a:t>
            </a:r>
            <a:endParaRPr/>
          </a:p>
        </p:txBody>
      </p:sp>
      <p:sp>
        <p:nvSpPr>
          <p:cNvPr id="306" name="Google Shape;306;p25"/>
          <p:cNvSpPr txBox="1"/>
          <p:nvPr/>
        </p:nvSpPr>
        <p:spPr>
          <a:xfrm>
            <a:off x="9722817" y="172626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s15</a:t>
            </a:r>
            <a:endParaRPr/>
          </a:p>
        </p:txBody>
      </p:sp>
      <p:sp>
        <p:nvSpPr>
          <p:cNvPr id="307" name="Google Shape;307;p25"/>
          <p:cNvSpPr txBox="1"/>
          <p:nvPr/>
        </p:nvSpPr>
        <p:spPr>
          <a:xfrm>
            <a:off x="10352102" y="1724805"/>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s16</a:t>
            </a:r>
            <a:endParaRPr/>
          </a:p>
        </p:txBody>
      </p:sp>
      <p:sp>
        <p:nvSpPr>
          <p:cNvPr id="308" name="Google Shape;308;p25"/>
          <p:cNvSpPr/>
          <p:nvPr/>
        </p:nvSpPr>
        <p:spPr>
          <a:xfrm>
            <a:off x="3190922" y="1694781"/>
            <a:ext cx="2600027" cy="445871"/>
          </a:xfrm>
          <a:prstGeom prst="rect">
            <a:avLst/>
          </a:prstGeom>
          <a:solidFill>
            <a:srgbClr val="0099C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309" name="Google Shape;309;p25"/>
          <p:cNvCxnSpPr/>
          <p:nvPr/>
        </p:nvCxnSpPr>
        <p:spPr>
          <a:xfrm>
            <a:off x="3182785" y="1742410"/>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310" name="Google Shape;310;p25"/>
          <p:cNvCxnSpPr/>
          <p:nvPr/>
        </p:nvCxnSpPr>
        <p:spPr>
          <a:xfrm>
            <a:off x="3840355" y="1744315"/>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311" name="Google Shape;311;p25"/>
          <p:cNvCxnSpPr/>
          <p:nvPr/>
        </p:nvCxnSpPr>
        <p:spPr>
          <a:xfrm>
            <a:off x="4474893" y="1738269"/>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312" name="Google Shape;312;p25"/>
          <p:cNvCxnSpPr/>
          <p:nvPr/>
        </p:nvCxnSpPr>
        <p:spPr>
          <a:xfrm>
            <a:off x="5109673" y="1738931"/>
            <a:ext cx="0" cy="337617"/>
          </a:xfrm>
          <a:prstGeom prst="straightConnector1">
            <a:avLst/>
          </a:prstGeom>
          <a:noFill/>
          <a:ln w="12700" cap="flat" cmpd="sng">
            <a:solidFill>
              <a:schemeClr val="lt1"/>
            </a:solidFill>
            <a:prstDash val="solid"/>
            <a:miter lim="800000"/>
            <a:headEnd type="none" w="sm" len="sm"/>
            <a:tailEnd type="none" w="sm" len="sm"/>
          </a:ln>
        </p:spPr>
      </p:cxnSp>
      <p:sp>
        <p:nvSpPr>
          <p:cNvPr id="313" name="Google Shape;313;p25"/>
          <p:cNvSpPr txBox="1"/>
          <p:nvPr/>
        </p:nvSpPr>
        <p:spPr>
          <a:xfrm>
            <a:off x="3292672" y="1724807"/>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s5</a:t>
            </a:r>
            <a:endParaRPr/>
          </a:p>
        </p:txBody>
      </p:sp>
      <p:sp>
        <p:nvSpPr>
          <p:cNvPr id="314" name="Google Shape;314;p25"/>
          <p:cNvSpPr txBox="1"/>
          <p:nvPr/>
        </p:nvSpPr>
        <p:spPr>
          <a:xfrm>
            <a:off x="3940889" y="1727502"/>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s6</a:t>
            </a:r>
            <a:endParaRPr/>
          </a:p>
        </p:txBody>
      </p:sp>
      <p:sp>
        <p:nvSpPr>
          <p:cNvPr id="315" name="Google Shape;315;p25"/>
          <p:cNvSpPr txBox="1"/>
          <p:nvPr/>
        </p:nvSpPr>
        <p:spPr>
          <a:xfrm>
            <a:off x="4593479" y="172480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s7</a:t>
            </a:r>
            <a:endParaRPr/>
          </a:p>
        </p:txBody>
      </p:sp>
      <p:sp>
        <p:nvSpPr>
          <p:cNvPr id="316" name="Google Shape;316;p25"/>
          <p:cNvSpPr txBox="1"/>
          <p:nvPr/>
        </p:nvSpPr>
        <p:spPr>
          <a:xfrm>
            <a:off x="5239894" y="172480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s8</a:t>
            </a:r>
            <a:endParaRPr/>
          </a:p>
        </p:txBody>
      </p:sp>
      <p:cxnSp>
        <p:nvCxnSpPr>
          <p:cNvPr id="317" name="Google Shape;317;p25"/>
          <p:cNvCxnSpPr/>
          <p:nvPr/>
        </p:nvCxnSpPr>
        <p:spPr>
          <a:xfrm>
            <a:off x="6418407" y="1738600"/>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318" name="Google Shape;318;p25"/>
          <p:cNvCxnSpPr/>
          <p:nvPr/>
        </p:nvCxnSpPr>
        <p:spPr>
          <a:xfrm>
            <a:off x="7031818" y="1740505"/>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319" name="Google Shape;319;p25"/>
          <p:cNvCxnSpPr/>
          <p:nvPr/>
        </p:nvCxnSpPr>
        <p:spPr>
          <a:xfrm>
            <a:off x="7706014" y="1742410"/>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320" name="Google Shape;320;p25"/>
          <p:cNvCxnSpPr/>
          <p:nvPr/>
        </p:nvCxnSpPr>
        <p:spPr>
          <a:xfrm>
            <a:off x="8340552" y="1744315"/>
            <a:ext cx="0" cy="337617"/>
          </a:xfrm>
          <a:prstGeom prst="straightConnector1">
            <a:avLst/>
          </a:prstGeom>
          <a:noFill/>
          <a:ln w="12700" cap="flat" cmpd="sng">
            <a:solidFill>
              <a:schemeClr val="lt1"/>
            </a:solidFill>
            <a:prstDash val="solid"/>
            <a:miter lim="800000"/>
            <a:headEnd type="none" w="sm" len="sm"/>
            <a:tailEnd type="none" w="sm" len="sm"/>
          </a:ln>
        </p:spPr>
      </p:cxnSp>
      <p:sp>
        <p:nvSpPr>
          <p:cNvPr id="321" name="Google Shape;321;p25"/>
          <p:cNvSpPr txBox="1"/>
          <p:nvPr/>
        </p:nvSpPr>
        <p:spPr>
          <a:xfrm>
            <a:off x="5883537" y="172480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s9</a:t>
            </a:r>
            <a:endParaRPr/>
          </a:p>
        </p:txBody>
      </p:sp>
      <p:sp>
        <p:nvSpPr>
          <p:cNvPr id="322" name="Google Shape;322;p25"/>
          <p:cNvSpPr txBox="1"/>
          <p:nvPr/>
        </p:nvSpPr>
        <p:spPr>
          <a:xfrm>
            <a:off x="6457752" y="172480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s10</a:t>
            </a:r>
            <a:endParaRPr/>
          </a:p>
        </p:txBody>
      </p:sp>
      <p:sp>
        <p:nvSpPr>
          <p:cNvPr id="323" name="Google Shape;323;p25"/>
          <p:cNvSpPr txBox="1"/>
          <p:nvPr/>
        </p:nvSpPr>
        <p:spPr>
          <a:xfrm>
            <a:off x="7135971" y="172480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s11</a:t>
            </a:r>
            <a:endParaRPr/>
          </a:p>
        </p:txBody>
      </p:sp>
      <p:sp>
        <p:nvSpPr>
          <p:cNvPr id="324" name="Google Shape;324;p25"/>
          <p:cNvSpPr txBox="1"/>
          <p:nvPr/>
        </p:nvSpPr>
        <p:spPr>
          <a:xfrm>
            <a:off x="7773209" y="172480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s12</a:t>
            </a:r>
            <a:endParaRPr/>
          </a:p>
        </p:txBody>
      </p:sp>
      <p:cxnSp>
        <p:nvCxnSpPr>
          <p:cNvPr id="325" name="Google Shape;325;p25"/>
          <p:cNvCxnSpPr/>
          <p:nvPr/>
        </p:nvCxnSpPr>
        <p:spPr>
          <a:xfrm>
            <a:off x="5783869" y="1744646"/>
            <a:ext cx="0" cy="337617"/>
          </a:xfrm>
          <a:prstGeom prst="straightConnector1">
            <a:avLst/>
          </a:prstGeom>
          <a:noFill/>
          <a:ln w="12700" cap="flat" cmpd="sng">
            <a:solidFill>
              <a:schemeClr val="lt1"/>
            </a:solidFill>
            <a:prstDash val="solid"/>
            <a:miter lim="800000"/>
            <a:headEnd type="none" w="sm" len="sm"/>
            <a:tailEnd type="none" w="sm" len="sm"/>
          </a:ln>
        </p:spPr>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Shape 329"/>
        <p:cNvGrpSpPr/>
        <p:nvPr/>
      </p:nvGrpSpPr>
      <p:grpSpPr>
        <a:xfrm>
          <a:off x="0" y="0"/>
          <a:ext cx="0" cy="0"/>
          <a:chOff x="0" y="0"/>
          <a:chExt cx="0" cy="0"/>
        </a:xfrm>
      </p:grpSpPr>
      <p:sp>
        <p:nvSpPr>
          <p:cNvPr id="330" name="Google Shape;330;p26"/>
          <p:cNvSpPr txBox="1"/>
          <p:nvPr/>
        </p:nvSpPr>
        <p:spPr>
          <a:xfrm>
            <a:off x="555565" y="365125"/>
            <a:ext cx="10342418"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50BCE2"/>
              </a:buClr>
              <a:buSzPts val="4000"/>
              <a:buFont typeface="Arial"/>
              <a:buNone/>
            </a:pPr>
            <a:r>
              <a:rPr lang="es-PE" sz="4000" b="1">
                <a:solidFill>
                  <a:srgbClr val="50BCE2"/>
                </a:solidFill>
                <a:latin typeface="Arial"/>
                <a:ea typeface="Arial"/>
                <a:cs typeface="Arial"/>
                <a:sym typeface="Arial"/>
              </a:rPr>
              <a:t>PLAN DE TRABAJO</a:t>
            </a:r>
            <a:endParaRPr/>
          </a:p>
        </p:txBody>
      </p:sp>
      <p:sp>
        <p:nvSpPr>
          <p:cNvPr id="331" name="Google Shape;331;p26"/>
          <p:cNvSpPr/>
          <p:nvPr/>
        </p:nvSpPr>
        <p:spPr>
          <a:xfrm>
            <a:off x="3110541"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332" name="Google Shape;332;p26"/>
          <p:cNvCxnSpPr/>
          <p:nvPr/>
        </p:nvCxnSpPr>
        <p:spPr>
          <a:xfrm>
            <a:off x="11617937" y="1754504"/>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333" name="Google Shape;333;p26"/>
          <p:cNvCxnSpPr/>
          <p:nvPr/>
        </p:nvCxnSpPr>
        <p:spPr>
          <a:xfrm>
            <a:off x="12554627" y="1748458"/>
            <a:ext cx="0" cy="337617"/>
          </a:xfrm>
          <a:prstGeom prst="straightConnector1">
            <a:avLst/>
          </a:prstGeom>
          <a:noFill/>
          <a:ln w="12700" cap="flat" cmpd="sng">
            <a:solidFill>
              <a:schemeClr val="lt1"/>
            </a:solidFill>
            <a:prstDash val="solid"/>
            <a:miter lim="800000"/>
            <a:headEnd type="none" w="sm" len="sm"/>
            <a:tailEnd type="none" w="sm" len="sm"/>
          </a:ln>
        </p:spPr>
      </p:cxnSp>
      <p:sp>
        <p:nvSpPr>
          <p:cNvPr id="334" name="Google Shape;334;p26"/>
          <p:cNvSpPr txBox="1">
            <a:spLocks noGrp="1"/>
          </p:cNvSpPr>
          <p:nvPr>
            <p:ph type="body" idx="1"/>
          </p:nvPr>
        </p:nvSpPr>
        <p:spPr>
          <a:xfrm>
            <a:off x="670439" y="3252849"/>
            <a:ext cx="5692653" cy="2745660"/>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dk1"/>
              </a:buClr>
              <a:buSzPct val="100000"/>
              <a:buNone/>
            </a:pPr>
            <a:r>
              <a:rPr lang="es-PE" sz="1400"/>
              <a:t>Lorem ipsum dolor sit amet, consectetur adipiscing elit. Vivamus dapibus pretium leo, vel placerat sapien feugiat vitae. Maecenas fringilla ante et dapibus volutpat. In imperdiet arcu eget accumsan mattis. Praesent nisi lorem, rhoncus non nibh nec, blandit pretium dui. Donec vehicula leo at augue ultricies, nec vulputate libero egestas. Praesent non orci odio. Fusce tempor auctor felis, ut fermentum diam condimentum id.</a:t>
            </a:r>
            <a:endParaRPr/>
          </a:p>
          <a:p>
            <a:pPr marL="0" lvl="0" indent="0" algn="l" rtl="0">
              <a:lnSpc>
                <a:spcPct val="90000"/>
              </a:lnSpc>
              <a:spcBef>
                <a:spcPts val="1000"/>
              </a:spcBef>
              <a:spcAft>
                <a:spcPts val="0"/>
              </a:spcAft>
              <a:buClr>
                <a:schemeClr val="dk1"/>
              </a:buClr>
              <a:buSzPct val="100000"/>
              <a:buNone/>
            </a:pPr>
            <a:r>
              <a:rPr lang="es-PE" sz="1400"/>
              <a:t>Nulla turpis tortor, vestibulum quis odio eu, sodales ultricies lacus. Suspendisse potenti. Aenean consequat enim nec metus dapibus, ut rhoncus justo imperdiet. Interdum et malesuada fames ac ante ipsum primis in faucibus. Aenean ut orci sit amet nisi porta eleifend id non libero. Mauris vitae nibh ornare, feugiat leo sit amet, fringilla tellus. Nulla congue, justo vel malesuada fermentum, libero ligula tristique metus, ac sagittis velit mi sit amet sem. Donec lobortis vestibulum nisl, eget finibus arcu vestibulum eget. Nulla augue ante, ultrices ac commodo nec, suscipit non ante. Donec scelerisque tincidunt velit, sit amet dictum ante scelerisque a.</a:t>
            </a:r>
            <a:endParaRPr/>
          </a:p>
        </p:txBody>
      </p:sp>
      <p:sp>
        <p:nvSpPr>
          <p:cNvPr id="335" name="Google Shape;335;p26"/>
          <p:cNvSpPr txBox="1"/>
          <p:nvPr/>
        </p:nvSpPr>
        <p:spPr>
          <a:xfrm>
            <a:off x="586308" y="2859489"/>
            <a:ext cx="96092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2400">
                <a:solidFill>
                  <a:srgbClr val="484141"/>
                </a:solidFill>
                <a:latin typeface="Arial"/>
                <a:ea typeface="Arial"/>
                <a:cs typeface="Arial"/>
                <a:sym typeface="Arial"/>
              </a:rPr>
              <a:t>Título</a:t>
            </a:r>
            <a:endParaRPr/>
          </a:p>
        </p:txBody>
      </p:sp>
      <p:sp>
        <p:nvSpPr>
          <p:cNvPr id="336" name="Google Shape;336;p26"/>
          <p:cNvSpPr/>
          <p:nvPr/>
        </p:nvSpPr>
        <p:spPr>
          <a:xfrm>
            <a:off x="7056757" y="3321154"/>
            <a:ext cx="3215874" cy="173181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7" name="Google Shape;337;p26"/>
          <p:cNvSpPr/>
          <p:nvPr/>
        </p:nvSpPr>
        <p:spPr>
          <a:xfrm>
            <a:off x="8284022" y="4031493"/>
            <a:ext cx="3215874" cy="1731817"/>
          </a:xfrm>
          <a:prstGeom prst="rect">
            <a:avLst/>
          </a:prstGeom>
          <a:solidFill>
            <a:srgbClr val="87878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8" name="Google Shape;338;p26"/>
          <p:cNvSpPr/>
          <p:nvPr/>
        </p:nvSpPr>
        <p:spPr>
          <a:xfrm>
            <a:off x="670438" y="2305878"/>
            <a:ext cx="2520650" cy="323940"/>
          </a:xfrm>
          <a:prstGeom prst="homePlate">
            <a:avLst>
              <a:gd name="adj" fmla="val 50000"/>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9" name="Google Shape;339;p26"/>
          <p:cNvSpPr txBox="1"/>
          <p:nvPr/>
        </p:nvSpPr>
        <p:spPr>
          <a:xfrm>
            <a:off x="754251" y="2321779"/>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
        <p:nvSpPr>
          <p:cNvPr id="340" name="Google Shape;340;p26"/>
          <p:cNvSpPr/>
          <p:nvPr/>
        </p:nvSpPr>
        <p:spPr>
          <a:xfrm>
            <a:off x="3239859" y="2295206"/>
            <a:ext cx="2520650" cy="323940"/>
          </a:xfrm>
          <a:prstGeom prst="homePlate">
            <a:avLst>
              <a:gd name="adj" fmla="val 50000"/>
            </a:avLst>
          </a:prstGeom>
          <a:solidFill>
            <a:srgbClr val="0099C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1" name="Google Shape;341;p26"/>
          <p:cNvSpPr txBox="1"/>
          <p:nvPr/>
        </p:nvSpPr>
        <p:spPr>
          <a:xfrm>
            <a:off x="3323672" y="2311107"/>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
        <p:nvSpPr>
          <p:cNvPr id="342" name="Google Shape;342;p26"/>
          <p:cNvSpPr/>
          <p:nvPr/>
        </p:nvSpPr>
        <p:spPr>
          <a:xfrm>
            <a:off x="5824306" y="2295206"/>
            <a:ext cx="2520650" cy="323940"/>
          </a:xfrm>
          <a:prstGeom prst="homePlate">
            <a:avLst>
              <a:gd name="adj" fmla="val 50000"/>
            </a:avLst>
          </a:prstGeom>
          <a:solidFill>
            <a:srgbClr val="0986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3" name="Google Shape;343;p26"/>
          <p:cNvSpPr txBox="1"/>
          <p:nvPr/>
        </p:nvSpPr>
        <p:spPr>
          <a:xfrm>
            <a:off x="5908119" y="2311107"/>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
        <p:nvSpPr>
          <p:cNvPr id="344" name="Google Shape;344;p26"/>
          <p:cNvSpPr txBox="1"/>
          <p:nvPr/>
        </p:nvSpPr>
        <p:spPr>
          <a:xfrm>
            <a:off x="7984129" y="3861240"/>
            <a:ext cx="237899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800" b="1">
                <a:solidFill>
                  <a:schemeClr val="lt1"/>
                </a:solidFill>
                <a:latin typeface="Calibri"/>
                <a:ea typeface="Calibri"/>
                <a:cs typeface="Calibri"/>
                <a:sym typeface="Calibri"/>
              </a:rPr>
              <a:t>Reemplaza esto por imágenes</a:t>
            </a:r>
            <a:endParaRPr/>
          </a:p>
        </p:txBody>
      </p:sp>
      <p:sp>
        <p:nvSpPr>
          <p:cNvPr id="345" name="Google Shape;345;p26"/>
          <p:cNvSpPr/>
          <p:nvPr/>
        </p:nvSpPr>
        <p:spPr>
          <a:xfrm>
            <a:off x="670438" y="1690688"/>
            <a:ext cx="10273302" cy="452664"/>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346" name="Google Shape;346;p26"/>
          <p:cNvCxnSpPr/>
          <p:nvPr/>
        </p:nvCxnSpPr>
        <p:spPr>
          <a:xfrm>
            <a:off x="1268953" y="1740836"/>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347" name="Google Shape;347;p26"/>
          <p:cNvCxnSpPr/>
          <p:nvPr/>
        </p:nvCxnSpPr>
        <p:spPr>
          <a:xfrm>
            <a:off x="1909897" y="1738600"/>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348" name="Google Shape;348;p26"/>
          <p:cNvCxnSpPr/>
          <p:nvPr/>
        </p:nvCxnSpPr>
        <p:spPr>
          <a:xfrm>
            <a:off x="2544435" y="1740505"/>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349" name="Google Shape;349;p26"/>
          <p:cNvCxnSpPr/>
          <p:nvPr/>
        </p:nvCxnSpPr>
        <p:spPr>
          <a:xfrm>
            <a:off x="8996657" y="1743074"/>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350" name="Google Shape;350;p26"/>
          <p:cNvCxnSpPr/>
          <p:nvPr/>
        </p:nvCxnSpPr>
        <p:spPr>
          <a:xfrm>
            <a:off x="9670853" y="1740838"/>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351" name="Google Shape;351;p26"/>
          <p:cNvCxnSpPr/>
          <p:nvPr/>
        </p:nvCxnSpPr>
        <p:spPr>
          <a:xfrm>
            <a:off x="10305391" y="1742743"/>
            <a:ext cx="0" cy="337617"/>
          </a:xfrm>
          <a:prstGeom prst="straightConnector1">
            <a:avLst/>
          </a:prstGeom>
          <a:noFill/>
          <a:ln w="12700" cap="flat" cmpd="sng">
            <a:solidFill>
              <a:schemeClr val="lt1"/>
            </a:solidFill>
            <a:prstDash val="solid"/>
            <a:miter lim="800000"/>
            <a:headEnd type="none" w="sm" len="sm"/>
            <a:tailEnd type="none" w="sm" len="sm"/>
          </a:ln>
        </p:spPr>
      </p:cxnSp>
      <p:sp>
        <p:nvSpPr>
          <p:cNvPr id="352" name="Google Shape;352;p26"/>
          <p:cNvSpPr txBox="1"/>
          <p:nvPr/>
        </p:nvSpPr>
        <p:spPr>
          <a:xfrm>
            <a:off x="767824" y="1727504"/>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a:t>
            </a:r>
            <a:endParaRPr/>
          </a:p>
        </p:txBody>
      </p:sp>
      <p:sp>
        <p:nvSpPr>
          <p:cNvPr id="353" name="Google Shape;353;p26"/>
          <p:cNvSpPr txBox="1"/>
          <p:nvPr/>
        </p:nvSpPr>
        <p:spPr>
          <a:xfrm>
            <a:off x="1390412" y="1727503"/>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s2</a:t>
            </a:r>
            <a:endParaRPr/>
          </a:p>
        </p:txBody>
      </p:sp>
      <p:sp>
        <p:nvSpPr>
          <p:cNvPr id="354" name="Google Shape;354;p26"/>
          <p:cNvSpPr txBox="1"/>
          <p:nvPr/>
        </p:nvSpPr>
        <p:spPr>
          <a:xfrm>
            <a:off x="2018091" y="1727503"/>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s3</a:t>
            </a:r>
            <a:endParaRPr/>
          </a:p>
        </p:txBody>
      </p:sp>
      <p:sp>
        <p:nvSpPr>
          <p:cNvPr id="355" name="Google Shape;355;p26"/>
          <p:cNvSpPr txBox="1"/>
          <p:nvPr/>
        </p:nvSpPr>
        <p:spPr>
          <a:xfrm>
            <a:off x="2647928" y="1724943"/>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s4</a:t>
            </a:r>
            <a:endParaRPr/>
          </a:p>
        </p:txBody>
      </p:sp>
      <p:sp>
        <p:nvSpPr>
          <p:cNvPr id="356" name="Google Shape;356;p26"/>
          <p:cNvSpPr txBox="1"/>
          <p:nvPr/>
        </p:nvSpPr>
        <p:spPr>
          <a:xfrm>
            <a:off x="8409454" y="1726987"/>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s13</a:t>
            </a:r>
            <a:endParaRPr/>
          </a:p>
        </p:txBody>
      </p:sp>
      <p:sp>
        <p:nvSpPr>
          <p:cNvPr id="357" name="Google Shape;357;p26"/>
          <p:cNvSpPr txBox="1"/>
          <p:nvPr/>
        </p:nvSpPr>
        <p:spPr>
          <a:xfrm>
            <a:off x="9069884" y="1724805"/>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s14</a:t>
            </a:r>
            <a:endParaRPr/>
          </a:p>
        </p:txBody>
      </p:sp>
      <p:sp>
        <p:nvSpPr>
          <p:cNvPr id="358" name="Google Shape;358;p26"/>
          <p:cNvSpPr txBox="1"/>
          <p:nvPr/>
        </p:nvSpPr>
        <p:spPr>
          <a:xfrm>
            <a:off x="9722817" y="172626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s15</a:t>
            </a:r>
            <a:endParaRPr/>
          </a:p>
        </p:txBody>
      </p:sp>
      <p:sp>
        <p:nvSpPr>
          <p:cNvPr id="359" name="Google Shape;359;p26"/>
          <p:cNvSpPr txBox="1"/>
          <p:nvPr/>
        </p:nvSpPr>
        <p:spPr>
          <a:xfrm>
            <a:off x="10352102" y="1724805"/>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s16</a:t>
            </a:r>
            <a:endParaRPr/>
          </a:p>
        </p:txBody>
      </p:sp>
      <p:sp>
        <p:nvSpPr>
          <p:cNvPr id="360" name="Google Shape;360;p26"/>
          <p:cNvSpPr/>
          <p:nvPr/>
        </p:nvSpPr>
        <p:spPr>
          <a:xfrm>
            <a:off x="3190922" y="1694781"/>
            <a:ext cx="2600027" cy="445871"/>
          </a:xfrm>
          <a:prstGeom prst="rect">
            <a:avLst/>
          </a:prstGeom>
          <a:solidFill>
            <a:srgbClr val="0099C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361" name="Google Shape;361;p26"/>
          <p:cNvCxnSpPr/>
          <p:nvPr/>
        </p:nvCxnSpPr>
        <p:spPr>
          <a:xfrm>
            <a:off x="3182785" y="1742410"/>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362" name="Google Shape;362;p26"/>
          <p:cNvCxnSpPr/>
          <p:nvPr/>
        </p:nvCxnSpPr>
        <p:spPr>
          <a:xfrm>
            <a:off x="3840355" y="1744315"/>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363" name="Google Shape;363;p26"/>
          <p:cNvCxnSpPr/>
          <p:nvPr/>
        </p:nvCxnSpPr>
        <p:spPr>
          <a:xfrm>
            <a:off x="4474893" y="1738269"/>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364" name="Google Shape;364;p26"/>
          <p:cNvCxnSpPr/>
          <p:nvPr/>
        </p:nvCxnSpPr>
        <p:spPr>
          <a:xfrm>
            <a:off x="5109673" y="1738931"/>
            <a:ext cx="0" cy="337617"/>
          </a:xfrm>
          <a:prstGeom prst="straightConnector1">
            <a:avLst/>
          </a:prstGeom>
          <a:noFill/>
          <a:ln w="12700" cap="flat" cmpd="sng">
            <a:solidFill>
              <a:schemeClr val="lt1"/>
            </a:solidFill>
            <a:prstDash val="solid"/>
            <a:miter lim="800000"/>
            <a:headEnd type="none" w="sm" len="sm"/>
            <a:tailEnd type="none" w="sm" len="sm"/>
          </a:ln>
        </p:spPr>
      </p:cxnSp>
      <p:sp>
        <p:nvSpPr>
          <p:cNvPr id="365" name="Google Shape;365;p26"/>
          <p:cNvSpPr txBox="1"/>
          <p:nvPr/>
        </p:nvSpPr>
        <p:spPr>
          <a:xfrm>
            <a:off x="3292672" y="1724807"/>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s5</a:t>
            </a:r>
            <a:endParaRPr/>
          </a:p>
        </p:txBody>
      </p:sp>
      <p:sp>
        <p:nvSpPr>
          <p:cNvPr id="366" name="Google Shape;366;p26"/>
          <p:cNvSpPr txBox="1"/>
          <p:nvPr/>
        </p:nvSpPr>
        <p:spPr>
          <a:xfrm>
            <a:off x="3940889" y="1727502"/>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s6</a:t>
            </a:r>
            <a:endParaRPr/>
          </a:p>
        </p:txBody>
      </p:sp>
      <p:sp>
        <p:nvSpPr>
          <p:cNvPr id="367" name="Google Shape;367;p26"/>
          <p:cNvSpPr txBox="1"/>
          <p:nvPr/>
        </p:nvSpPr>
        <p:spPr>
          <a:xfrm>
            <a:off x="4593479" y="172480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s7</a:t>
            </a:r>
            <a:endParaRPr/>
          </a:p>
        </p:txBody>
      </p:sp>
      <p:sp>
        <p:nvSpPr>
          <p:cNvPr id="368" name="Google Shape;368;p26"/>
          <p:cNvSpPr txBox="1"/>
          <p:nvPr/>
        </p:nvSpPr>
        <p:spPr>
          <a:xfrm>
            <a:off x="5239894" y="172480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s8</a:t>
            </a:r>
            <a:endParaRPr/>
          </a:p>
        </p:txBody>
      </p:sp>
      <p:sp>
        <p:nvSpPr>
          <p:cNvPr id="369" name="Google Shape;369;p26"/>
          <p:cNvSpPr/>
          <p:nvPr/>
        </p:nvSpPr>
        <p:spPr>
          <a:xfrm>
            <a:off x="5788036" y="1696439"/>
            <a:ext cx="2574551" cy="445871"/>
          </a:xfrm>
          <a:prstGeom prst="rect">
            <a:avLst/>
          </a:prstGeom>
          <a:solidFill>
            <a:srgbClr val="0986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370" name="Google Shape;370;p26"/>
          <p:cNvCxnSpPr/>
          <p:nvPr/>
        </p:nvCxnSpPr>
        <p:spPr>
          <a:xfrm>
            <a:off x="6418407" y="1738600"/>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371" name="Google Shape;371;p26"/>
          <p:cNvCxnSpPr/>
          <p:nvPr/>
        </p:nvCxnSpPr>
        <p:spPr>
          <a:xfrm>
            <a:off x="7031818" y="1740505"/>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372" name="Google Shape;372;p26"/>
          <p:cNvCxnSpPr/>
          <p:nvPr/>
        </p:nvCxnSpPr>
        <p:spPr>
          <a:xfrm>
            <a:off x="7706014" y="1742410"/>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373" name="Google Shape;373;p26"/>
          <p:cNvCxnSpPr/>
          <p:nvPr/>
        </p:nvCxnSpPr>
        <p:spPr>
          <a:xfrm>
            <a:off x="8340552" y="1744315"/>
            <a:ext cx="0" cy="337617"/>
          </a:xfrm>
          <a:prstGeom prst="straightConnector1">
            <a:avLst/>
          </a:prstGeom>
          <a:noFill/>
          <a:ln w="12700" cap="flat" cmpd="sng">
            <a:solidFill>
              <a:schemeClr val="lt1"/>
            </a:solidFill>
            <a:prstDash val="solid"/>
            <a:miter lim="800000"/>
            <a:headEnd type="none" w="sm" len="sm"/>
            <a:tailEnd type="none" w="sm" len="sm"/>
          </a:ln>
        </p:spPr>
      </p:cxnSp>
      <p:sp>
        <p:nvSpPr>
          <p:cNvPr id="374" name="Google Shape;374;p26"/>
          <p:cNvSpPr txBox="1"/>
          <p:nvPr/>
        </p:nvSpPr>
        <p:spPr>
          <a:xfrm>
            <a:off x="5883537" y="172480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s9</a:t>
            </a:r>
            <a:endParaRPr/>
          </a:p>
        </p:txBody>
      </p:sp>
      <p:sp>
        <p:nvSpPr>
          <p:cNvPr id="375" name="Google Shape;375;p26"/>
          <p:cNvSpPr txBox="1"/>
          <p:nvPr/>
        </p:nvSpPr>
        <p:spPr>
          <a:xfrm>
            <a:off x="6457752" y="172480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s10</a:t>
            </a:r>
            <a:endParaRPr/>
          </a:p>
        </p:txBody>
      </p:sp>
      <p:sp>
        <p:nvSpPr>
          <p:cNvPr id="376" name="Google Shape;376;p26"/>
          <p:cNvSpPr txBox="1"/>
          <p:nvPr/>
        </p:nvSpPr>
        <p:spPr>
          <a:xfrm>
            <a:off x="7135971" y="172480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s11</a:t>
            </a:r>
            <a:endParaRPr/>
          </a:p>
        </p:txBody>
      </p:sp>
      <p:sp>
        <p:nvSpPr>
          <p:cNvPr id="377" name="Google Shape;377;p26"/>
          <p:cNvSpPr txBox="1"/>
          <p:nvPr/>
        </p:nvSpPr>
        <p:spPr>
          <a:xfrm>
            <a:off x="7773209" y="172480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s12</a:t>
            </a:r>
            <a:endParaRPr/>
          </a:p>
        </p:txBody>
      </p:sp>
      <p:cxnSp>
        <p:nvCxnSpPr>
          <p:cNvPr id="378" name="Google Shape;378;p26"/>
          <p:cNvCxnSpPr/>
          <p:nvPr/>
        </p:nvCxnSpPr>
        <p:spPr>
          <a:xfrm>
            <a:off x="5783869" y="1744646"/>
            <a:ext cx="0" cy="337617"/>
          </a:xfrm>
          <a:prstGeom prst="straightConnector1">
            <a:avLst/>
          </a:prstGeom>
          <a:noFill/>
          <a:ln w="12700" cap="flat" cmpd="sng">
            <a:solidFill>
              <a:schemeClr val="lt1"/>
            </a:solidFill>
            <a:prstDash val="solid"/>
            <a:miter lim="800000"/>
            <a:headEnd type="none" w="sm" len="sm"/>
            <a:tailEnd type="none" w="sm" len="sm"/>
          </a:ln>
        </p:spPr>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Shape 382"/>
        <p:cNvGrpSpPr/>
        <p:nvPr/>
      </p:nvGrpSpPr>
      <p:grpSpPr>
        <a:xfrm>
          <a:off x="0" y="0"/>
          <a:ext cx="0" cy="0"/>
          <a:chOff x="0" y="0"/>
          <a:chExt cx="0" cy="0"/>
        </a:xfrm>
      </p:grpSpPr>
      <p:sp>
        <p:nvSpPr>
          <p:cNvPr id="383" name="Google Shape;383;p27"/>
          <p:cNvSpPr txBox="1"/>
          <p:nvPr/>
        </p:nvSpPr>
        <p:spPr>
          <a:xfrm>
            <a:off x="555565" y="365125"/>
            <a:ext cx="10342418"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50BCE2"/>
              </a:buClr>
              <a:buSzPts val="4000"/>
              <a:buFont typeface="Arial"/>
              <a:buNone/>
            </a:pPr>
            <a:r>
              <a:rPr lang="es-PE" sz="4000" b="1">
                <a:solidFill>
                  <a:srgbClr val="50BCE2"/>
                </a:solidFill>
                <a:latin typeface="Arial"/>
                <a:ea typeface="Arial"/>
                <a:cs typeface="Arial"/>
                <a:sym typeface="Arial"/>
              </a:rPr>
              <a:t>PLAN DE TRABAJO</a:t>
            </a:r>
            <a:endParaRPr/>
          </a:p>
        </p:txBody>
      </p:sp>
      <p:sp>
        <p:nvSpPr>
          <p:cNvPr id="384" name="Google Shape;384;p27"/>
          <p:cNvSpPr/>
          <p:nvPr/>
        </p:nvSpPr>
        <p:spPr>
          <a:xfrm>
            <a:off x="3110541"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385" name="Google Shape;385;p27"/>
          <p:cNvCxnSpPr/>
          <p:nvPr/>
        </p:nvCxnSpPr>
        <p:spPr>
          <a:xfrm>
            <a:off x="12554627" y="1748458"/>
            <a:ext cx="0" cy="337617"/>
          </a:xfrm>
          <a:prstGeom prst="straightConnector1">
            <a:avLst/>
          </a:prstGeom>
          <a:noFill/>
          <a:ln w="12700" cap="flat" cmpd="sng">
            <a:solidFill>
              <a:schemeClr val="lt1"/>
            </a:solidFill>
            <a:prstDash val="solid"/>
            <a:miter lim="800000"/>
            <a:headEnd type="none" w="sm" len="sm"/>
            <a:tailEnd type="none" w="sm" len="sm"/>
          </a:ln>
        </p:spPr>
      </p:cxnSp>
      <p:sp>
        <p:nvSpPr>
          <p:cNvPr id="386" name="Google Shape;386;p27"/>
          <p:cNvSpPr txBox="1">
            <a:spLocks noGrp="1"/>
          </p:cNvSpPr>
          <p:nvPr>
            <p:ph type="body" idx="1"/>
          </p:nvPr>
        </p:nvSpPr>
        <p:spPr>
          <a:xfrm>
            <a:off x="670439" y="3252849"/>
            <a:ext cx="5626662" cy="2745660"/>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dk1"/>
              </a:buClr>
              <a:buSzPct val="100000"/>
              <a:buNone/>
            </a:pPr>
            <a:r>
              <a:rPr lang="es-PE" sz="1400"/>
              <a:t>Lorem ipsum dolor sit amet, consectetur adipiscing elit. Vivamus dapibus pretium leo, vel placerat sapien feugiat vitae. Maecenas fringilla ante et dapibus volutpat. In imperdiet arcu eget accumsan mattis. Praesent nisi lorem, rhoncus non nibh nec, blandit pretium dui. Donec vehicula leo at augue ultricies, nec vulputate libero egestas. Praesent non orci odio. Fusce tempor auctor felis, ut fermentum diam condimentum id.</a:t>
            </a:r>
            <a:endParaRPr/>
          </a:p>
          <a:p>
            <a:pPr marL="0" lvl="0" indent="0" algn="l" rtl="0">
              <a:lnSpc>
                <a:spcPct val="90000"/>
              </a:lnSpc>
              <a:spcBef>
                <a:spcPts val="1000"/>
              </a:spcBef>
              <a:spcAft>
                <a:spcPts val="0"/>
              </a:spcAft>
              <a:buClr>
                <a:schemeClr val="dk1"/>
              </a:buClr>
              <a:buSzPct val="100000"/>
              <a:buNone/>
            </a:pPr>
            <a:r>
              <a:rPr lang="es-PE" sz="1400"/>
              <a:t>Nulla turpis tortor, vestibulum quis odio eu, sodales ultricies lacus. Suspendisse potenti. Aenean consequat enim nec metus dapibus, ut rhoncus justo imperdiet. Interdum et malesuada fames ac ante ipsum primis in faucibus. Aenean ut orci sit amet nisi porta eleifend id non libero. Mauris vitae nibh ornare, feugiat leo sit amet, fringilla tellus. Nulla congue, justo vel malesuada fermentum, libero ligula tristique metus, ac sagittis velit mi sit amet sem. Donec lobortis vestibulum nisl, eget finibus arcu vestibulum eget. Nulla augue ante, ultrices ac commodo nec, suscipit non ante. Donec scelerisque tincidunt velit, sit amet dictum ante scelerisque a.</a:t>
            </a:r>
            <a:endParaRPr/>
          </a:p>
        </p:txBody>
      </p:sp>
      <p:sp>
        <p:nvSpPr>
          <p:cNvPr id="387" name="Google Shape;387;p27"/>
          <p:cNvSpPr txBox="1"/>
          <p:nvPr/>
        </p:nvSpPr>
        <p:spPr>
          <a:xfrm>
            <a:off x="586308" y="2859489"/>
            <a:ext cx="96092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2400">
                <a:solidFill>
                  <a:srgbClr val="484141"/>
                </a:solidFill>
                <a:latin typeface="Arial"/>
                <a:ea typeface="Arial"/>
                <a:cs typeface="Arial"/>
                <a:sym typeface="Arial"/>
              </a:rPr>
              <a:t>Título</a:t>
            </a:r>
            <a:endParaRPr/>
          </a:p>
        </p:txBody>
      </p:sp>
      <p:sp>
        <p:nvSpPr>
          <p:cNvPr id="388" name="Google Shape;388;p27"/>
          <p:cNvSpPr/>
          <p:nvPr/>
        </p:nvSpPr>
        <p:spPr>
          <a:xfrm>
            <a:off x="7056757" y="3321154"/>
            <a:ext cx="3215874" cy="173181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9" name="Google Shape;389;p27"/>
          <p:cNvSpPr/>
          <p:nvPr/>
        </p:nvSpPr>
        <p:spPr>
          <a:xfrm>
            <a:off x="8284022" y="4031493"/>
            <a:ext cx="3215874" cy="1731817"/>
          </a:xfrm>
          <a:prstGeom prst="rect">
            <a:avLst/>
          </a:prstGeom>
          <a:solidFill>
            <a:srgbClr val="87878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0" name="Google Shape;390;p27"/>
          <p:cNvSpPr/>
          <p:nvPr/>
        </p:nvSpPr>
        <p:spPr>
          <a:xfrm>
            <a:off x="670438" y="2305878"/>
            <a:ext cx="2520650" cy="323940"/>
          </a:xfrm>
          <a:prstGeom prst="homePlate">
            <a:avLst>
              <a:gd name="adj" fmla="val 50000"/>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1" name="Google Shape;391;p27"/>
          <p:cNvSpPr txBox="1"/>
          <p:nvPr/>
        </p:nvSpPr>
        <p:spPr>
          <a:xfrm>
            <a:off x="754251" y="2321779"/>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
        <p:nvSpPr>
          <p:cNvPr id="392" name="Google Shape;392;p27"/>
          <p:cNvSpPr/>
          <p:nvPr/>
        </p:nvSpPr>
        <p:spPr>
          <a:xfrm>
            <a:off x="3239859" y="2295206"/>
            <a:ext cx="2520650" cy="323940"/>
          </a:xfrm>
          <a:prstGeom prst="homePlate">
            <a:avLst>
              <a:gd name="adj" fmla="val 50000"/>
            </a:avLst>
          </a:prstGeom>
          <a:solidFill>
            <a:srgbClr val="0099C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3" name="Google Shape;393;p27"/>
          <p:cNvSpPr txBox="1"/>
          <p:nvPr/>
        </p:nvSpPr>
        <p:spPr>
          <a:xfrm>
            <a:off x="3323672" y="2311107"/>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
        <p:nvSpPr>
          <p:cNvPr id="394" name="Google Shape;394;p27"/>
          <p:cNvSpPr/>
          <p:nvPr/>
        </p:nvSpPr>
        <p:spPr>
          <a:xfrm>
            <a:off x="5824306" y="2295206"/>
            <a:ext cx="2520650" cy="323940"/>
          </a:xfrm>
          <a:prstGeom prst="homePlate">
            <a:avLst>
              <a:gd name="adj" fmla="val 50000"/>
            </a:avLst>
          </a:prstGeom>
          <a:solidFill>
            <a:srgbClr val="0986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5" name="Google Shape;395;p27"/>
          <p:cNvSpPr txBox="1"/>
          <p:nvPr/>
        </p:nvSpPr>
        <p:spPr>
          <a:xfrm>
            <a:off x="5908119" y="2311107"/>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
        <p:nvSpPr>
          <p:cNvPr id="396" name="Google Shape;396;p27"/>
          <p:cNvSpPr/>
          <p:nvPr/>
        </p:nvSpPr>
        <p:spPr>
          <a:xfrm>
            <a:off x="8423091" y="2289977"/>
            <a:ext cx="2520650" cy="323940"/>
          </a:xfrm>
          <a:prstGeom prst="homePlate">
            <a:avLst>
              <a:gd name="adj" fmla="val 50000"/>
            </a:avLst>
          </a:prstGeom>
          <a:solidFill>
            <a:srgbClr val="0E749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7" name="Google Shape;397;p27"/>
          <p:cNvSpPr txBox="1"/>
          <p:nvPr/>
        </p:nvSpPr>
        <p:spPr>
          <a:xfrm>
            <a:off x="8506904" y="2305878"/>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
        <p:nvSpPr>
          <p:cNvPr id="398" name="Google Shape;398;p27"/>
          <p:cNvSpPr txBox="1"/>
          <p:nvPr/>
        </p:nvSpPr>
        <p:spPr>
          <a:xfrm>
            <a:off x="7984129" y="3861240"/>
            <a:ext cx="237899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800" b="1">
                <a:solidFill>
                  <a:schemeClr val="lt1"/>
                </a:solidFill>
                <a:latin typeface="Calibri"/>
                <a:ea typeface="Calibri"/>
                <a:cs typeface="Calibri"/>
                <a:sym typeface="Calibri"/>
              </a:rPr>
              <a:t>Reemplaza esto por imágenes</a:t>
            </a:r>
            <a:endParaRPr/>
          </a:p>
        </p:txBody>
      </p:sp>
      <p:sp>
        <p:nvSpPr>
          <p:cNvPr id="399" name="Google Shape;399;p27"/>
          <p:cNvSpPr/>
          <p:nvPr/>
        </p:nvSpPr>
        <p:spPr>
          <a:xfrm>
            <a:off x="670438" y="1690688"/>
            <a:ext cx="10273302" cy="452664"/>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400" name="Google Shape;400;p27"/>
          <p:cNvCxnSpPr/>
          <p:nvPr/>
        </p:nvCxnSpPr>
        <p:spPr>
          <a:xfrm>
            <a:off x="1268953" y="1740836"/>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401" name="Google Shape;401;p27"/>
          <p:cNvCxnSpPr/>
          <p:nvPr/>
        </p:nvCxnSpPr>
        <p:spPr>
          <a:xfrm>
            <a:off x="1909897" y="1738600"/>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402" name="Google Shape;402;p27"/>
          <p:cNvCxnSpPr/>
          <p:nvPr/>
        </p:nvCxnSpPr>
        <p:spPr>
          <a:xfrm>
            <a:off x="2544435" y="1740505"/>
            <a:ext cx="0" cy="337617"/>
          </a:xfrm>
          <a:prstGeom prst="straightConnector1">
            <a:avLst/>
          </a:prstGeom>
          <a:noFill/>
          <a:ln w="12700" cap="flat" cmpd="sng">
            <a:solidFill>
              <a:schemeClr val="lt1"/>
            </a:solidFill>
            <a:prstDash val="solid"/>
            <a:miter lim="800000"/>
            <a:headEnd type="none" w="sm" len="sm"/>
            <a:tailEnd type="none" w="sm" len="sm"/>
          </a:ln>
        </p:spPr>
      </p:cxnSp>
      <p:sp>
        <p:nvSpPr>
          <p:cNvPr id="403" name="Google Shape;403;p27"/>
          <p:cNvSpPr txBox="1"/>
          <p:nvPr/>
        </p:nvSpPr>
        <p:spPr>
          <a:xfrm>
            <a:off x="767824" y="1727504"/>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a:t>
            </a:r>
            <a:endParaRPr/>
          </a:p>
        </p:txBody>
      </p:sp>
      <p:sp>
        <p:nvSpPr>
          <p:cNvPr id="404" name="Google Shape;404;p27"/>
          <p:cNvSpPr txBox="1"/>
          <p:nvPr/>
        </p:nvSpPr>
        <p:spPr>
          <a:xfrm>
            <a:off x="1390412" y="1727503"/>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s2</a:t>
            </a:r>
            <a:endParaRPr/>
          </a:p>
        </p:txBody>
      </p:sp>
      <p:sp>
        <p:nvSpPr>
          <p:cNvPr id="405" name="Google Shape;405;p27"/>
          <p:cNvSpPr txBox="1"/>
          <p:nvPr/>
        </p:nvSpPr>
        <p:spPr>
          <a:xfrm>
            <a:off x="2018091" y="1727503"/>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s3</a:t>
            </a:r>
            <a:endParaRPr/>
          </a:p>
        </p:txBody>
      </p:sp>
      <p:sp>
        <p:nvSpPr>
          <p:cNvPr id="406" name="Google Shape;406;p27"/>
          <p:cNvSpPr txBox="1"/>
          <p:nvPr/>
        </p:nvSpPr>
        <p:spPr>
          <a:xfrm>
            <a:off x="2647928" y="1724943"/>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s4</a:t>
            </a:r>
            <a:endParaRPr/>
          </a:p>
        </p:txBody>
      </p:sp>
      <p:sp>
        <p:nvSpPr>
          <p:cNvPr id="407" name="Google Shape;407;p27"/>
          <p:cNvSpPr/>
          <p:nvPr/>
        </p:nvSpPr>
        <p:spPr>
          <a:xfrm>
            <a:off x="3190922" y="1694781"/>
            <a:ext cx="2600027" cy="445871"/>
          </a:xfrm>
          <a:prstGeom prst="rect">
            <a:avLst/>
          </a:prstGeom>
          <a:solidFill>
            <a:srgbClr val="0099C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408" name="Google Shape;408;p27"/>
          <p:cNvCxnSpPr/>
          <p:nvPr/>
        </p:nvCxnSpPr>
        <p:spPr>
          <a:xfrm>
            <a:off x="3182785" y="1742410"/>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409" name="Google Shape;409;p27"/>
          <p:cNvCxnSpPr/>
          <p:nvPr/>
        </p:nvCxnSpPr>
        <p:spPr>
          <a:xfrm>
            <a:off x="3840355" y="1744315"/>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410" name="Google Shape;410;p27"/>
          <p:cNvCxnSpPr/>
          <p:nvPr/>
        </p:nvCxnSpPr>
        <p:spPr>
          <a:xfrm>
            <a:off x="4474893" y="1738269"/>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411" name="Google Shape;411;p27"/>
          <p:cNvCxnSpPr/>
          <p:nvPr/>
        </p:nvCxnSpPr>
        <p:spPr>
          <a:xfrm>
            <a:off x="5109673" y="1738931"/>
            <a:ext cx="0" cy="337617"/>
          </a:xfrm>
          <a:prstGeom prst="straightConnector1">
            <a:avLst/>
          </a:prstGeom>
          <a:noFill/>
          <a:ln w="12700" cap="flat" cmpd="sng">
            <a:solidFill>
              <a:schemeClr val="lt1"/>
            </a:solidFill>
            <a:prstDash val="solid"/>
            <a:miter lim="800000"/>
            <a:headEnd type="none" w="sm" len="sm"/>
            <a:tailEnd type="none" w="sm" len="sm"/>
          </a:ln>
        </p:spPr>
      </p:cxnSp>
      <p:sp>
        <p:nvSpPr>
          <p:cNvPr id="412" name="Google Shape;412;p27"/>
          <p:cNvSpPr txBox="1"/>
          <p:nvPr/>
        </p:nvSpPr>
        <p:spPr>
          <a:xfrm>
            <a:off x="3292672" y="1724807"/>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s5</a:t>
            </a:r>
            <a:endParaRPr/>
          </a:p>
        </p:txBody>
      </p:sp>
      <p:sp>
        <p:nvSpPr>
          <p:cNvPr id="413" name="Google Shape;413;p27"/>
          <p:cNvSpPr txBox="1"/>
          <p:nvPr/>
        </p:nvSpPr>
        <p:spPr>
          <a:xfrm>
            <a:off x="3940889" y="1727502"/>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s6</a:t>
            </a:r>
            <a:endParaRPr/>
          </a:p>
        </p:txBody>
      </p:sp>
      <p:sp>
        <p:nvSpPr>
          <p:cNvPr id="414" name="Google Shape;414;p27"/>
          <p:cNvSpPr txBox="1"/>
          <p:nvPr/>
        </p:nvSpPr>
        <p:spPr>
          <a:xfrm>
            <a:off x="4593479" y="172480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s7</a:t>
            </a:r>
            <a:endParaRPr/>
          </a:p>
        </p:txBody>
      </p:sp>
      <p:sp>
        <p:nvSpPr>
          <p:cNvPr id="415" name="Google Shape;415;p27"/>
          <p:cNvSpPr txBox="1"/>
          <p:nvPr/>
        </p:nvSpPr>
        <p:spPr>
          <a:xfrm>
            <a:off x="5239894" y="172480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s8</a:t>
            </a:r>
            <a:endParaRPr/>
          </a:p>
        </p:txBody>
      </p:sp>
      <p:sp>
        <p:nvSpPr>
          <p:cNvPr id="416" name="Google Shape;416;p27"/>
          <p:cNvSpPr/>
          <p:nvPr/>
        </p:nvSpPr>
        <p:spPr>
          <a:xfrm>
            <a:off x="5788036" y="1696439"/>
            <a:ext cx="2586230" cy="445871"/>
          </a:xfrm>
          <a:prstGeom prst="rect">
            <a:avLst/>
          </a:prstGeom>
          <a:solidFill>
            <a:srgbClr val="0986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417" name="Google Shape;417;p27"/>
          <p:cNvCxnSpPr/>
          <p:nvPr/>
        </p:nvCxnSpPr>
        <p:spPr>
          <a:xfrm>
            <a:off x="6418407" y="1738600"/>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418" name="Google Shape;418;p27"/>
          <p:cNvCxnSpPr/>
          <p:nvPr/>
        </p:nvCxnSpPr>
        <p:spPr>
          <a:xfrm>
            <a:off x="7031818" y="1740505"/>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419" name="Google Shape;419;p27"/>
          <p:cNvCxnSpPr/>
          <p:nvPr/>
        </p:nvCxnSpPr>
        <p:spPr>
          <a:xfrm>
            <a:off x="7706014" y="1742410"/>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420" name="Google Shape;420;p27"/>
          <p:cNvCxnSpPr/>
          <p:nvPr/>
        </p:nvCxnSpPr>
        <p:spPr>
          <a:xfrm>
            <a:off x="8348865" y="1744315"/>
            <a:ext cx="0" cy="337617"/>
          </a:xfrm>
          <a:prstGeom prst="straightConnector1">
            <a:avLst/>
          </a:prstGeom>
          <a:noFill/>
          <a:ln w="12700" cap="flat" cmpd="sng">
            <a:solidFill>
              <a:schemeClr val="lt1"/>
            </a:solidFill>
            <a:prstDash val="solid"/>
            <a:miter lim="800000"/>
            <a:headEnd type="none" w="sm" len="sm"/>
            <a:tailEnd type="none" w="sm" len="sm"/>
          </a:ln>
        </p:spPr>
      </p:cxnSp>
      <p:sp>
        <p:nvSpPr>
          <p:cNvPr id="421" name="Google Shape;421;p27"/>
          <p:cNvSpPr txBox="1"/>
          <p:nvPr/>
        </p:nvSpPr>
        <p:spPr>
          <a:xfrm>
            <a:off x="5883537" y="172480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s9</a:t>
            </a:r>
            <a:endParaRPr/>
          </a:p>
        </p:txBody>
      </p:sp>
      <p:sp>
        <p:nvSpPr>
          <p:cNvPr id="422" name="Google Shape;422;p27"/>
          <p:cNvSpPr txBox="1"/>
          <p:nvPr/>
        </p:nvSpPr>
        <p:spPr>
          <a:xfrm>
            <a:off x="6457752" y="172480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s10</a:t>
            </a:r>
            <a:endParaRPr/>
          </a:p>
        </p:txBody>
      </p:sp>
      <p:sp>
        <p:nvSpPr>
          <p:cNvPr id="423" name="Google Shape;423;p27"/>
          <p:cNvSpPr txBox="1"/>
          <p:nvPr/>
        </p:nvSpPr>
        <p:spPr>
          <a:xfrm>
            <a:off x="7135971" y="172480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s11</a:t>
            </a:r>
            <a:endParaRPr/>
          </a:p>
        </p:txBody>
      </p:sp>
      <p:sp>
        <p:nvSpPr>
          <p:cNvPr id="424" name="Google Shape;424;p27"/>
          <p:cNvSpPr txBox="1"/>
          <p:nvPr/>
        </p:nvSpPr>
        <p:spPr>
          <a:xfrm>
            <a:off x="7773209" y="172480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s12</a:t>
            </a:r>
            <a:endParaRPr/>
          </a:p>
        </p:txBody>
      </p:sp>
      <p:cxnSp>
        <p:nvCxnSpPr>
          <p:cNvPr id="425" name="Google Shape;425;p27"/>
          <p:cNvCxnSpPr/>
          <p:nvPr/>
        </p:nvCxnSpPr>
        <p:spPr>
          <a:xfrm>
            <a:off x="5783869" y="1744646"/>
            <a:ext cx="0" cy="337617"/>
          </a:xfrm>
          <a:prstGeom prst="straightConnector1">
            <a:avLst/>
          </a:prstGeom>
          <a:noFill/>
          <a:ln w="12700" cap="flat" cmpd="sng">
            <a:solidFill>
              <a:schemeClr val="lt1"/>
            </a:solidFill>
            <a:prstDash val="solid"/>
            <a:miter lim="800000"/>
            <a:headEnd type="none" w="sm" len="sm"/>
            <a:tailEnd type="none" w="sm" len="sm"/>
          </a:ln>
        </p:spPr>
      </p:cxnSp>
      <p:sp>
        <p:nvSpPr>
          <p:cNvPr id="426" name="Google Shape;426;p27"/>
          <p:cNvSpPr/>
          <p:nvPr/>
        </p:nvSpPr>
        <p:spPr>
          <a:xfrm>
            <a:off x="8364593" y="1688647"/>
            <a:ext cx="2610007" cy="445871"/>
          </a:xfrm>
          <a:prstGeom prst="rect">
            <a:avLst/>
          </a:prstGeom>
          <a:solidFill>
            <a:srgbClr val="0E749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427" name="Google Shape;427;p27"/>
          <p:cNvCxnSpPr/>
          <p:nvPr/>
        </p:nvCxnSpPr>
        <p:spPr>
          <a:xfrm>
            <a:off x="8996657" y="1743074"/>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428" name="Google Shape;428;p27"/>
          <p:cNvCxnSpPr/>
          <p:nvPr/>
        </p:nvCxnSpPr>
        <p:spPr>
          <a:xfrm>
            <a:off x="9670853" y="1740838"/>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429" name="Google Shape;429;p27"/>
          <p:cNvCxnSpPr/>
          <p:nvPr/>
        </p:nvCxnSpPr>
        <p:spPr>
          <a:xfrm>
            <a:off x="10305391" y="1742743"/>
            <a:ext cx="0" cy="337617"/>
          </a:xfrm>
          <a:prstGeom prst="straightConnector1">
            <a:avLst/>
          </a:prstGeom>
          <a:noFill/>
          <a:ln w="12700" cap="flat" cmpd="sng">
            <a:solidFill>
              <a:schemeClr val="lt1"/>
            </a:solidFill>
            <a:prstDash val="solid"/>
            <a:miter lim="800000"/>
            <a:headEnd type="none" w="sm" len="sm"/>
            <a:tailEnd type="none" w="sm" len="sm"/>
          </a:ln>
        </p:spPr>
      </p:cxnSp>
      <p:sp>
        <p:nvSpPr>
          <p:cNvPr id="430" name="Google Shape;430;p27"/>
          <p:cNvSpPr txBox="1"/>
          <p:nvPr/>
        </p:nvSpPr>
        <p:spPr>
          <a:xfrm>
            <a:off x="8409454" y="1726987"/>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s13</a:t>
            </a:r>
            <a:endParaRPr/>
          </a:p>
        </p:txBody>
      </p:sp>
      <p:sp>
        <p:nvSpPr>
          <p:cNvPr id="431" name="Google Shape;431;p27"/>
          <p:cNvSpPr txBox="1"/>
          <p:nvPr/>
        </p:nvSpPr>
        <p:spPr>
          <a:xfrm>
            <a:off x="9069884" y="1724805"/>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s14</a:t>
            </a:r>
            <a:endParaRPr/>
          </a:p>
        </p:txBody>
      </p:sp>
      <p:sp>
        <p:nvSpPr>
          <p:cNvPr id="432" name="Google Shape;432;p27"/>
          <p:cNvSpPr txBox="1"/>
          <p:nvPr/>
        </p:nvSpPr>
        <p:spPr>
          <a:xfrm>
            <a:off x="9722817" y="1726266"/>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s15</a:t>
            </a:r>
            <a:endParaRPr/>
          </a:p>
        </p:txBody>
      </p:sp>
      <p:sp>
        <p:nvSpPr>
          <p:cNvPr id="433" name="Google Shape;433;p27"/>
          <p:cNvSpPr txBox="1"/>
          <p:nvPr/>
        </p:nvSpPr>
        <p:spPr>
          <a:xfrm>
            <a:off x="10352102" y="1724805"/>
            <a:ext cx="631765"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s-PE" sz="2400">
                <a:solidFill>
                  <a:schemeClr val="lt1"/>
                </a:solidFill>
                <a:latin typeface="Arial"/>
                <a:ea typeface="Arial"/>
                <a:cs typeface="Arial"/>
                <a:sym typeface="Arial"/>
              </a:rPr>
              <a:t>s16</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Shape 437"/>
        <p:cNvGrpSpPr/>
        <p:nvPr/>
      </p:nvGrpSpPr>
      <p:grpSpPr>
        <a:xfrm>
          <a:off x="0" y="0"/>
          <a:ext cx="0" cy="0"/>
          <a:chOff x="0" y="0"/>
          <a:chExt cx="0" cy="0"/>
        </a:xfrm>
      </p:grpSpPr>
      <p:sp>
        <p:nvSpPr>
          <p:cNvPr id="438" name="Google Shape;438;p28"/>
          <p:cNvSpPr txBox="1"/>
          <p:nvPr/>
        </p:nvSpPr>
        <p:spPr>
          <a:xfrm>
            <a:off x="555565" y="365125"/>
            <a:ext cx="10342418"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50BCE2"/>
              </a:buClr>
              <a:buSzPts val="4000"/>
              <a:buFont typeface="Arial"/>
              <a:buNone/>
            </a:pPr>
            <a:r>
              <a:rPr lang="es-PE" sz="4000" b="1">
                <a:solidFill>
                  <a:srgbClr val="50BCE2"/>
                </a:solidFill>
                <a:latin typeface="Arial"/>
                <a:ea typeface="Arial"/>
                <a:cs typeface="Arial"/>
                <a:sym typeface="Arial"/>
              </a:rPr>
              <a:t>PLAN DE TRABAJO (v.2)</a:t>
            </a:r>
            <a:endParaRPr/>
          </a:p>
        </p:txBody>
      </p:sp>
      <p:sp>
        <p:nvSpPr>
          <p:cNvPr id="439" name="Google Shape;439;p28"/>
          <p:cNvSpPr/>
          <p:nvPr/>
        </p:nvSpPr>
        <p:spPr>
          <a:xfrm>
            <a:off x="3110541"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0" name="Google Shape;440;p28"/>
          <p:cNvSpPr/>
          <p:nvPr/>
        </p:nvSpPr>
        <p:spPr>
          <a:xfrm>
            <a:off x="878378" y="1690688"/>
            <a:ext cx="3649287" cy="229552"/>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1" name="Google Shape;441;p28"/>
          <p:cNvSpPr/>
          <p:nvPr/>
        </p:nvSpPr>
        <p:spPr>
          <a:xfrm>
            <a:off x="4736871" y="1690688"/>
            <a:ext cx="3041071" cy="229552"/>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2" name="Google Shape;442;p28"/>
          <p:cNvSpPr/>
          <p:nvPr/>
        </p:nvSpPr>
        <p:spPr>
          <a:xfrm>
            <a:off x="7987148" y="1690688"/>
            <a:ext cx="3649287" cy="229552"/>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3" name="Google Shape;443;p28"/>
          <p:cNvSpPr/>
          <p:nvPr/>
        </p:nvSpPr>
        <p:spPr>
          <a:xfrm>
            <a:off x="878378" y="2127234"/>
            <a:ext cx="1299557" cy="323940"/>
          </a:xfrm>
          <a:prstGeom prst="homePlate">
            <a:avLst>
              <a:gd name="adj" fmla="val 50000"/>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4" name="Google Shape;444;p28"/>
          <p:cNvSpPr/>
          <p:nvPr/>
        </p:nvSpPr>
        <p:spPr>
          <a:xfrm>
            <a:off x="2344190" y="2127234"/>
            <a:ext cx="2734886" cy="323940"/>
          </a:xfrm>
          <a:prstGeom prst="homePlate">
            <a:avLst>
              <a:gd name="adj" fmla="val 50000"/>
            </a:avLst>
          </a:prstGeom>
          <a:solidFill>
            <a:srgbClr val="0099C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5" name="Google Shape;445;p28"/>
          <p:cNvSpPr/>
          <p:nvPr/>
        </p:nvSpPr>
        <p:spPr>
          <a:xfrm>
            <a:off x="5245331" y="2127234"/>
            <a:ext cx="3857105" cy="323940"/>
          </a:xfrm>
          <a:prstGeom prst="homePlate">
            <a:avLst>
              <a:gd name="adj" fmla="val 50000"/>
            </a:avLst>
          </a:prstGeom>
          <a:solidFill>
            <a:srgbClr val="0986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6" name="Google Shape;446;p28"/>
          <p:cNvSpPr/>
          <p:nvPr/>
        </p:nvSpPr>
        <p:spPr>
          <a:xfrm>
            <a:off x="9319955" y="2127234"/>
            <a:ext cx="2316480" cy="323940"/>
          </a:xfrm>
          <a:prstGeom prst="homePlate">
            <a:avLst>
              <a:gd name="adj" fmla="val 50000"/>
            </a:avLst>
          </a:prstGeom>
          <a:solidFill>
            <a:srgbClr val="0E749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7" name="Google Shape;447;p28"/>
          <p:cNvSpPr txBox="1"/>
          <p:nvPr/>
        </p:nvSpPr>
        <p:spPr>
          <a:xfrm>
            <a:off x="381981" y="2174175"/>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
        <p:nvSpPr>
          <p:cNvPr id="448" name="Google Shape;448;p28"/>
          <p:cNvSpPr txBox="1"/>
          <p:nvPr/>
        </p:nvSpPr>
        <p:spPr>
          <a:xfrm>
            <a:off x="2444521" y="2174175"/>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
        <p:nvSpPr>
          <p:cNvPr id="449" name="Google Shape;449;p28"/>
          <p:cNvSpPr txBox="1"/>
          <p:nvPr/>
        </p:nvSpPr>
        <p:spPr>
          <a:xfrm>
            <a:off x="5945967" y="2153790"/>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
        <p:nvSpPr>
          <p:cNvPr id="450" name="Google Shape;450;p28"/>
          <p:cNvSpPr txBox="1"/>
          <p:nvPr/>
        </p:nvSpPr>
        <p:spPr>
          <a:xfrm>
            <a:off x="9319955" y="2157178"/>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
        <p:nvSpPr>
          <p:cNvPr id="451" name="Google Shape;451;p28"/>
          <p:cNvSpPr txBox="1"/>
          <p:nvPr/>
        </p:nvSpPr>
        <p:spPr>
          <a:xfrm>
            <a:off x="1556846" y="1676193"/>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rgbClr val="484141"/>
                </a:solidFill>
                <a:latin typeface="Arial"/>
                <a:ea typeface="Arial"/>
                <a:cs typeface="Arial"/>
                <a:sym typeface="Arial"/>
              </a:rPr>
              <a:t>Título</a:t>
            </a:r>
            <a:endParaRPr/>
          </a:p>
        </p:txBody>
      </p:sp>
      <p:sp>
        <p:nvSpPr>
          <p:cNvPr id="452" name="Google Shape;452;p28"/>
          <p:cNvSpPr txBox="1"/>
          <p:nvPr/>
        </p:nvSpPr>
        <p:spPr>
          <a:xfrm>
            <a:off x="5079076" y="1670398"/>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rgbClr val="484141"/>
                </a:solidFill>
                <a:latin typeface="Arial"/>
                <a:ea typeface="Arial"/>
                <a:cs typeface="Arial"/>
                <a:sym typeface="Arial"/>
              </a:rPr>
              <a:t>Título</a:t>
            </a:r>
            <a:endParaRPr/>
          </a:p>
        </p:txBody>
      </p:sp>
      <p:sp>
        <p:nvSpPr>
          <p:cNvPr id="453" name="Google Shape;453;p28"/>
          <p:cNvSpPr txBox="1"/>
          <p:nvPr/>
        </p:nvSpPr>
        <p:spPr>
          <a:xfrm>
            <a:off x="8665616" y="1658651"/>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rgbClr val="484141"/>
                </a:solidFill>
                <a:latin typeface="Arial"/>
                <a:ea typeface="Arial"/>
                <a:cs typeface="Arial"/>
                <a:sym typeface="Arial"/>
              </a:rPr>
              <a:t>Título</a:t>
            </a:r>
            <a:endParaRPr/>
          </a:p>
        </p:txBody>
      </p:sp>
      <p:sp>
        <p:nvSpPr>
          <p:cNvPr id="454" name="Google Shape;454;p28"/>
          <p:cNvSpPr txBox="1">
            <a:spLocks noGrp="1"/>
          </p:cNvSpPr>
          <p:nvPr>
            <p:ph type="body" idx="1"/>
          </p:nvPr>
        </p:nvSpPr>
        <p:spPr>
          <a:xfrm>
            <a:off x="969821" y="3543798"/>
            <a:ext cx="10377055" cy="2175361"/>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1400"/>
              <a:buNone/>
            </a:pPr>
            <a:r>
              <a:rPr lang="es-PE" sz="1400"/>
              <a:t>Lorem ipsum dolor sit amet, consectetur adipiscing elit. Vivamus dapibus pretium leo, vel placerat sapien feugiat vitae. Maecenas fringilla ante et dapibus volutpat. In imperdiet arcu eget accumsan mattis. Praesent nisi lorem, rhoncus non nibh nec, blandit pretium dui. Donec vehicula leo at augue ultricies, nec vulputate libero egestas. Praesent non orci odio. Fusce tempor auctor felis, ut fermentum diam condimentum id.</a:t>
            </a:r>
            <a:endParaRPr/>
          </a:p>
          <a:p>
            <a:pPr marL="0" lvl="0" indent="0" algn="just" rtl="0">
              <a:lnSpc>
                <a:spcPct val="90000"/>
              </a:lnSpc>
              <a:spcBef>
                <a:spcPts val="1000"/>
              </a:spcBef>
              <a:spcAft>
                <a:spcPts val="0"/>
              </a:spcAft>
              <a:buClr>
                <a:schemeClr val="dk1"/>
              </a:buClr>
              <a:buSzPts val="1400"/>
              <a:buNone/>
            </a:pPr>
            <a:r>
              <a:rPr lang="es-PE" sz="1400"/>
              <a:t>Nulla turpis tortor, vestibulum quis odio eu, sodales ultricies lacus. Suspendisse potenti. </a:t>
            </a:r>
            <a:endParaRPr/>
          </a:p>
          <a:p>
            <a:pPr marL="228600" lvl="0" indent="-228600" algn="l" rtl="0">
              <a:lnSpc>
                <a:spcPct val="90000"/>
              </a:lnSpc>
              <a:spcBef>
                <a:spcPts val="1000"/>
              </a:spcBef>
              <a:spcAft>
                <a:spcPts val="0"/>
              </a:spcAft>
              <a:buClr>
                <a:srgbClr val="C12B2F"/>
              </a:buClr>
              <a:buSzPts val="1400"/>
              <a:buChar char="•"/>
            </a:pPr>
            <a:r>
              <a:rPr lang="es-PE" sz="1400"/>
              <a:t>Aenean consequat enim nec metus dapibus, ut rhoncus justo imperdiet. Interdum et malesuada.</a:t>
            </a:r>
            <a:endParaRPr/>
          </a:p>
          <a:p>
            <a:pPr marL="228600" lvl="0" indent="-228600" algn="l" rtl="0">
              <a:lnSpc>
                <a:spcPct val="90000"/>
              </a:lnSpc>
              <a:spcBef>
                <a:spcPts val="1000"/>
              </a:spcBef>
              <a:spcAft>
                <a:spcPts val="0"/>
              </a:spcAft>
              <a:buClr>
                <a:srgbClr val="C12B2F"/>
              </a:buClr>
              <a:buSzPts val="1400"/>
              <a:buChar char="•"/>
            </a:pPr>
            <a:r>
              <a:rPr lang="es-PE" sz="1400"/>
              <a:t>Aenean consequat enim nec metus dapibus, ut rhoncus justo imperdiet. Interdum et malesuada.</a:t>
            </a:r>
            <a:endParaRPr/>
          </a:p>
          <a:p>
            <a:pPr marL="228600" lvl="0" indent="-228600" algn="l" rtl="0">
              <a:lnSpc>
                <a:spcPct val="90000"/>
              </a:lnSpc>
              <a:spcBef>
                <a:spcPts val="1000"/>
              </a:spcBef>
              <a:spcAft>
                <a:spcPts val="0"/>
              </a:spcAft>
              <a:buClr>
                <a:srgbClr val="C12B2F"/>
              </a:buClr>
              <a:buSzPts val="1400"/>
              <a:buChar char="•"/>
            </a:pPr>
            <a:r>
              <a:rPr lang="es-PE" sz="1400"/>
              <a:t>Aenean consequat enim nec metus dapibus, ut rhoncus justo imperdiet. Interdum et malesuada.</a:t>
            </a:r>
            <a:endParaRPr/>
          </a:p>
          <a:p>
            <a:pPr marL="0" lvl="0" indent="0" algn="l" rtl="0">
              <a:lnSpc>
                <a:spcPct val="90000"/>
              </a:lnSpc>
              <a:spcBef>
                <a:spcPts val="1000"/>
              </a:spcBef>
              <a:spcAft>
                <a:spcPts val="0"/>
              </a:spcAft>
              <a:buClr>
                <a:schemeClr val="dk1"/>
              </a:buClr>
              <a:buSzPts val="1400"/>
              <a:buNone/>
            </a:pPr>
            <a:endParaRPr sz="1400"/>
          </a:p>
        </p:txBody>
      </p:sp>
      <p:sp>
        <p:nvSpPr>
          <p:cNvPr id="455" name="Google Shape;455;p28"/>
          <p:cNvSpPr txBox="1"/>
          <p:nvPr/>
        </p:nvSpPr>
        <p:spPr>
          <a:xfrm>
            <a:off x="885690" y="3150438"/>
            <a:ext cx="96092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2400">
                <a:solidFill>
                  <a:srgbClr val="484141"/>
                </a:solidFill>
                <a:latin typeface="Arial"/>
                <a:ea typeface="Arial"/>
                <a:cs typeface="Arial"/>
                <a:sym typeface="Arial"/>
              </a:rPr>
              <a:t>Título</a:t>
            </a:r>
            <a:endParaRPr/>
          </a:p>
        </p:txBody>
      </p:sp>
      <p:sp>
        <p:nvSpPr>
          <p:cNvPr id="456" name="Google Shape;456;p28"/>
          <p:cNvSpPr/>
          <p:nvPr/>
        </p:nvSpPr>
        <p:spPr>
          <a:xfrm>
            <a:off x="878378" y="3016252"/>
            <a:ext cx="10758057" cy="3043726"/>
          </a:xfrm>
          <a:prstGeom prst="rect">
            <a:avLst/>
          </a:prstGeom>
          <a:noFill/>
          <a:ln w="12700" cap="flat" cmpd="sng">
            <a:solidFill>
              <a:srgbClr val="50BCE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Shape 460"/>
        <p:cNvGrpSpPr/>
        <p:nvPr/>
      </p:nvGrpSpPr>
      <p:grpSpPr>
        <a:xfrm>
          <a:off x="0" y="0"/>
          <a:ext cx="0" cy="0"/>
          <a:chOff x="0" y="0"/>
          <a:chExt cx="0" cy="0"/>
        </a:xfrm>
      </p:grpSpPr>
      <p:sp>
        <p:nvSpPr>
          <p:cNvPr id="461" name="Google Shape;461;p29"/>
          <p:cNvSpPr txBox="1"/>
          <p:nvPr/>
        </p:nvSpPr>
        <p:spPr>
          <a:xfrm>
            <a:off x="555565" y="365125"/>
            <a:ext cx="10342418"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50BCE2"/>
              </a:buClr>
              <a:buSzPts val="4000"/>
              <a:buFont typeface="Arial"/>
              <a:buNone/>
            </a:pPr>
            <a:r>
              <a:rPr lang="es-PE" sz="4000" b="1">
                <a:solidFill>
                  <a:srgbClr val="50BCE2"/>
                </a:solidFill>
                <a:latin typeface="Arial"/>
                <a:ea typeface="Arial"/>
                <a:cs typeface="Arial"/>
                <a:sym typeface="Arial"/>
              </a:rPr>
              <a:t>PLAN DE TRABAJO (v.2)</a:t>
            </a:r>
            <a:endParaRPr/>
          </a:p>
        </p:txBody>
      </p:sp>
      <p:sp>
        <p:nvSpPr>
          <p:cNvPr id="462" name="Google Shape;462;p29"/>
          <p:cNvSpPr/>
          <p:nvPr/>
        </p:nvSpPr>
        <p:spPr>
          <a:xfrm>
            <a:off x="3110541"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EEA40A"/>
              </a:solidFill>
              <a:latin typeface="Calibri"/>
              <a:ea typeface="Calibri"/>
              <a:cs typeface="Calibri"/>
              <a:sym typeface="Calibri"/>
            </a:endParaRPr>
          </a:p>
        </p:txBody>
      </p:sp>
      <p:sp>
        <p:nvSpPr>
          <p:cNvPr id="463" name="Google Shape;463;p29"/>
          <p:cNvSpPr/>
          <p:nvPr/>
        </p:nvSpPr>
        <p:spPr>
          <a:xfrm>
            <a:off x="878378" y="1690688"/>
            <a:ext cx="3649287" cy="229552"/>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4" name="Google Shape;464;p29"/>
          <p:cNvSpPr/>
          <p:nvPr/>
        </p:nvSpPr>
        <p:spPr>
          <a:xfrm>
            <a:off x="4736871" y="1690688"/>
            <a:ext cx="3041071" cy="229552"/>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5" name="Google Shape;465;p29"/>
          <p:cNvSpPr/>
          <p:nvPr/>
        </p:nvSpPr>
        <p:spPr>
          <a:xfrm>
            <a:off x="7987148" y="1690688"/>
            <a:ext cx="3649287" cy="229552"/>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6" name="Google Shape;466;p29"/>
          <p:cNvSpPr txBox="1"/>
          <p:nvPr/>
        </p:nvSpPr>
        <p:spPr>
          <a:xfrm>
            <a:off x="1556846" y="1676193"/>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rgbClr val="484141"/>
                </a:solidFill>
                <a:latin typeface="Arial"/>
                <a:ea typeface="Arial"/>
                <a:cs typeface="Arial"/>
                <a:sym typeface="Arial"/>
              </a:rPr>
              <a:t>Título</a:t>
            </a:r>
            <a:endParaRPr/>
          </a:p>
        </p:txBody>
      </p:sp>
      <p:sp>
        <p:nvSpPr>
          <p:cNvPr id="467" name="Google Shape;467;p29"/>
          <p:cNvSpPr txBox="1"/>
          <p:nvPr/>
        </p:nvSpPr>
        <p:spPr>
          <a:xfrm>
            <a:off x="5079076" y="1670398"/>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rgbClr val="484141"/>
                </a:solidFill>
                <a:latin typeface="Arial"/>
                <a:ea typeface="Arial"/>
                <a:cs typeface="Arial"/>
                <a:sym typeface="Arial"/>
              </a:rPr>
              <a:t>Título</a:t>
            </a:r>
            <a:endParaRPr/>
          </a:p>
        </p:txBody>
      </p:sp>
      <p:sp>
        <p:nvSpPr>
          <p:cNvPr id="468" name="Google Shape;468;p29"/>
          <p:cNvSpPr txBox="1"/>
          <p:nvPr/>
        </p:nvSpPr>
        <p:spPr>
          <a:xfrm>
            <a:off x="8665616" y="1658651"/>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rgbClr val="484141"/>
                </a:solidFill>
                <a:latin typeface="Arial"/>
                <a:ea typeface="Arial"/>
                <a:cs typeface="Arial"/>
                <a:sym typeface="Arial"/>
              </a:rPr>
              <a:t>Título</a:t>
            </a:r>
            <a:endParaRPr/>
          </a:p>
        </p:txBody>
      </p:sp>
      <p:sp>
        <p:nvSpPr>
          <p:cNvPr id="469" name="Google Shape;469;p29"/>
          <p:cNvSpPr txBox="1">
            <a:spLocks noGrp="1"/>
          </p:cNvSpPr>
          <p:nvPr>
            <p:ph type="body" idx="1"/>
          </p:nvPr>
        </p:nvSpPr>
        <p:spPr>
          <a:xfrm>
            <a:off x="969821" y="3543798"/>
            <a:ext cx="10377055" cy="2175361"/>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1400"/>
              <a:buNone/>
            </a:pPr>
            <a:r>
              <a:rPr lang="es-PE" sz="1400"/>
              <a:t>Lorem ipsum dolor sit amet, consectetur adipiscing elit. Vivamus dapibus pretium leo, vel placerat sapien feugiat vitae. Maecenas fringilla ante et dapibus volutpat. In imperdiet arcu eget accumsan mattis. Praesent nisi lorem, rhoncus non nibh nec, blandit pretium dui. Donec vehicula leo at augue ultricies, nec vulputate libero egestas. Praesent non orci odio. Fusce tempor auctor felis, ut fermentum diam condimentum id.</a:t>
            </a:r>
            <a:endParaRPr/>
          </a:p>
          <a:p>
            <a:pPr marL="0" lvl="0" indent="0" algn="just" rtl="0">
              <a:lnSpc>
                <a:spcPct val="90000"/>
              </a:lnSpc>
              <a:spcBef>
                <a:spcPts val="1000"/>
              </a:spcBef>
              <a:spcAft>
                <a:spcPts val="0"/>
              </a:spcAft>
              <a:buClr>
                <a:schemeClr val="dk1"/>
              </a:buClr>
              <a:buSzPts val="1400"/>
              <a:buNone/>
            </a:pPr>
            <a:r>
              <a:rPr lang="es-PE" sz="1400"/>
              <a:t>Nulla turpis tortor, vestibulum quis odio eu, sodales ultricies lacus. Suspendisse potenti. </a:t>
            </a:r>
            <a:endParaRPr/>
          </a:p>
          <a:p>
            <a:pPr marL="228600" lvl="0" indent="-228600" algn="l" rtl="0">
              <a:lnSpc>
                <a:spcPct val="90000"/>
              </a:lnSpc>
              <a:spcBef>
                <a:spcPts val="1000"/>
              </a:spcBef>
              <a:spcAft>
                <a:spcPts val="0"/>
              </a:spcAft>
              <a:buClr>
                <a:srgbClr val="C12B2F"/>
              </a:buClr>
              <a:buSzPts val="1400"/>
              <a:buChar char="•"/>
            </a:pPr>
            <a:r>
              <a:rPr lang="es-PE" sz="1400"/>
              <a:t>Aenean consequat enim nec metus dapibus, ut rhoncus justo imperdiet. Interdum et malesuada.</a:t>
            </a:r>
            <a:endParaRPr/>
          </a:p>
          <a:p>
            <a:pPr marL="228600" lvl="0" indent="-228600" algn="l" rtl="0">
              <a:lnSpc>
                <a:spcPct val="90000"/>
              </a:lnSpc>
              <a:spcBef>
                <a:spcPts val="1000"/>
              </a:spcBef>
              <a:spcAft>
                <a:spcPts val="0"/>
              </a:spcAft>
              <a:buClr>
                <a:srgbClr val="C12B2F"/>
              </a:buClr>
              <a:buSzPts val="1400"/>
              <a:buChar char="•"/>
            </a:pPr>
            <a:r>
              <a:rPr lang="es-PE" sz="1400"/>
              <a:t>Aenean consequat enim nec metus dapibus, ut rhoncus justo imperdiet. Interdum et malesuada.</a:t>
            </a:r>
            <a:endParaRPr/>
          </a:p>
          <a:p>
            <a:pPr marL="228600" lvl="0" indent="-228600" algn="l" rtl="0">
              <a:lnSpc>
                <a:spcPct val="90000"/>
              </a:lnSpc>
              <a:spcBef>
                <a:spcPts val="1000"/>
              </a:spcBef>
              <a:spcAft>
                <a:spcPts val="0"/>
              </a:spcAft>
              <a:buClr>
                <a:srgbClr val="C12B2F"/>
              </a:buClr>
              <a:buSzPts val="1400"/>
              <a:buChar char="•"/>
            </a:pPr>
            <a:r>
              <a:rPr lang="es-PE" sz="1400"/>
              <a:t>Aenean consequat enim nec metus dapibus, ut rhoncus justo imperdiet. Interdum et malesuada.</a:t>
            </a:r>
            <a:endParaRPr/>
          </a:p>
          <a:p>
            <a:pPr marL="0" lvl="0" indent="0" algn="l" rtl="0">
              <a:lnSpc>
                <a:spcPct val="90000"/>
              </a:lnSpc>
              <a:spcBef>
                <a:spcPts val="1000"/>
              </a:spcBef>
              <a:spcAft>
                <a:spcPts val="0"/>
              </a:spcAft>
              <a:buClr>
                <a:schemeClr val="dk1"/>
              </a:buClr>
              <a:buSzPts val="1400"/>
              <a:buNone/>
            </a:pPr>
            <a:endParaRPr sz="1400"/>
          </a:p>
        </p:txBody>
      </p:sp>
      <p:sp>
        <p:nvSpPr>
          <p:cNvPr id="470" name="Google Shape;470;p29"/>
          <p:cNvSpPr txBox="1"/>
          <p:nvPr/>
        </p:nvSpPr>
        <p:spPr>
          <a:xfrm>
            <a:off x="885690" y="3150438"/>
            <a:ext cx="96092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2400">
                <a:solidFill>
                  <a:srgbClr val="484141"/>
                </a:solidFill>
                <a:latin typeface="Arial"/>
                <a:ea typeface="Arial"/>
                <a:cs typeface="Arial"/>
                <a:sym typeface="Arial"/>
              </a:rPr>
              <a:t>Título</a:t>
            </a:r>
            <a:endParaRPr/>
          </a:p>
        </p:txBody>
      </p:sp>
      <p:sp>
        <p:nvSpPr>
          <p:cNvPr id="471" name="Google Shape;471;p29"/>
          <p:cNvSpPr/>
          <p:nvPr/>
        </p:nvSpPr>
        <p:spPr>
          <a:xfrm>
            <a:off x="878378" y="3016252"/>
            <a:ext cx="10758057" cy="3043726"/>
          </a:xfrm>
          <a:prstGeom prst="rect">
            <a:avLst/>
          </a:prstGeom>
          <a:noFill/>
          <a:ln w="12700" cap="flat" cmpd="sng">
            <a:solidFill>
              <a:srgbClr val="0099C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2" name="Google Shape;472;p29"/>
          <p:cNvSpPr/>
          <p:nvPr/>
        </p:nvSpPr>
        <p:spPr>
          <a:xfrm>
            <a:off x="878378" y="2127234"/>
            <a:ext cx="1299557" cy="323940"/>
          </a:xfrm>
          <a:prstGeom prst="homePlate">
            <a:avLst>
              <a:gd name="adj" fmla="val 50000"/>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3" name="Google Shape;473;p29"/>
          <p:cNvSpPr/>
          <p:nvPr/>
        </p:nvSpPr>
        <p:spPr>
          <a:xfrm>
            <a:off x="2344190" y="2127234"/>
            <a:ext cx="2734886" cy="323940"/>
          </a:xfrm>
          <a:prstGeom prst="homePlate">
            <a:avLst>
              <a:gd name="adj" fmla="val 50000"/>
            </a:avLst>
          </a:prstGeom>
          <a:solidFill>
            <a:srgbClr val="0099C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4" name="Google Shape;474;p29"/>
          <p:cNvSpPr/>
          <p:nvPr/>
        </p:nvSpPr>
        <p:spPr>
          <a:xfrm>
            <a:off x="5245331" y="2127234"/>
            <a:ext cx="3857105" cy="323940"/>
          </a:xfrm>
          <a:prstGeom prst="homePlate">
            <a:avLst>
              <a:gd name="adj" fmla="val 50000"/>
            </a:avLst>
          </a:prstGeom>
          <a:solidFill>
            <a:srgbClr val="0986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5" name="Google Shape;475;p29"/>
          <p:cNvSpPr/>
          <p:nvPr/>
        </p:nvSpPr>
        <p:spPr>
          <a:xfrm>
            <a:off x="9319955" y="2127234"/>
            <a:ext cx="2316480" cy="323940"/>
          </a:xfrm>
          <a:prstGeom prst="homePlate">
            <a:avLst>
              <a:gd name="adj" fmla="val 50000"/>
            </a:avLst>
          </a:prstGeom>
          <a:solidFill>
            <a:srgbClr val="0E749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6" name="Google Shape;476;p29"/>
          <p:cNvSpPr txBox="1"/>
          <p:nvPr/>
        </p:nvSpPr>
        <p:spPr>
          <a:xfrm>
            <a:off x="381981" y="2174175"/>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
        <p:nvSpPr>
          <p:cNvPr id="477" name="Google Shape;477;p29"/>
          <p:cNvSpPr txBox="1"/>
          <p:nvPr/>
        </p:nvSpPr>
        <p:spPr>
          <a:xfrm>
            <a:off x="2444521" y="2174175"/>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
        <p:nvSpPr>
          <p:cNvPr id="478" name="Google Shape;478;p29"/>
          <p:cNvSpPr txBox="1"/>
          <p:nvPr/>
        </p:nvSpPr>
        <p:spPr>
          <a:xfrm>
            <a:off x="5945967" y="2153790"/>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
        <p:nvSpPr>
          <p:cNvPr id="479" name="Google Shape;479;p29"/>
          <p:cNvSpPr txBox="1"/>
          <p:nvPr/>
        </p:nvSpPr>
        <p:spPr>
          <a:xfrm>
            <a:off x="9319955" y="2157178"/>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Shape 483"/>
        <p:cNvGrpSpPr/>
        <p:nvPr/>
      </p:nvGrpSpPr>
      <p:grpSpPr>
        <a:xfrm>
          <a:off x="0" y="0"/>
          <a:ext cx="0" cy="0"/>
          <a:chOff x="0" y="0"/>
          <a:chExt cx="0" cy="0"/>
        </a:xfrm>
      </p:grpSpPr>
      <p:sp>
        <p:nvSpPr>
          <p:cNvPr id="484" name="Google Shape;484;p30"/>
          <p:cNvSpPr txBox="1"/>
          <p:nvPr/>
        </p:nvSpPr>
        <p:spPr>
          <a:xfrm>
            <a:off x="555565" y="365125"/>
            <a:ext cx="10342418"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50BCE2"/>
              </a:buClr>
              <a:buSzPts val="4000"/>
              <a:buFont typeface="Arial"/>
              <a:buNone/>
            </a:pPr>
            <a:r>
              <a:rPr lang="es-PE" sz="4000" b="1">
                <a:solidFill>
                  <a:srgbClr val="50BCE2"/>
                </a:solidFill>
                <a:latin typeface="Arial"/>
                <a:ea typeface="Arial"/>
                <a:cs typeface="Arial"/>
                <a:sym typeface="Arial"/>
              </a:rPr>
              <a:t>PLAN DE TRABAJO (v.2)</a:t>
            </a:r>
            <a:endParaRPr/>
          </a:p>
        </p:txBody>
      </p:sp>
      <p:sp>
        <p:nvSpPr>
          <p:cNvPr id="485" name="Google Shape;485;p30"/>
          <p:cNvSpPr/>
          <p:nvPr/>
        </p:nvSpPr>
        <p:spPr>
          <a:xfrm>
            <a:off x="3110541"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6" name="Google Shape;486;p30"/>
          <p:cNvSpPr/>
          <p:nvPr/>
        </p:nvSpPr>
        <p:spPr>
          <a:xfrm>
            <a:off x="878378" y="1690688"/>
            <a:ext cx="3649287" cy="229552"/>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7" name="Google Shape;487;p30"/>
          <p:cNvSpPr/>
          <p:nvPr/>
        </p:nvSpPr>
        <p:spPr>
          <a:xfrm>
            <a:off x="4736871" y="1690688"/>
            <a:ext cx="3041071" cy="229552"/>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8" name="Google Shape;488;p30"/>
          <p:cNvSpPr/>
          <p:nvPr/>
        </p:nvSpPr>
        <p:spPr>
          <a:xfrm>
            <a:off x="7987148" y="1690688"/>
            <a:ext cx="3649287" cy="229552"/>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9" name="Google Shape;489;p30"/>
          <p:cNvSpPr txBox="1"/>
          <p:nvPr/>
        </p:nvSpPr>
        <p:spPr>
          <a:xfrm>
            <a:off x="1556846" y="1676193"/>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rgbClr val="484141"/>
                </a:solidFill>
                <a:latin typeface="Arial"/>
                <a:ea typeface="Arial"/>
                <a:cs typeface="Arial"/>
                <a:sym typeface="Arial"/>
              </a:rPr>
              <a:t>Título</a:t>
            </a:r>
            <a:endParaRPr/>
          </a:p>
        </p:txBody>
      </p:sp>
      <p:sp>
        <p:nvSpPr>
          <p:cNvPr id="490" name="Google Shape;490;p30"/>
          <p:cNvSpPr txBox="1"/>
          <p:nvPr/>
        </p:nvSpPr>
        <p:spPr>
          <a:xfrm>
            <a:off x="5079076" y="1670398"/>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rgbClr val="484141"/>
                </a:solidFill>
                <a:latin typeface="Arial"/>
                <a:ea typeface="Arial"/>
                <a:cs typeface="Arial"/>
                <a:sym typeface="Arial"/>
              </a:rPr>
              <a:t>Título</a:t>
            </a:r>
            <a:endParaRPr/>
          </a:p>
        </p:txBody>
      </p:sp>
      <p:sp>
        <p:nvSpPr>
          <p:cNvPr id="491" name="Google Shape;491;p30"/>
          <p:cNvSpPr txBox="1"/>
          <p:nvPr/>
        </p:nvSpPr>
        <p:spPr>
          <a:xfrm>
            <a:off x="8665616" y="1658651"/>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rgbClr val="484141"/>
                </a:solidFill>
                <a:latin typeface="Arial"/>
                <a:ea typeface="Arial"/>
                <a:cs typeface="Arial"/>
                <a:sym typeface="Arial"/>
              </a:rPr>
              <a:t>Título</a:t>
            </a:r>
            <a:endParaRPr/>
          </a:p>
        </p:txBody>
      </p:sp>
      <p:sp>
        <p:nvSpPr>
          <p:cNvPr id="492" name="Google Shape;492;p30"/>
          <p:cNvSpPr txBox="1">
            <a:spLocks noGrp="1"/>
          </p:cNvSpPr>
          <p:nvPr>
            <p:ph type="body" idx="1"/>
          </p:nvPr>
        </p:nvSpPr>
        <p:spPr>
          <a:xfrm>
            <a:off x="987653" y="3531775"/>
            <a:ext cx="5904807" cy="3214452"/>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1400"/>
              <a:buNone/>
            </a:pPr>
            <a:r>
              <a:rPr lang="es-PE" sz="1400"/>
              <a:t>Lorem ipsum dolor sit amet, consectetur adipiscing elit. Vivamus dapibus pretium leo, vel placerat sapien feugiat vitae. Maecenas fringilla ante et dapibus volutpat. In imperdiet arcu eget accumsan mattis. Praesent nisi lorem, rhoncus non nibh nec, blandit pretium dui. Donec vehicula leo at augue ultricies, nec vulputate libero egestas. Praesent non orci odio. Fusce tempor auctor felis, ut fermentum diam condimentum id.</a:t>
            </a:r>
            <a:endParaRPr/>
          </a:p>
          <a:p>
            <a:pPr marL="0" lvl="0" indent="0" algn="just" rtl="0">
              <a:lnSpc>
                <a:spcPct val="90000"/>
              </a:lnSpc>
              <a:spcBef>
                <a:spcPts val="1000"/>
              </a:spcBef>
              <a:spcAft>
                <a:spcPts val="0"/>
              </a:spcAft>
              <a:buClr>
                <a:schemeClr val="dk1"/>
              </a:buClr>
              <a:buSzPts val="1400"/>
              <a:buNone/>
            </a:pPr>
            <a:r>
              <a:rPr lang="es-PE" sz="1400"/>
              <a:t>Nulla turpis tortor, vestibulum quis odio eu, sodales ultricies lacus. Suspendisse potenti. </a:t>
            </a:r>
            <a:endParaRPr/>
          </a:p>
        </p:txBody>
      </p:sp>
      <p:sp>
        <p:nvSpPr>
          <p:cNvPr id="493" name="Google Shape;493;p30"/>
          <p:cNvSpPr txBox="1"/>
          <p:nvPr/>
        </p:nvSpPr>
        <p:spPr>
          <a:xfrm>
            <a:off x="903522" y="3138415"/>
            <a:ext cx="96092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2400">
                <a:solidFill>
                  <a:srgbClr val="484141"/>
                </a:solidFill>
                <a:latin typeface="Arial"/>
                <a:ea typeface="Arial"/>
                <a:cs typeface="Arial"/>
                <a:sym typeface="Arial"/>
              </a:rPr>
              <a:t>Título</a:t>
            </a:r>
            <a:endParaRPr/>
          </a:p>
        </p:txBody>
      </p:sp>
      <p:sp>
        <p:nvSpPr>
          <p:cNvPr id="494" name="Google Shape;494;p30"/>
          <p:cNvSpPr/>
          <p:nvPr/>
        </p:nvSpPr>
        <p:spPr>
          <a:xfrm>
            <a:off x="7102491" y="3389322"/>
            <a:ext cx="3008804" cy="1727562"/>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5" name="Google Shape;495;p30"/>
          <p:cNvSpPr/>
          <p:nvPr/>
        </p:nvSpPr>
        <p:spPr>
          <a:xfrm>
            <a:off x="8329756" y="4099661"/>
            <a:ext cx="3008804" cy="1727562"/>
          </a:xfrm>
          <a:prstGeom prst="rect">
            <a:avLst/>
          </a:prstGeom>
          <a:solidFill>
            <a:srgbClr val="87878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6" name="Google Shape;496;p30"/>
          <p:cNvSpPr txBox="1"/>
          <p:nvPr/>
        </p:nvSpPr>
        <p:spPr>
          <a:xfrm>
            <a:off x="8029863" y="3929407"/>
            <a:ext cx="2225807" cy="64474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800" b="1">
                <a:solidFill>
                  <a:schemeClr val="lt1"/>
                </a:solidFill>
                <a:latin typeface="Calibri"/>
                <a:ea typeface="Calibri"/>
                <a:cs typeface="Calibri"/>
                <a:sym typeface="Calibri"/>
              </a:rPr>
              <a:t>Reemplaza esto por imágenes</a:t>
            </a:r>
            <a:endParaRPr/>
          </a:p>
        </p:txBody>
      </p:sp>
      <p:sp>
        <p:nvSpPr>
          <p:cNvPr id="497" name="Google Shape;497;p30"/>
          <p:cNvSpPr/>
          <p:nvPr/>
        </p:nvSpPr>
        <p:spPr>
          <a:xfrm>
            <a:off x="878378" y="3016251"/>
            <a:ext cx="10758057" cy="3301421"/>
          </a:xfrm>
          <a:prstGeom prst="rect">
            <a:avLst/>
          </a:prstGeom>
          <a:noFill/>
          <a:ln w="12700" cap="flat" cmpd="sng">
            <a:solidFill>
              <a:srgbClr val="0986A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8" name="Google Shape;498;p30"/>
          <p:cNvSpPr/>
          <p:nvPr/>
        </p:nvSpPr>
        <p:spPr>
          <a:xfrm>
            <a:off x="878378" y="2127234"/>
            <a:ext cx="1299557" cy="323940"/>
          </a:xfrm>
          <a:prstGeom prst="homePlate">
            <a:avLst>
              <a:gd name="adj" fmla="val 50000"/>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9" name="Google Shape;499;p30"/>
          <p:cNvSpPr/>
          <p:nvPr/>
        </p:nvSpPr>
        <p:spPr>
          <a:xfrm>
            <a:off x="2344190" y="2127234"/>
            <a:ext cx="2734886" cy="323940"/>
          </a:xfrm>
          <a:prstGeom prst="homePlate">
            <a:avLst>
              <a:gd name="adj" fmla="val 50000"/>
            </a:avLst>
          </a:prstGeom>
          <a:solidFill>
            <a:srgbClr val="0099C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0" name="Google Shape;500;p30"/>
          <p:cNvSpPr/>
          <p:nvPr/>
        </p:nvSpPr>
        <p:spPr>
          <a:xfrm>
            <a:off x="5245331" y="2127234"/>
            <a:ext cx="3857105" cy="323940"/>
          </a:xfrm>
          <a:prstGeom prst="homePlate">
            <a:avLst>
              <a:gd name="adj" fmla="val 50000"/>
            </a:avLst>
          </a:prstGeom>
          <a:solidFill>
            <a:srgbClr val="0986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1" name="Google Shape;501;p30"/>
          <p:cNvSpPr/>
          <p:nvPr/>
        </p:nvSpPr>
        <p:spPr>
          <a:xfrm>
            <a:off x="9319955" y="2127234"/>
            <a:ext cx="2316480" cy="323940"/>
          </a:xfrm>
          <a:prstGeom prst="homePlate">
            <a:avLst>
              <a:gd name="adj" fmla="val 50000"/>
            </a:avLst>
          </a:prstGeom>
          <a:solidFill>
            <a:srgbClr val="0E749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2" name="Google Shape;502;p30"/>
          <p:cNvSpPr txBox="1"/>
          <p:nvPr/>
        </p:nvSpPr>
        <p:spPr>
          <a:xfrm>
            <a:off x="381981" y="2174175"/>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
        <p:nvSpPr>
          <p:cNvPr id="503" name="Google Shape;503;p30"/>
          <p:cNvSpPr txBox="1"/>
          <p:nvPr/>
        </p:nvSpPr>
        <p:spPr>
          <a:xfrm>
            <a:off x="2444521" y="2174175"/>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
        <p:nvSpPr>
          <p:cNvPr id="504" name="Google Shape;504;p30"/>
          <p:cNvSpPr txBox="1"/>
          <p:nvPr/>
        </p:nvSpPr>
        <p:spPr>
          <a:xfrm>
            <a:off x="5945967" y="2153790"/>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
        <p:nvSpPr>
          <p:cNvPr id="505" name="Google Shape;505;p30"/>
          <p:cNvSpPr txBox="1"/>
          <p:nvPr/>
        </p:nvSpPr>
        <p:spPr>
          <a:xfrm>
            <a:off x="9319955" y="2157178"/>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Shape 509"/>
        <p:cNvGrpSpPr/>
        <p:nvPr/>
      </p:nvGrpSpPr>
      <p:grpSpPr>
        <a:xfrm>
          <a:off x="0" y="0"/>
          <a:ext cx="0" cy="0"/>
          <a:chOff x="0" y="0"/>
          <a:chExt cx="0" cy="0"/>
        </a:xfrm>
      </p:grpSpPr>
      <p:sp>
        <p:nvSpPr>
          <p:cNvPr id="510" name="Google Shape;510;p31"/>
          <p:cNvSpPr txBox="1"/>
          <p:nvPr/>
        </p:nvSpPr>
        <p:spPr>
          <a:xfrm>
            <a:off x="555565" y="365125"/>
            <a:ext cx="10342418"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50BCE2"/>
              </a:buClr>
              <a:buSzPts val="4000"/>
              <a:buFont typeface="Arial"/>
              <a:buNone/>
            </a:pPr>
            <a:r>
              <a:rPr lang="es-PE" sz="4000" b="1">
                <a:solidFill>
                  <a:srgbClr val="50BCE2"/>
                </a:solidFill>
                <a:latin typeface="Arial"/>
                <a:ea typeface="Arial"/>
                <a:cs typeface="Arial"/>
                <a:sym typeface="Arial"/>
              </a:rPr>
              <a:t>PLAN DE TRABAJO (v.2)</a:t>
            </a:r>
            <a:endParaRPr/>
          </a:p>
        </p:txBody>
      </p:sp>
      <p:sp>
        <p:nvSpPr>
          <p:cNvPr id="511" name="Google Shape;511;p31"/>
          <p:cNvSpPr/>
          <p:nvPr/>
        </p:nvSpPr>
        <p:spPr>
          <a:xfrm>
            <a:off x="3110541"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2" name="Google Shape;512;p31"/>
          <p:cNvSpPr/>
          <p:nvPr/>
        </p:nvSpPr>
        <p:spPr>
          <a:xfrm>
            <a:off x="878378" y="1690688"/>
            <a:ext cx="3649287" cy="229552"/>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3" name="Google Shape;513;p31"/>
          <p:cNvSpPr/>
          <p:nvPr/>
        </p:nvSpPr>
        <p:spPr>
          <a:xfrm>
            <a:off x="4736871" y="1690688"/>
            <a:ext cx="3041071" cy="229552"/>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4" name="Google Shape;514;p31"/>
          <p:cNvSpPr/>
          <p:nvPr/>
        </p:nvSpPr>
        <p:spPr>
          <a:xfrm>
            <a:off x="7987148" y="1690688"/>
            <a:ext cx="3649287" cy="229552"/>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5" name="Google Shape;515;p31"/>
          <p:cNvSpPr txBox="1"/>
          <p:nvPr/>
        </p:nvSpPr>
        <p:spPr>
          <a:xfrm>
            <a:off x="1556846" y="1676193"/>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rgbClr val="484141"/>
                </a:solidFill>
                <a:latin typeface="Arial"/>
                <a:ea typeface="Arial"/>
                <a:cs typeface="Arial"/>
                <a:sym typeface="Arial"/>
              </a:rPr>
              <a:t>Título</a:t>
            </a:r>
            <a:endParaRPr/>
          </a:p>
        </p:txBody>
      </p:sp>
      <p:sp>
        <p:nvSpPr>
          <p:cNvPr id="516" name="Google Shape;516;p31"/>
          <p:cNvSpPr txBox="1"/>
          <p:nvPr/>
        </p:nvSpPr>
        <p:spPr>
          <a:xfrm>
            <a:off x="5079076" y="1670398"/>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rgbClr val="484141"/>
                </a:solidFill>
                <a:latin typeface="Arial"/>
                <a:ea typeface="Arial"/>
                <a:cs typeface="Arial"/>
                <a:sym typeface="Arial"/>
              </a:rPr>
              <a:t>Título</a:t>
            </a:r>
            <a:endParaRPr/>
          </a:p>
        </p:txBody>
      </p:sp>
      <p:sp>
        <p:nvSpPr>
          <p:cNvPr id="517" name="Google Shape;517;p31"/>
          <p:cNvSpPr txBox="1"/>
          <p:nvPr/>
        </p:nvSpPr>
        <p:spPr>
          <a:xfrm>
            <a:off x="8665616" y="1658651"/>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rgbClr val="484141"/>
                </a:solidFill>
                <a:latin typeface="Arial"/>
                <a:ea typeface="Arial"/>
                <a:cs typeface="Arial"/>
                <a:sym typeface="Arial"/>
              </a:rPr>
              <a:t>Título</a:t>
            </a:r>
            <a:endParaRPr/>
          </a:p>
        </p:txBody>
      </p:sp>
      <p:sp>
        <p:nvSpPr>
          <p:cNvPr id="518" name="Google Shape;518;p31"/>
          <p:cNvSpPr txBox="1">
            <a:spLocks noGrp="1"/>
          </p:cNvSpPr>
          <p:nvPr>
            <p:ph type="body" idx="1"/>
          </p:nvPr>
        </p:nvSpPr>
        <p:spPr>
          <a:xfrm>
            <a:off x="969821" y="3543798"/>
            <a:ext cx="10377055" cy="2175361"/>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1400"/>
              <a:buNone/>
            </a:pPr>
            <a:r>
              <a:rPr lang="es-PE" sz="1400"/>
              <a:t>Lorem ipsum dolor sit amet, consectetur adipiscing elit. Vivamus dapibus pretium leo, vel placerat sapien feugiat vitae. Maecenas fringilla ante et dapibus volutpat. In imperdiet arcu eget accumsan mattis. Praesent nisi lorem, rhoncus non nibh nec, blandit pretium dui. Donec vehicula leo at augue ultricies, nec vulputate libero egestas. Praesent non orci odio. Fusce tempor auctor felis, ut fermentum diam condimentum id.</a:t>
            </a:r>
            <a:endParaRPr/>
          </a:p>
          <a:p>
            <a:pPr marL="0" lvl="0" indent="0" algn="just" rtl="0">
              <a:lnSpc>
                <a:spcPct val="90000"/>
              </a:lnSpc>
              <a:spcBef>
                <a:spcPts val="1000"/>
              </a:spcBef>
              <a:spcAft>
                <a:spcPts val="0"/>
              </a:spcAft>
              <a:buClr>
                <a:schemeClr val="dk1"/>
              </a:buClr>
              <a:buSzPts val="1400"/>
              <a:buNone/>
            </a:pPr>
            <a:r>
              <a:rPr lang="es-PE" sz="1400"/>
              <a:t>Nulla turpis tortor, vestibulum quis odio eu, sodales ultricies lacus. Suspendisse potenti. </a:t>
            </a:r>
            <a:endParaRPr/>
          </a:p>
          <a:p>
            <a:pPr marL="228600" lvl="0" indent="-228600" algn="l" rtl="0">
              <a:lnSpc>
                <a:spcPct val="90000"/>
              </a:lnSpc>
              <a:spcBef>
                <a:spcPts val="1000"/>
              </a:spcBef>
              <a:spcAft>
                <a:spcPts val="0"/>
              </a:spcAft>
              <a:buClr>
                <a:srgbClr val="C12B2F"/>
              </a:buClr>
              <a:buSzPts val="1400"/>
              <a:buChar char="•"/>
            </a:pPr>
            <a:r>
              <a:rPr lang="es-PE" sz="1400"/>
              <a:t>Aenean consequat enim nec metus dapibus, ut rhoncus justo imperdiet. Interdum et malesuada.</a:t>
            </a:r>
            <a:endParaRPr/>
          </a:p>
          <a:p>
            <a:pPr marL="228600" lvl="0" indent="-228600" algn="l" rtl="0">
              <a:lnSpc>
                <a:spcPct val="90000"/>
              </a:lnSpc>
              <a:spcBef>
                <a:spcPts val="1000"/>
              </a:spcBef>
              <a:spcAft>
                <a:spcPts val="0"/>
              </a:spcAft>
              <a:buClr>
                <a:srgbClr val="C12B2F"/>
              </a:buClr>
              <a:buSzPts val="1400"/>
              <a:buChar char="•"/>
            </a:pPr>
            <a:r>
              <a:rPr lang="es-PE" sz="1400"/>
              <a:t>Aenean consequat enim nec metus dapibus, ut rhoncus justo imperdiet. Interdum et malesuada.</a:t>
            </a:r>
            <a:endParaRPr/>
          </a:p>
          <a:p>
            <a:pPr marL="228600" lvl="0" indent="-228600" algn="l" rtl="0">
              <a:lnSpc>
                <a:spcPct val="90000"/>
              </a:lnSpc>
              <a:spcBef>
                <a:spcPts val="1000"/>
              </a:spcBef>
              <a:spcAft>
                <a:spcPts val="0"/>
              </a:spcAft>
              <a:buClr>
                <a:srgbClr val="C12B2F"/>
              </a:buClr>
              <a:buSzPts val="1400"/>
              <a:buChar char="•"/>
            </a:pPr>
            <a:r>
              <a:rPr lang="es-PE" sz="1400"/>
              <a:t>Aenean consequat enim nec metus dapibus, ut rhoncus justo imperdiet. Interdum et malesuada.</a:t>
            </a:r>
            <a:endParaRPr/>
          </a:p>
          <a:p>
            <a:pPr marL="0" lvl="0" indent="0" algn="l" rtl="0">
              <a:lnSpc>
                <a:spcPct val="90000"/>
              </a:lnSpc>
              <a:spcBef>
                <a:spcPts val="1000"/>
              </a:spcBef>
              <a:spcAft>
                <a:spcPts val="0"/>
              </a:spcAft>
              <a:buClr>
                <a:schemeClr val="dk1"/>
              </a:buClr>
              <a:buSzPts val="1400"/>
              <a:buNone/>
            </a:pPr>
            <a:endParaRPr sz="1400"/>
          </a:p>
        </p:txBody>
      </p:sp>
      <p:sp>
        <p:nvSpPr>
          <p:cNvPr id="519" name="Google Shape;519;p31"/>
          <p:cNvSpPr txBox="1"/>
          <p:nvPr/>
        </p:nvSpPr>
        <p:spPr>
          <a:xfrm>
            <a:off x="885690" y="3150438"/>
            <a:ext cx="96092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2400">
                <a:solidFill>
                  <a:srgbClr val="484141"/>
                </a:solidFill>
                <a:latin typeface="Arial"/>
                <a:ea typeface="Arial"/>
                <a:cs typeface="Arial"/>
                <a:sym typeface="Arial"/>
              </a:rPr>
              <a:t>Título</a:t>
            </a:r>
            <a:endParaRPr/>
          </a:p>
        </p:txBody>
      </p:sp>
      <p:sp>
        <p:nvSpPr>
          <p:cNvPr id="520" name="Google Shape;520;p31"/>
          <p:cNvSpPr/>
          <p:nvPr/>
        </p:nvSpPr>
        <p:spPr>
          <a:xfrm>
            <a:off x="878378" y="3016252"/>
            <a:ext cx="10758057" cy="3043726"/>
          </a:xfrm>
          <a:prstGeom prst="rect">
            <a:avLst/>
          </a:prstGeom>
          <a:noFill/>
          <a:ln w="12700" cap="flat" cmpd="sng">
            <a:solidFill>
              <a:srgbClr val="0E74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1" name="Google Shape;521;p31"/>
          <p:cNvSpPr txBox="1"/>
          <p:nvPr/>
        </p:nvSpPr>
        <p:spPr>
          <a:xfrm>
            <a:off x="381981" y="2174175"/>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
        <p:nvSpPr>
          <p:cNvPr id="522" name="Google Shape;522;p31"/>
          <p:cNvSpPr/>
          <p:nvPr/>
        </p:nvSpPr>
        <p:spPr>
          <a:xfrm>
            <a:off x="878378" y="2127234"/>
            <a:ext cx="1299557" cy="323940"/>
          </a:xfrm>
          <a:prstGeom prst="homePlate">
            <a:avLst>
              <a:gd name="adj" fmla="val 50000"/>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3" name="Google Shape;523;p31"/>
          <p:cNvSpPr/>
          <p:nvPr/>
        </p:nvSpPr>
        <p:spPr>
          <a:xfrm>
            <a:off x="2344190" y="2127234"/>
            <a:ext cx="2734886" cy="323940"/>
          </a:xfrm>
          <a:prstGeom prst="homePlate">
            <a:avLst>
              <a:gd name="adj" fmla="val 50000"/>
            </a:avLst>
          </a:prstGeom>
          <a:solidFill>
            <a:srgbClr val="0099C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4" name="Google Shape;524;p31"/>
          <p:cNvSpPr/>
          <p:nvPr/>
        </p:nvSpPr>
        <p:spPr>
          <a:xfrm>
            <a:off x="5245331" y="2127234"/>
            <a:ext cx="3857105" cy="323940"/>
          </a:xfrm>
          <a:prstGeom prst="homePlate">
            <a:avLst>
              <a:gd name="adj" fmla="val 50000"/>
            </a:avLst>
          </a:prstGeom>
          <a:solidFill>
            <a:srgbClr val="0986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5" name="Google Shape;525;p31"/>
          <p:cNvSpPr/>
          <p:nvPr/>
        </p:nvSpPr>
        <p:spPr>
          <a:xfrm>
            <a:off x="9319955" y="2127234"/>
            <a:ext cx="2316480" cy="323940"/>
          </a:xfrm>
          <a:prstGeom prst="homePlate">
            <a:avLst>
              <a:gd name="adj" fmla="val 50000"/>
            </a:avLst>
          </a:prstGeom>
          <a:solidFill>
            <a:srgbClr val="0E749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6" name="Google Shape;526;p31"/>
          <p:cNvSpPr txBox="1"/>
          <p:nvPr/>
        </p:nvSpPr>
        <p:spPr>
          <a:xfrm>
            <a:off x="381981" y="2174175"/>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
        <p:nvSpPr>
          <p:cNvPr id="527" name="Google Shape;527;p31"/>
          <p:cNvSpPr txBox="1"/>
          <p:nvPr/>
        </p:nvSpPr>
        <p:spPr>
          <a:xfrm>
            <a:off x="2444521" y="2174175"/>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
        <p:nvSpPr>
          <p:cNvPr id="528" name="Google Shape;528;p31"/>
          <p:cNvSpPr txBox="1"/>
          <p:nvPr/>
        </p:nvSpPr>
        <p:spPr>
          <a:xfrm>
            <a:off x="5945967" y="2153790"/>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
        <p:nvSpPr>
          <p:cNvPr id="529" name="Google Shape;529;p31"/>
          <p:cNvSpPr txBox="1"/>
          <p:nvPr/>
        </p:nvSpPr>
        <p:spPr>
          <a:xfrm>
            <a:off x="9319955" y="2157178"/>
            <a:ext cx="229235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200">
                <a:solidFill>
                  <a:schemeClr val="lt1"/>
                </a:solidFill>
                <a:latin typeface="Arial"/>
                <a:ea typeface="Arial"/>
                <a:cs typeface="Arial"/>
                <a:sym typeface="Arial"/>
              </a:rPr>
              <a:t>Título</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Shape 533"/>
        <p:cNvGrpSpPr/>
        <p:nvPr/>
      </p:nvGrpSpPr>
      <p:grpSpPr>
        <a:xfrm>
          <a:off x="0" y="0"/>
          <a:ext cx="0" cy="0"/>
          <a:chOff x="0" y="0"/>
          <a:chExt cx="0" cy="0"/>
        </a:xfrm>
      </p:grpSpPr>
      <p:sp>
        <p:nvSpPr>
          <p:cNvPr id="534" name="Google Shape;534;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535" name="Google Shape;535;p32"/>
          <p:cNvSpPr txBox="1">
            <a:spLocks noGrp="1"/>
          </p:cNvSpPr>
          <p:nvPr>
            <p:ph type="title"/>
          </p:nvPr>
        </p:nvSpPr>
        <p:spPr>
          <a:xfrm>
            <a:off x="838200" y="365125"/>
            <a:ext cx="10342418"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50BCE2"/>
              </a:buClr>
              <a:buSzPts val="4000"/>
              <a:buFont typeface="Arial"/>
              <a:buNone/>
            </a:pPr>
            <a:r>
              <a:rPr lang="es-PE" sz="4000" b="1">
                <a:solidFill>
                  <a:srgbClr val="50BCE2"/>
                </a:solidFill>
                <a:latin typeface="Arial"/>
                <a:ea typeface="Arial"/>
                <a:cs typeface="Arial"/>
                <a:sym typeface="Arial"/>
              </a:rPr>
              <a:t>VÍDEO</a:t>
            </a:r>
            <a:endParaRPr/>
          </a:p>
        </p:txBody>
      </p:sp>
      <p:sp>
        <p:nvSpPr>
          <p:cNvPr id="536" name="Google Shape;536;p32"/>
          <p:cNvSpPr/>
          <p:nvPr/>
        </p:nvSpPr>
        <p:spPr>
          <a:xfrm>
            <a:off x="1564236"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Shape 540"/>
        <p:cNvGrpSpPr/>
        <p:nvPr/>
      </p:nvGrpSpPr>
      <p:grpSpPr>
        <a:xfrm>
          <a:off x="0" y="0"/>
          <a:ext cx="0" cy="0"/>
          <a:chOff x="0" y="0"/>
          <a:chExt cx="0" cy="0"/>
        </a:xfrm>
      </p:grpSpPr>
      <p:graphicFrame>
        <p:nvGraphicFramePr>
          <p:cNvPr id="541" name="Google Shape;541;p33"/>
          <p:cNvGraphicFramePr/>
          <p:nvPr/>
        </p:nvGraphicFramePr>
        <p:xfrm>
          <a:off x="706465" y="1836549"/>
          <a:ext cx="10515600" cy="3777610"/>
        </p:xfrm>
        <a:graphic>
          <a:graphicData uri="http://schemas.openxmlformats.org/drawingml/2006/table">
            <a:tbl>
              <a:tblPr firstRow="1" bandRow="1">
                <a:noFill/>
                <a:tableStyleId>{1B096223-E9DC-4BD4-AE9C-A27518112985}</a:tableStyleId>
              </a:tblPr>
              <a:tblGrid>
                <a:gridCol w="17526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gridCol w="1752600">
                  <a:extLst>
                    <a:ext uri="{9D8B030D-6E8A-4147-A177-3AD203B41FA5}">
                      <a16:colId xmlns:a16="http://schemas.microsoft.com/office/drawing/2014/main" val="20004"/>
                    </a:ext>
                  </a:extLst>
                </a:gridCol>
                <a:gridCol w="1752600">
                  <a:extLst>
                    <a:ext uri="{9D8B030D-6E8A-4147-A177-3AD203B41FA5}">
                      <a16:colId xmlns:a16="http://schemas.microsoft.com/office/drawing/2014/main" val="20005"/>
                    </a:ext>
                  </a:extLst>
                </a:gridCol>
              </a:tblGrid>
              <a:tr h="455250">
                <a:tc>
                  <a:txBody>
                    <a:bodyPr/>
                    <a:lstStyle/>
                    <a:p>
                      <a:pPr marL="0" marR="0" lvl="0" indent="0" algn="ctr" rtl="0">
                        <a:spcBef>
                          <a:spcPts val="0"/>
                        </a:spcBef>
                        <a:spcAft>
                          <a:spcPts val="0"/>
                        </a:spcAft>
                        <a:buNone/>
                      </a:pPr>
                      <a:r>
                        <a:rPr lang="es-PE" sz="1800" u="none" strike="noStrike" cap="none">
                          <a:solidFill>
                            <a:schemeClr val="lt1"/>
                          </a:solidFill>
                          <a:latin typeface="Arial"/>
                          <a:ea typeface="Arial"/>
                          <a:cs typeface="Arial"/>
                          <a:sym typeface="Arial"/>
                        </a:rPr>
                        <a:t>Título</a:t>
                      </a:r>
                      <a:endParaRPr/>
                    </a:p>
                  </a:txBody>
                  <a:tcPr marL="91450" marR="91450" marT="45725" marB="45725">
                    <a:lnL w="9525" cap="flat" cmpd="sng">
                      <a:solidFill>
                        <a:srgbClr val="000000">
                          <a:alpha val="0"/>
                        </a:srgbClr>
                      </a:solidFill>
                      <a:prstDash val="solid"/>
                      <a:round/>
                      <a:headEnd type="none" w="sm" len="sm"/>
                      <a:tailEnd type="none" w="sm" len="sm"/>
                    </a:lnL>
                    <a:lnR w="2857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lt1"/>
                      </a:solidFill>
                      <a:prstDash val="solid"/>
                      <a:round/>
                      <a:headEnd type="none" w="sm" len="sm"/>
                      <a:tailEnd type="none" w="sm" len="sm"/>
                    </a:lnB>
                    <a:solidFill>
                      <a:srgbClr val="50BCE2"/>
                    </a:solidFill>
                  </a:tcPr>
                </a:tc>
                <a:tc>
                  <a:txBody>
                    <a:bodyPr/>
                    <a:lstStyle/>
                    <a:p>
                      <a:pPr marL="0" marR="0" lvl="0" indent="0" algn="ctr" rtl="0">
                        <a:spcBef>
                          <a:spcPts val="0"/>
                        </a:spcBef>
                        <a:spcAft>
                          <a:spcPts val="0"/>
                        </a:spcAft>
                        <a:buNone/>
                      </a:pPr>
                      <a:r>
                        <a:rPr lang="es-PE" sz="1800" u="none" strike="noStrike" cap="none">
                          <a:solidFill>
                            <a:schemeClr val="lt1"/>
                          </a:solidFill>
                          <a:latin typeface="Arial"/>
                          <a:ea typeface="Arial"/>
                          <a:cs typeface="Arial"/>
                          <a:sym typeface="Arial"/>
                        </a:rPr>
                        <a:t>Título</a:t>
                      </a:r>
                      <a:endParaRPr/>
                    </a:p>
                  </a:txBody>
                  <a:tcPr marL="91450" marR="91450" marT="45725" marB="45725">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lt1"/>
                      </a:solidFill>
                      <a:prstDash val="solid"/>
                      <a:round/>
                      <a:headEnd type="none" w="sm" len="sm"/>
                      <a:tailEnd type="none" w="sm" len="sm"/>
                    </a:lnB>
                    <a:solidFill>
                      <a:srgbClr val="50BCE2"/>
                    </a:solidFill>
                  </a:tcPr>
                </a:tc>
                <a:tc>
                  <a:txBody>
                    <a:bodyPr/>
                    <a:lstStyle/>
                    <a:p>
                      <a:pPr marL="0" marR="0" lvl="0" indent="0" algn="ctr" rtl="0">
                        <a:spcBef>
                          <a:spcPts val="0"/>
                        </a:spcBef>
                        <a:spcAft>
                          <a:spcPts val="0"/>
                        </a:spcAft>
                        <a:buNone/>
                      </a:pPr>
                      <a:r>
                        <a:rPr lang="es-PE" sz="1800" u="none" strike="noStrike" cap="none">
                          <a:solidFill>
                            <a:schemeClr val="lt1"/>
                          </a:solidFill>
                          <a:latin typeface="Arial"/>
                          <a:ea typeface="Arial"/>
                          <a:cs typeface="Arial"/>
                          <a:sym typeface="Arial"/>
                        </a:rPr>
                        <a:t>Título</a:t>
                      </a:r>
                      <a:endParaRPr/>
                    </a:p>
                  </a:txBody>
                  <a:tcPr marL="91450" marR="91450" marT="45725" marB="45725">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lt1"/>
                      </a:solidFill>
                      <a:prstDash val="solid"/>
                      <a:round/>
                      <a:headEnd type="none" w="sm" len="sm"/>
                      <a:tailEnd type="none" w="sm" len="sm"/>
                    </a:lnB>
                    <a:solidFill>
                      <a:srgbClr val="50BCE2"/>
                    </a:solidFill>
                  </a:tcPr>
                </a:tc>
                <a:tc>
                  <a:txBody>
                    <a:bodyPr/>
                    <a:lstStyle/>
                    <a:p>
                      <a:pPr marL="0" marR="0" lvl="0" indent="0" algn="ctr" rtl="0">
                        <a:spcBef>
                          <a:spcPts val="0"/>
                        </a:spcBef>
                        <a:spcAft>
                          <a:spcPts val="0"/>
                        </a:spcAft>
                        <a:buNone/>
                      </a:pPr>
                      <a:r>
                        <a:rPr lang="es-PE" sz="1800" u="none" strike="noStrike" cap="none">
                          <a:solidFill>
                            <a:schemeClr val="lt1"/>
                          </a:solidFill>
                          <a:latin typeface="Arial"/>
                          <a:ea typeface="Arial"/>
                          <a:cs typeface="Arial"/>
                          <a:sym typeface="Arial"/>
                        </a:rPr>
                        <a:t>Título</a:t>
                      </a:r>
                      <a:endParaRPr/>
                    </a:p>
                  </a:txBody>
                  <a:tcPr marL="91450" marR="91450" marT="45725" marB="45725">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lt1"/>
                      </a:solidFill>
                      <a:prstDash val="solid"/>
                      <a:round/>
                      <a:headEnd type="none" w="sm" len="sm"/>
                      <a:tailEnd type="none" w="sm" len="sm"/>
                    </a:lnB>
                    <a:solidFill>
                      <a:srgbClr val="50BCE2"/>
                    </a:solidFill>
                  </a:tcPr>
                </a:tc>
                <a:tc>
                  <a:txBody>
                    <a:bodyPr/>
                    <a:lstStyle/>
                    <a:p>
                      <a:pPr marL="0" marR="0" lvl="0" indent="0" algn="ctr" rtl="0">
                        <a:spcBef>
                          <a:spcPts val="0"/>
                        </a:spcBef>
                        <a:spcAft>
                          <a:spcPts val="0"/>
                        </a:spcAft>
                        <a:buNone/>
                      </a:pPr>
                      <a:r>
                        <a:rPr lang="es-PE" sz="1800" u="none" strike="noStrike" cap="none">
                          <a:solidFill>
                            <a:schemeClr val="lt1"/>
                          </a:solidFill>
                          <a:latin typeface="Arial"/>
                          <a:ea typeface="Arial"/>
                          <a:cs typeface="Arial"/>
                          <a:sym typeface="Arial"/>
                        </a:rPr>
                        <a:t>Título</a:t>
                      </a:r>
                      <a:endParaRPr/>
                    </a:p>
                  </a:txBody>
                  <a:tcPr marL="91450" marR="91450" marT="45725" marB="45725">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lt1"/>
                      </a:solidFill>
                      <a:prstDash val="solid"/>
                      <a:round/>
                      <a:headEnd type="none" w="sm" len="sm"/>
                      <a:tailEnd type="none" w="sm" len="sm"/>
                    </a:lnB>
                    <a:solidFill>
                      <a:srgbClr val="50BCE2"/>
                    </a:solidFill>
                  </a:tcPr>
                </a:tc>
                <a:tc>
                  <a:txBody>
                    <a:bodyPr/>
                    <a:lstStyle/>
                    <a:p>
                      <a:pPr marL="0" marR="0" lvl="0" indent="0" algn="ctr" rtl="0">
                        <a:spcBef>
                          <a:spcPts val="0"/>
                        </a:spcBef>
                        <a:spcAft>
                          <a:spcPts val="0"/>
                        </a:spcAft>
                        <a:buNone/>
                      </a:pPr>
                      <a:r>
                        <a:rPr lang="es-PE" sz="1800" u="none" strike="noStrike" cap="none">
                          <a:solidFill>
                            <a:schemeClr val="lt1"/>
                          </a:solidFill>
                          <a:latin typeface="Arial"/>
                          <a:ea typeface="Arial"/>
                          <a:cs typeface="Arial"/>
                          <a:sym typeface="Arial"/>
                        </a:rPr>
                        <a:t>Título</a:t>
                      </a:r>
                      <a:endParaRPr/>
                    </a:p>
                  </a:txBody>
                  <a:tcPr marL="91450" marR="91450" marT="45725" marB="45725">
                    <a:lnL w="2857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lt1"/>
                      </a:solidFill>
                      <a:prstDash val="solid"/>
                      <a:round/>
                      <a:headEnd type="none" w="sm" len="sm"/>
                      <a:tailEnd type="none" w="sm" len="sm"/>
                    </a:lnB>
                    <a:solidFill>
                      <a:srgbClr val="50BCE2"/>
                    </a:solidFill>
                  </a:tcPr>
                </a:tc>
                <a:extLst>
                  <a:ext uri="{0D108BD9-81ED-4DB2-BD59-A6C34878D82A}">
                    <a16:rowId xmlns:a16="http://schemas.microsoft.com/office/drawing/2014/main" val="10000"/>
                  </a:ext>
                </a:extLst>
              </a:tr>
              <a:tr h="461575">
                <a:tc>
                  <a:txBody>
                    <a:bodyPr/>
                    <a:lstStyle/>
                    <a:p>
                      <a:pPr marL="0" marR="0" lvl="0" indent="0" algn="just" rtl="0">
                        <a:spcBef>
                          <a:spcPts val="0"/>
                        </a:spcBef>
                        <a:spcAft>
                          <a:spcPts val="0"/>
                        </a:spcAft>
                        <a:buNone/>
                      </a:pPr>
                      <a:r>
                        <a:rPr lang="es-PE" sz="1100" u="none" strike="noStrike" cap="none"/>
                        <a:t>Lorem ipsum dolor sit amet, consectetur adipiscing elit. Vivamus dapibus pretium </a:t>
                      </a:r>
                      <a:endParaRPr sz="1100" u="none" strike="noStrike" cap="none">
                        <a:solidFill>
                          <a:srgbClr val="595959"/>
                        </a:solidFill>
                      </a:endParaRPr>
                    </a:p>
                  </a:txBody>
                  <a:tcPr marL="91450" marR="91450" marT="45725" marB="45725">
                    <a:lnL w="9525" cap="flat" cmpd="sng">
                      <a:solidFill>
                        <a:srgbClr val="000000">
                          <a:alpha val="0"/>
                        </a:srgbClr>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E0E0E0"/>
                    </a:solidFill>
                  </a:tcPr>
                </a:tc>
                <a:tc>
                  <a:txBody>
                    <a:bodyPr/>
                    <a:lstStyle/>
                    <a:p>
                      <a:pPr marL="0" marR="0" lvl="0" indent="0" algn="l" rtl="0">
                        <a:lnSpc>
                          <a:spcPct val="100000"/>
                        </a:lnSpc>
                        <a:spcBef>
                          <a:spcPts val="0"/>
                        </a:spcBef>
                        <a:spcAft>
                          <a:spcPts val="0"/>
                        </a:spcAft>
                        <a:buClr>
                          <a:schemeClr val="dk1"/>
                        </a:buClr>
                        <a:buSzPts val="1100"/>
                        <a:buFont typeface="Calibri"/>
                        <a:buNone/>
                      </a:pPr>
                      <a:r>
                        <a:rPr lang="es-PE" sz="1100" u="none" strike="noStrike" cap="none"/>
                        <a:t>Lorem ipsum dolor sit amet, consectetur adipiscing elit. Vivamus dapibus pretium </a:t>
                      </a:r>
                      <a:endParaRPr sz="1100" u="none" strike="noStrike" cap="none">
                        <a:solidFill>
                          <a:srgbClr val="595959"/>
                        </a:solidFill>
                      </a:endParaRPr>
                    </a:p>
                    <a:p>
                      <a:pPr marL="0" marR="0" lvl="0" indent="0" algn="l" rtl="0">
                        <a:spcBef>
                          <a:spcPts val="0"/>
                        </a:spcBef>
                        <a:spcAft>
                          <a:spcPts val="0"/>
                        </a:spcAft>
                        <a:buNone/>
                      </a:pPr>
                      <a:endParaRPr sz="1800"/>
                    </a:p>
                  </a:txBody>
                  <a:tcPr marL="91450" marR="91450" marT="45725" marB="45725">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E0E0E0"/>
                    </a:solidFill>
                  </a:tcPr>
                </a:tc>
                <a:tc>
                  <a:txBody>
                    <a:bodyPr/>
                    <a:lstStyle/>
                    <a:p>
                      <a:pPr marL="0" marR="0" lvl="0" indent="0" algn="just" rtl="0">
                        <a:spcBef>
                          <a:spcPts val="0"/>
                        </a:spcBef>
                        <a:spcAft>
                          <a:spcPts val="0"/>
                        </a:spcAft>
                        <a:buNone/>
                      </a:pPr>
                      <a:r>
                        <a:rPr lang="es-PE" sz="1100"/>
                        <a:t>Lorem ipsum dolor sit amet, consectetur adipiscing elit. Vivamus dapibus pretium </a:t>
                      </a:r>
                      <a:endParaRPr sz="1100">
                        <a:solidFill>
                          <a:srgbClr val="595959"/>
                        </a:solidFill>
                      </a:endParaRPr>
                    </a:p>
                  </a:txBody>
                  <a:tcPr marL="91450" marR="91450" marT="45725" marB="45725">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E0E0E0"/>
                    </a:solidFill>
                  </a:tcPr>
                </a:tc>
                <a:tc>
                  <a:txBody>
                    <a:bodyPr/>
                    <a:lstStyle/>
                    <a:p>
                      <a:pPr marL="0" marR="0" lvl="0" indent="0" algn="l" rtl="0">
                        <a:lnSpc>
                          <a:spcPct val="100000"/>
                        </a:lnSpc>
                        <a:spcBef>
                          <a:spcPts val="0"/>
                        </a:spcBef>
                        <a:spcAft>
                          <a:spcPts val="0"/>
                        </a:spcAft>
                        <a:buClr>
                          <a:schemeClr val="dk1"/>
                        </a:buClr>
                        <a:buSzPts val="1100"/>
                        <a:buFont typeface="Calibri"/>
                        <a:buNone/>
                      </a:pPr>
                      <a:r>
                        <a:rPr lang="es-PE" sz="1100"/>
                        <a:t>Lorem ipsum dolor sit amet, consectetur adipiscing elit. Vivamus dapibus pretium </a:t>
                      </a:r>
                      <a:endParaRPr sz="1100">
                        <a:solidFill>
                          <a:srgbClr val="595959"/>
                        </a:solidFill>
                      </a:endParaRPr>
                    </a:p>
                  </a:txBody>
                  <a:tcPr marL="91450" marR="91450" marT="45725" marB="45725">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E0E0E0"/>
                    </a:solidFill>
                  </a:tcPr>
                </a:tc>
                <a:tc>
                  <a:txBody>
                    <a:bodyPr/>
                    <a:lstStyle/>
                    <a:p>
                      <a:pPr marL="0" marR="0" lvl="0" indent="0" algn="just" rtl="0">
                        <a:spcBef>
                          <a:spcPts val="0"/>
                        </a:spcBef>
                        <a:spcAft>
                          <a:spcPts val="0"/>
                        </a:spcAft>
                        <a:buNone/>
                      </a:pPr>
                      <a:r>
                        <a:rPr lang="es-PE" sz="1100"/>
                        <a:t>Lorem ipsum dolor sit amet, consectetur adipiscing elit. Vivamus dapibus pretium </a:t>
                      </a:r>
                      <a:endParaRPr sz="1100">
                        <a:solidFill>
                          <a:srgbClr val="595959"/>
                        </a:solidFill>
                      </a:endParaRPr>
                    </a:p>
                  </a:txBody>
                  <a:tcPr marL="91450" marR="91450" marT="45725" marB="45725">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E0E0E0"/>
                    </a:solidFill>
                  </a:tcPr>
                </a:tc>
                <a:tc>
                  <a:txBody>
                    <a:bodyPr/>
                    <a:lstStyle/>
                    <a:p>
                      <a:pPr marL="0" marR="0" lvl="0" indent="0" algn="l" rtl="0">
                        <a:lnSpc>
                          <a:spcPct val="100000"/>
                        </a:lnSpc>
                        <a:spcBef>
                          <a:spcPts val="0"/>
                        </a:spcBef>
                        <a:spcAft>
                          <a:spcPts val="0"/>
                        </a:spcAft>
                        <a:buClr>
                          <a:schemeClr val="dk1"/>
                        </a:buClr>
                        <a:buSzPts val="1100"/>
                        <a:buFont typeface="Calibri"/>
                        <a:buNone/>
                      </a:pPr>
                      <a:r>
                        <a:rPr lang="es-PE" sz="1100"/>
                        <a:t>Lorem ipsum dolor sit amet, consectetur adipiscing elit. Vivamus dapibus pretium </a:t>
                      </a:r>
                      <a:endParaRPr sz="1100">
                        <a:solidFill>
                          <a:srgbClr val="595959"/>
                        </a:solidFill>
                      </a:endParaRPr>
                    </a:p>
                  </a:txBody>
                  <a:tcPr marL="91450" marR="91450" marT="45725" marB="45725">
                    <a:lnL w="2857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E0E0E0"/>
                    </a:solidFill>
                  </a:tcPr>
                </a:tc>
                <a:extLst>
                  <a:ext uri="{0D108BD9-81ED-4DB2-BD59-A6C34878D82A}">
                    <a16:rowId xmlns:a16="http://schemas.microsoft.com/office/drawing/2014/main" val="10001"/>
                  </a:ext>
                </a:extLst>
              </a:tr>
              <a:tr h="461575">
                <a:tc>
                  <a:txBody>
                    <a:bodyPr/>
                    <a:lstStyle/>
                    <a:p>
                      <a:pPr marL="0" marR="0" lvl="0" indent="0" algn="just" rtl="0">
                        <a:spcBef>
                          <a:spcPts val="0"/>
                        </a:spcBef>
                        <a:spcAft>
                          <a:spcPts val="0"/>
                        </a:spcAft>
                        <a:buNone/>
                      </a:pPr>
                      <a:r>
                        <a:rPr lang="es-PE" sz="1100"/>
                        <a:t>Lorem ipsum dolor sit amet, consectetur adipiscing elit. Vivamus dapibus pretium </a:t>
                      </a:r>
                      <a:endParaRPr sz="1100">
                        <a:solidFill>
                          <a:srgbClr val="595959"/>
                        </a:solidFill>
                      </a:endParaRPr>
                    </a:p>
                  </a:txBody>
                  <a:tcPr marL="91450" marR="91450" marT="45725" marB="45725">
                    <a:lnL w="9525" cap="flat" cmpd="sng">
                      <a:solidFill>
                        <a:srgbClr val="000000">
                          <a:alpha val="0"/>
                        </a:srgbClr>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E0E0E0"/>
                    </a:solidFill>
                  </a:tcPr>
                </a:tc>
                <a:tc>
                  <a:txBody>
                    <a:bodyPr/>
                    <a:lstStyle/>
                    <a:p>
                      <a:pPr marL="0" marR="0" lvl="0" indent="0" algn="l" rtl="0">
                        <a:lnSpc>
                          <a:spcPct val="100000"/>
                        </a:lnSpc>
                        <a:spcBef>
                          <a:spcPts val="0"/>
                        </a:spcBef>
                        <a:spcAft>
                          <a:spcPts val="0"/>
                        </a:spcAft>
                        <a:buClr>
                          <a:schemeClr val="dk1"/>
                        </a:buClr>
                        <a:buSzPts val="1100"/>
                        <a:buFont typeface="Calibri"/>
                        <a:buNone/>
                      </a:pPr>
                      <a:r>
                        <a:rPr lang="es-PE" sz="1100"/>
                        <a:t>Lorem ipsum dolor sit amet, consectetur adipiscing elit. Vivamus dapibus pretium </a:t>
                      </a:r>
                      <a:endParaRPr sz="1100">
                        <a:solidFill>
                          <a:srgbClr val="595959"/>
                        </a:solidFill>
                      </a:endParaRPr>
                    </a:p>
                  </a:txBody>
                  <a:tcPr marL="91450" marR="91450" marT="45725" marB="45725">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E0E0E0"/>
                    </a:solidFill>
                  </a:tcPr>
                </a:tc>
                <a:tc>
                  <a:txBody>
                    <a:bodyPr/>
                    <a:lstStyle/>
                    <a:p>
                      <a:pPr marL="0" marR="0" lvl="0" indent="0" algn="just" rtl="0">
                        <a:spcBef>
                          <a:spcPts val="0"/>
                        </a:spcBef>
                        <a:spcAft>
                          <a:spcPts val="0"/>
                        </a:spcAft>
                        <a:buNone/>
                      </a:pPr>
                      <a:r>
                        <a:rPr lang="es-PE" sz="1100"/>
                        <a:t>Lorem ipsum dolor sit amet, consectetur adipiscing elit. Vivamus dapibus pretium </a:t>
                      </a:r>
                      <a:endParaRPr sz="1100">
                        <a:solidFill>
                          <a:srgbClr val="595959"/>
                        </a:solidFill>
                      </a:endParaRPr>
                    </a:p>
                  </a:txBody>
                  <a:tcPr marL="91450" marR="91450" marT="45725" marB="45725">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E0E0E0"/>
                    </a:solidFill>
                  </a:tcPr>
                </a:tc>
                <a:tc>
                  <a:txBody>
                    <a:bodyPr/>
                    <a:lstStyle/>
                    <a:p>
                      <a:pPr marL="0" marR="0" lvl="0" indent="0" algn="l" rtl="0">
                        <a:lnSpc>
                          <a:spcPct val="100000"/>
                        </a:lnSpc>
                        <a:spcBef>
                          <a:spcPts val="0"/>
                        </a:spcBef>
                        <a:spcAft>
                          <a:spcPts val="0"/>
                        </a:spcAft>
                        <a:buClr>
                          <a:schemeClr val="dk1"/>
                        </a:buClr>
                        <a:buSzPts val="1100"/>
                        <a:buFont typeface="Calibri"/>
                        <a:buNone/>
                      </a:pPr>
                      <a:r>
                        <a:rPr lang="es-PE" sz="1100"/>
                        <a:t>Lorem ipsum dolor sit amet, consectetur adipiscing elit. Vivamus dapibus pretium </a:t>
                      </a:r>
                      <a:endParaRPr sz="1100">
                        <a:solidFill>
                          <a:srgbClr val="595959"/>
                        </a:solidFill>
                      </a:endParaRPr>
                    </a:p>
                  </a:txBody>
                  <a:tcPr marL="91450" marR="91450" marT="45725" marB="45725">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E0E0E0"/>
                    </a:solidFill>
                  </a:tcPr>
                </a:tc>
                <a:tc>
                  <a:txBody>
                    <a:bodyPr/>
                    <a:lstStyle/>
                    <a:p>
                      <a:pPr marL="0" marR="0" lvl="0" indent="0" algn="just" rtl="0">
                        <a:spcBef>
                          <a:spcPts val="0"/>
                        </a:spcBef>
                        <a:spcAft>
                          <a:spcPts val="0"/>
                        </a:spcAft>
                        <a:buNone/>
                      </a:pPr>
                      <a:r>
                        <a:rPr lang="es-PE" sz="1100"/>
                        <a:t>Lorem ipsum dolor sit amet, consectetur adipiscing elit. Vivamus dapibus pretium </a:t>
                      </a:r>
                      <a:endParaRPr sz="1100">
                        <a:solidFill>
                          <a:srgbClr val="595959"/>
                        </a:solidFill>
                      </a:endParaRPr>
                    </a:p>
                  </a:txBody>
                  <a:tcPr marL="91450" marR="91450" marT="45725" marB="45725">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E0E0E0"/>
                    </a:solidFill>
                  </a:tcPr>
                </a:tc>
                <a:tc>
                  <a:txBody>
                    <a:bodyPr/>
                    <a:lstStyle/>
                    <a:p>
                      <a:pPr marL="0" marR="0" lvl="0" indent="0" algn="l" rtl="0">
                        <a:lnSpc>
                          <a:spcPct val="100000"/>
                        </a:lnSpc>
                        <a:spcBef>
                          <a:spcPts val="0"/>
                        </a:spcBef>
                        <a:spcAft>
                          <a:spcPts val="0"/>
                        </a:spcAft>
                        <a:buClr>
                          <a:schemeClr val="dk1"/>
                        </a:buClr>
                        <a:buSzPts val="1100"/>
                        <a:buFont typeface="Calibri"/>
                        <a:buNone/>
                      </a:pPr>
                      <a:r>
                        <a:rPr lang="es-PE" sz="1100"/>
                        <a:t>Lorem ipsum dolor sit amet, consectetur adipiscing elit. Vivamus dapibus pretium </a:t>
                      </a:r>
                      <a:endParaRPr sz="1100">
                        <a:solidFill>
                          <a:srgbClr val="595959"/>
                        </a:solidFill>
                      </a:endParaRPr>
                    </a:p>
                  </a:txBody>
                  <a:tcPr marL="91450" marR="91450" marT="45725" marB="45725">
                    <a:lnL w="2857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E0E0E0"/>
                    </a:solidFill>
                  </a:tcPr>
                </a:tc>
                <a:extLst>
                  <a:ext uri="{0D108BD9-81ED-4DB2-BD59-A6C34878D82A}">
                    <a16:rowId xmlns:a16="http://schemas.microsoft.com/office/drawing/2014/main" val="10002"/>
                  </a:ext>
                </a:extLst>
              </a:tr>
              <a:tr h="461575">
                <a:tc>
                  <a:txBody>
                    <a:bodyPr/>
                    <a:lstStyle/>
                    <a:p>
                      <a:pPr marL="0" marR="0" lvl="0" indent="0" algn="just" rtl="0">
                        <a:spcBef>
                          <a:spcPts val="0"/>
                        </a:spcBef>
                        <a:spcAft>
                          <a:spcPts val="0"/>
                        </a:spcAft>
                        <a:buNone/>
                      </a:pPr>
                      <a:r>
                        <a:rPr lang="es-PE" sz="1100"/>
                        <a:t>Lorem ipsum dolor sit amet, consectetur adipiscing elit. Vivamus dapibus pretium </a:t>
                      </a:r>
                      <a:endParaRPr sz="1100">
                        <a:solidFill>
                          <a:srgbClr val="595959"/>
                        </a:solidFill>
                      </a:endParaRPr>
                    </a:p>
                  </a:txBody>
                  <a:tcPr marL="91450" marR="91450" marT="45725" marB="45725">
                    <a:lnL w="9525" cap="flat" cmpd="sng">
                      <a:solidFill>
                        <a:srgbClr val="000000">
                          <a:alpha val="0"/>
                        </a:srgbClr>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E0E0E0"/>
                    </a:solidFill>
                  </a:tcPr>
                </a:tc>
                <a:tc>
                  <a:txBody>
                    <a:bodyPr/>
                    <a:lstStyle/>
                    <a:p>
                      <a:pPr marL="0" marR="0" lvl="0" indent="0" algn="l" rtl="0">
                        <a:lnSpc>
                          <a:spcPct val="100000"/>
                        </a:lnSpc>
                        <a:spcBef>
                          <a:spcPts val="0"/>
                        </a:spcBef>
                        <a:spcAft>
                          <a:spcPts val="0"/>
                        </a:spcAft>
                        <a:buClr>
                          <a:schemeClr val="dk1"/>
                        </a:buClr>
                        <a:buSzPts val="1100"/>
                        <a:buFont typeface="Calibri"/>
                        <a:buNone/>
                      </a:pPr>
                      <a:r>
                        <a:rPr lang="es-PE" sz="1100"/>
                        <a:t>Lorem ipsum dolor sit amet, consectetur adipiscing elit. Vivamus dapibus pretium </a:t>
                      </a:r>
                      <a:endParaRPr sz="1100">
                        <a:solidFill>
                          <a:srgbClr val="595959"/>
                        </a:solidFill>
                      </a:endParaRPr>
                    </a:p>
                  </a:txBody>
                  <a:tcPr marL="91450" marR="91450" marT="45725" marB="45725">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E0E0E0"/>
                    </a:solidFill>
                  </a:tcPr>
                </a:tc>
                <a:tc>
                  <a:txBody>
                    <a:bodyPr/>
                    <a:lstStyle/>
                    <a:p>
                      <a:pPr marL="0" marR="0" lvl="0" indent="0" algn="just" rtl="0">
                        <a:spcBef>
                          <a:spcPts val="0"/>
                        </a:spcBef>
                        <a:spcAft>
                          <a:spcPts val="0"/>
                        </a:spcAft>
                        <a:buNone/>
                      </a:pPr>
                      <a:r>
                        <a:rPr lang="es-PE" sz="1100"/>
                        <a:t>Lorem ipsum dolor sit amet, consectetur adipiscing elit. Vivamus dapibus pretium </a:t>
                      </a:r>
                      <a:endParaRPr sz="1100">
                        <a:solidFill>
                          <a:srgbClr val="595959"/>
                        </a:solidFill>
                      </a:endParaRPr>
                    </a:p>
                  </a:txBody>
                  <a:tcPr marL="91450" marR="91450" marT="45725" marB="45725">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E0E0E0"/>
                    </a:solidFill>
                  </a:tcPr>
                </a:tc>
                <a:tc>
                  <a:txBody>
                    <a:bodyPr/>
                    <a:lstStyle/>
                    <a:p>
                      <a:pPr marL="0" marR="0" lvl="0" indent="0" algn="l" rtl="0">
                        <a:lnSpc>
                          <a:spcPct val="100000"/>
                        </a:lnSpc>
                        <a:spcBef>
                          <a:spcPts val="0"/>
                        </a:spcBef>
                        <a:spcAft>
                          <a:spcPts val="0"/>
                        </a:spcAft>
                        <a:buClr>
                          <a:schemeClr val="dk1"/>
                        </a:buClr>
                        <a:buSzPts val="1100"/>
                        <a:buFont typeface="Calibri"/>
                        <a:buNone/>
                      </a:pPr>
                      <a:r>
                        <a:rPr lang="es-PE" sz="1100"/>
                        <a:t>Lorem ipsum dolor sit amet, consectetur adipiscing elit. Vivamus dapibus pretium </a:t>
                      </a:r>
                      <a:endParaRPr sz="1100">
                        <a:solidFill>
                          <a:srgbClr val="595959"/>
                        </a:solidFill>
                      </a:endParaRPr>
                    </a:p>
                  </a:txBody>
                  <a:tcPr marL="91450" marR="91450" marT="45725" marB="45725">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E0E0E0"/>
                    </a:solidFill>
                  </a:tcPr>
                </a:tc>
                <a:tc>
                  <a:txBody>
                    <a:bodyPr/>
                    <a:lstStyle/>
                    <a:p>
                      <a:pPr marL="0" marR="0" lvl="0" indent="0" algn="just" rtl="0">
                        <a:spcBef>
                          <a:spcPts val="0"/>
                        </a:spcBef>
                        <a:spcAft>
                          <a:spcPts val="0"/>
                        </a:spcAft>
                        <a:buNone/>
                      </a:pPr>
                      <a:r>
                        <a:rPr lang="es-PE" sz="1100"/>
                        <a:t>Lorem ipsum dolor sit amet, consectetur adipiscing elit. Vivamus dapibus pretium </a:t>
                      </a:r>
                      <a:endParaRPr sz="1100">
                        <a:solidFill>
                          <a:srgbClr val="595959"/>
                        </a:solidFill>
                      </a:endParaRPr>
                    </a:p>
                  </a:txBody>
                  <a:tcPr marL="91450" marR="91450" marT="45725" marB="45725">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E0E0E0"/>
                    </a:solidFill>
                  </a:tcPr>
                </a:tc>
                <a:tc>
                  <a:txBody>
                    <a:bodyPr/>
                    <a:lstStyle/>
                    <a:p>
                      <a:pPr marL="0" marR="0" lvl="0" indent="0" algn="l" rtl="0">
                        <a:lnSpc>
                          <a:spcPct val="100000"/>
                        </a:lnSpc>
                        <a:spcBef>
                          <a:spcPts val="0"/>
                        </a:spcBef>
                        <a:spcAft>
                          <a:spcPts val="0"/>
                        </a:spcAft>
                        <a:buClr>
                          <a:schemeClr val="dk1"/>
                        </a:buClr>
                        <a:buSzPts val="1100"/>
                        <a:buFont typeface="Calibri"/>
                        <a:buNone/>
                      </a:pPr>
                      <a:r>
                        <a:rPr lang="es-PE" sz="1100"/>
                        <a:t>Lorem ipsum dolor sit amet, consectetur adipiscing elit. Vivamus dapibus pretium </a:t>
                      </a:r>
                      <a:endParaRPr sz="1100">
                        <a:solidFill>
                          <a:srgbClr val="595959"/>
                        </a:solidFill>
                      </a:endParaRPr>
                    </a:p>
                  </a:txBody>
                  <a:tcPr marL="91450" marR="91450" marT="45725" marB="45725">
                    <a:lnL w="2857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E0E0E0"/>
                    </a:solidFill>
                  </a:tcPr>
                </a:tc>
                <a:extLst>
                  <a:ext uri="{0D108BD9-81ED-4DB2-BD59-A6C34878D82A}">
                    <a16:rowId xmlns:a16="http://schemas.microsoft.com/office/drawing/2014/main" val="10003"/>
                  </a:ext>
                </a:extLst>
              </a:tr>
              <a:tr h="461575">
                <a:tc>
                  <a:txBody>
                    <a:bodyPr/>
                    <a:lstStyle/>
                    <a:p>
                      <a:pPr marL="0" marR="0" lvl="0" indent="0" algn="just" rtl="0">
                        <a:spcBef>
                          <a:spcPts val="0"/>
                        </a:spcBef>
                        <a:spcAft>
                          <a:spcPts val="0"/>
                        </a:spcAft>
                        <a:buNone/>
                      </a:pPr>
                      <a:r>
                        <a:rPr lang="es-PE" sz="1100"/>
                        <a:t>Lorem ipsum dolor sit amet, consectetur adipiscing elit. Vivamus dapibus pretium </a:t>
                      </a:r>
                      <a:endParaRPr sz="1100">
                        <a:solidFill>
                          <a:srgbClr val="595959"/>
                        </a:solidFill>
                      </a:endParaRPr>
                    </a:p>
                  </a:txBody>
                  <a:tcPr marL="91450" marR="91450" marT="45725" marB="45725">
                    <a:lnL w="9525" cap="flat" cmpd="sng">
                      <a:solidFill>
                        <a:srgbClr val="000000">
                          <a:alpha val="0"/>
                        </a:srgbClr>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E0E0E0"/>
                    </a:solidFill>
                  </a:tcPr>
                </a:tc>
                <a:tc>
                  <a:txBody>
                    <a:bodyPr/>
                    <a:lstStyle/>
                    <a:p>
                      <a:pPr marL="0" marR="0" lvl="0" indent="0" algn="l" rtl="0">
                        <a:lnSpc>
                          <a:spcPct val="100000"/>
                        </a:lnSpc>
                        <a:spcBef>
                          <a:spcPts val="0"/>
                        </a:spcBef>
                        <a:spcAft>
                          <a:spcPts val="0"/>
                        </a:spcAft>
                        <a:buClr>
                          <a:schemeClr val="dk1"/>
                        </a:buClr>
                        <a:buSzPts val="1100"/>
                        <a:buFont typeface="Calibri"/>
                        <a:buNone/>
                      </a:pPr>
                      <a:r>
                        <a:rPr lang="es-PE" sz="1100"/>
                        <a:t>Lorem ipsum dolor sit amet, consectetur adipiscing elit. Vivamus dapibus pretium </a:t>
                      </a:r>
                      <a:endParaRPr sz="1100">
                        <a:solidFill>
                          <a:srgbClr val="595959"/>
                        </a:solidFill>
                      </a:endParaRPr>
                    </a:p>
                  </a:txBody>
                  <a:tcPr marL="91450" marR="91450" marT="45725" marB="45725">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E0E0E0"/>
                    </a:solidFill>
                  </a:tcPr>
                </a:tc>
                <a:tc>
                  <a:txBody>
                    <a:bodyPr/>
                    <a:lstStyle/>
                    <a:p>
                      <a:pPr marL="0" marR="0" lvl="0" indent="0" algn="just" rtl="0">
                        <a:spcBef>
                          <a:spcPts val="0"/>
                        </a:spcBef>
                        <a:spcAft>
                          <a:spcPts val="0"/>
                        </a:spcAft>
                        <a:buNone/>
                      </a:pPr>
                      <a:r>
                        <a:rPr lang="es-PE" sz="1100"/>
                        <a:t>Lorem ipsum dolor sit amet, consectetur adipiscing elit. Vivamus dapibus pretium </a:t>
                      </a:r>
                      <a:endParaRPr sz="1100">
                        <a:solidFill>
                          <a:srgbClr val="595959"/>
                        </a:solidFill>
                      </a:endParaRPr>
                    </a:p>
                  </a:txBody>
                  <a:tcPr marL="91450" marR="91450" marT="45725" marB="45725">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E0E0E0"/>
                    </a:solidFill>
                  </a:tcPr>
                </a:tc>
                <a:tc>
                  <a:txBody>
                    <a:bodyPr/>
                    <a:lstStyle/>
                    <a:p>
                      <a:pPr marL="0" marR="0" lvl="0" indent="0" algn="l" rtl="0">
                        <a:lnSpc>
                          <a:spcPct val="100000"/>
                        </a:lnSpc>
                        <a:spcBef>
                          <a:spcPts val="0"/>
                        </a:spcBef>
                        <a:spcAft>
                          <a:spcPts val="0"/>
                        </a:spcAft>
                        <a:buClr>
                          <a:schemeClr val="dk1"/>
                        </a:buClr>
                        <a:buSzPts val="1100"/>
                        <a:buFont typeface="Calibri"/>
                        <a:buNone/>
                      </a:pPr>
                      <a:r>
                        <a:rPr lang="es-PE" sz="1100"/>
                        <a:t>Lorem ipsum dolor sit amet, consectetur adipiscing elit. Vivamus dapibus pretium </a:t>
                      </a:r>
                      <a:endParaRPr sz="1100">
                        <a:solidFill>
                          <a:srgbClr val="595959"/>
                        </a:solidFill>
                      </a:endParaRPr>
                    </a:p>
                  </a:txBody>
                  <a:tcPr marL="91450" marR="91450" marT="45725" marB="45725">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E0E0E0"/>
                    </a:solidFill>
                  </a:tcPr>
                </a:tc>
                <a:tc>
                  <a:txBody>
                    <a:bodyPr/>
                    <a:lstStyle/>
                    <a:p>
                      <a:pPr marL="0" marR="0" lvl="0" indent="0" algn="just" rtl="0">
                        <a:spcBef>
                          <a:spcPts val="0"/>
                        </a:spcBef>
                        <a:spcAft>
                          <a:spcPts val="0"/>
                        </a:spcAft>
                        <a:buNone/>
                      </a:pPr>
                      <a:r>
                        <a:rPr lang="es-PE" sz="1100"/>
                        <a:t>Lorem ipsum dolor sit amet, consectetur adipiscing elit. Vivamus dapibus pretium </a:t>
                      </a:r>
                      <a:endParaRPr sz="1100">
                        <a:solidFill>
                          <a:srgbClr val="595959"/>
                        </a:solidFill>
                      </a:endParaRPr>
                    </a:p>
                  </a:txBody>
                  <a:tcPr marL="91450" marR="91450" marT="45725" marB="45725">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E0E0E0"/>
                    </a:solidFill>
                  </a:tcPr>
                </a:tc>
                <a:tc>
                  <a:txBody>
                    <a:bodyPr/>
                    <a:lstStyle/>
                    <a:p>
                      <a:pPr marL="0" marR="0" lvl="0" indent="0" algn="l" rtl="0">
                        <a:lnSpc>
                          <a:spcPct val="100000"/>
                        </a:lnSpc>
                        <a:spcBef>
                          <a:spcPts val="0"/>
                        </a:spcBef>
                        <a:spcAft>
                          <a:spcPts val="0"/>
                        </a:spcAft>
                        <a:buClr>
                          <a:schemeClr val="dk1"/>
                        </a:buClr>
                        <a:buSzPts val="1100"/>
                        <a:buFont typeface="Calibri"/>
                        <a:buNone/>
                      </a:pPr>
                      <a:r>
                        <a:rPr lang="es-PE" sz="1100"/>
                        <a:t>Lorem ipsum dolor sit amet, consectetur adipiscing elit. Vivamus dapibus pretium </a:t>
                      </a:r>
                      <a:endParaRPr sz="1100">
                        <a:solidFill>
                          <a:srgbClr val="595959"/>
                        </a:solidFill>
                      </a:endParaRPr>
                    </a:p>
                  </a:txBody>
                  <a:tcPr marL="91450" marR="91450" marT="45725" marB="45725">
                    <a:lnL w="28575"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E0E0E0"/>
                    </a:solidFill>
                  </a:tcPr>
                </a:tc>
                <a:extLst>
                  <a:ext uri="{0D108BD9-81ED-4DB2-BD59-A6C34878D82A}">
                    <a16:rowId xmlns:a16="http://schemas.microsoft.com/office/drawing/2014/main" val="10004"/>
                  </a:ext>
                </a:extLst>
              </a:tr>
            </a:tbl>
          </a:graphicData>
        </a:graphic>
      </p:graphicFrame>
      <p:sp>
        <p:nvSpPr>
          <p:cNvPr id="542" name="Google Shape;542;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50BCE2"/>
              </a:buClr>
              <a:buSzPts val="4000"/>
              <a:buFont typeface="Arial"/>
              <a:buNone/>
            </a:pPr>
            <a:r>
              <a:rPr lang="es-PE" sz="4000" b="1">
                <a:solidFill>
                  <a:srgbClr val="50BCE2"/>
                </a:solidFill>
                <a:latin typeface="Arial"/>
                <a:ea typeface="Arial"/>
                <a:cs typeface="Arial"/>
                <a:sym typeface="Arial"/>
              </a:rPr>
              <a:t>FORMATO DE TABLA</a:t>
            </a:r>
            <a:endParaRPr/>
          </a:p>
        </p:txBody>
      </p:sp>
      <p:sp>
        <p:nvSpPr>
          <p:cNvPr id="543" name="Google Shape;543;p33"/>
          <p:cNvSpPr/>
          <p:nvPr/>
        </p:nvSpPr>
        <p:spPr>
          <a:xfrm>
            <a:off x="3610392"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Shape 547"/>
        <p:cNvGrpSpPr/>
        <p:nvPr/>
      </p:nvGrpSpPr>
      <p:grpSpPr>
        <a:xfrm>
          <a:off x="0" y="0"/>
          <a:ext cx="0" cy="0"/>
          <a:chOff x="0" y="0"/>
          <a:chExt cx="0" cy="0"/>
        </a:xfrm>
      </p:grpSpPr>
      <p:sp>
        <p:nvSpPr>
          <p:cNvPr id="548" name="Google Shape;548;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50BCE2"/>
              </a:buClr>
              <a:buSzPts val="4000"/>
              <a:buFont typeface="Arial"/>
              <a:buNone/>
            </a:pPr>
            <a:r>
              <a:rPr lang="es-PE" sz="4000" b="1">
                <a:solidFill>
                  <a:srgbClr val="50BCE2"/>
                </a:solidFill>
                <a:latin typeface="Arial"/>
                <a:ea typeface="Arial"/>
                <a:cs typeface="Arial"/>
                <a:sym typeface="Arial"/>
              </a:rPr>
              <a:t>DIAGRAMA DE HITOS</a:t>
            </a:r>
            <a:endParaRPr/>
          </a:p>
        </p:txBody>
      </p:sp>
      <p:sp>
        <p:nvSpPr>
          <p:cNvPr id="549" name="Google Shape;549;p34"/>
          <p:cNvSpPr/>
          <p:nvPr/>
        </p:nvSpPr>
        <p:spPr>
          <a:xfrm>
            <a:off x="3768333"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EEA40A"/>
              </a:solidFill>
              <a:latin typeface="Calibri"/>
              <a:ea typeface="Calibri"/>
              <a:cs typeface="Calibri"/>
              <a:sym typeface="Calibri"/>
            </a:endParaRPr>
          </a:p>
        </p:txBody>
      </p:sp>
      <p:sp>
        <p:nvSpPr>
          <p:cNvPr id="550" name="Google Shape;550;p34"/>
          <p:cNvSpPr/>
          <p:nvPr/>
        </p:nvSpPr>
        <p:spPr>
          <a:xfrm>
            <a:off x="1974658" y="2506477"/>
            <a:ext cx="7762208" cy="272851"/>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551" name="Google Shape;551;p34"/>
          <p:cNvCxnSpPr/>
          <p:nvPr/>
        </p:nvCxnSpPr>
        <p:spPr>
          <a:xfrm>
            <a:off x="3524644" y="2442042"/>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552" name="Google Shape;552;p34"/>
          <p:cNvCxnSpPr/>
          <p:nvPr/>
        </p:nvCxnSpPr>
        <p:spPr>
          <a:xfrm>
            <a:off x="4308812" y="2443947"/>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553" name="Google Shape;553;p34"/>
          <p:cNvCxnSpPr/>
          <p:nvPr/>
        </p:nvCxnSpPr>
        <p:spPr>
          <a:xfrm>
            <a:off x="5080165" y="2445852"/>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554" name="Google Shape;554;p34"/>
          <p:cNvCxnSpPr/>
          <p:nvPr/>
        </p:nvCxnSpPr>
        <p:spPr>
          <a:xfrm>
            <a:off x="5867277" y="2447757"/>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555" name="Google Shape;555;p34"/>
          <p:cNvCxnSpPr/>
          <p:nvPr/>
        </p:nvCxnSpPr>
        <p:spPr>
          <a:xfrm>
            <a:off x="6638975" y="2441711"/>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556" name="Google Shape;556;p34"/>
          <p:cNvCxnSpPr/>
          <p:nvPr/>
        </p:nvCxnSpPr>
        <p:spPr>
          <a:xfrm>
            <a:off x="7403295" y="2442373"/>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557" name="Google Shape;557;p34"/>
          <p:cNvCxnSpPr/>
          <p:nvPr/>
        </p:nvCxnSpPr>
        <p:spPr>
          <a:xfrm>
            <a:off x="8955869" y="2442042"/>
            <a:ext cx="0" cy="337617"/>
          </a:xfrm>
          <a:prstGeom prst="straightConnector1">
            <a:avLst/>
          </a:prstGeom>
          <a:noFill/>
          <a:ln w="12700" cap="flat" cmpd="sng">
            <a:solidFill>
              <a:schemeClr val="lt1"/>
            </a:solidFill>
            <a:prstDash val="solid"/>
            <a:miter lim="800000"/>
            <a:headEnd type="none" w="sm" len="sm"/>
            <a:tailEnd type="none" w="sm" len="sm"/>
          </a:ln>
        </p:spPr>
      </p:cxnSp>
      <p:cxnSp>
        <p:nvCxnSpPr>
          <p:cNvPr id="558" name="Google Shape;558;p34"/>
          <p:cNvCxnSpPr/>
          <p:nvPr/>
        </p:nvCxnSpPr>
        <p:spPr>
          <a:xfrm>
            <a:off x="8191791" y="2448088"/>
            <a:ext cx="0" cy="337617"/>
          </a:xfrm>
          <a:prstGeom prst="straightConnector1">
            <a:avLst/>
          </a:prstGeom>
          <a:noFill/>
          <a:ln w="12700" cap="flat" cmpd="sng">
            <a:solidFill>
              <a:schemeClr val="lt1"/>
            </a:solidFill>
            <a:prstDash val="solid"/>
            <a:miter lim="800000"/>
            <a:headEnd type="none" w="sm" len="sm"/>
            <a:tailEnd type="none" w="sm" len="sm"/>
          </a:ln>
        </p:spPr>
      </p:cxnSp>
      <p:sp>
        <p:nvSpPr>
          <p:cNvPr id="559" name="Google Shape;559;p34"/>
          <p:cNvSpPr txBox="1"/>
          <p:nvPr/>
        </p:nvSpPr>
        <p:spPr>
          <a:xfrm>
            <a:off x="2933217" y="2497447"/>
            <a:ext cx="947859"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s-PE" sz="1600">
                <a:solidFill>
                  <a:schemeClr val="lt1"/>
                </a:solidFill>
                <a:latin typeface="Arial"/>
                <a:ea typeface="Arial"/>
                <a:cs typeface="Arial"/>
                <a:sym typeface="Arial"/>
              </a:rPr>
              <a:t>mes</a:t>
            </a:r>
            <a:endParaRPr/>
          </a:p>
        </p:txBody>
      </p:sp>
      <p:sp>
        <p:nvSpPr>
          <p:cNvPr id="560" name="Google Shape;560;p34"/>
          <p:cNvSpPr txBox="1"/>
          <p:nvPr/>
        </p:nvSpPr>
        <p:spPr>
          <a:xfrm>
            <a:off x="3691621" y="2497447"/>
            <a:ext cx="947859"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s-PE" sz="1600">
                <a:solidFill>
                  <a:schemeClr val="lt1"/>
                </a:solidFill>
                <a:latin typeface="Arial"/>
                <a:ea typeface="Arial"/>
                <a:cs typeface="Arial"/>
                <a:sym typeface="Arial"/>
              </a:rPr>
              <a:t>mes</a:t>
            </a:r>
            <a:endParaRPr/>
          </a:p>
        </p:txBody>
      </p:sp>
      <p:sp>
        <p:nvSpPr>
          <p:cNvPr id="561" name="Google Shape;561;p34"/>
          <p:cNvSpPr txBox="1"/>
          <p:nvPr/>
        </p:nvSpPr>
        <p:spPr>
          <a:xfrm>
            <a:off x="4485414" y="2497447"/>
            <a:ext cx="947859"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s-PE" sz="1600">
                <a:solidFill>
                  <a:schemeClr val="lt1"/>
                </a:solidFill>
                <a:latin typeface="Arial"/>
                <a:ea typeface="Arial"/>
                <a:cs typeface="Arial"/>
                <a:sym typeface="Arial"/>
              </a:rPr>
              <a:t>mes</a:t>
            </a:r>
            <a:endParaRPr/>
          </a:p>
        </p:txBody>
      </p:sp>
      <p:sp>
        <p:nvSpPr>
          <p:cNvPr id="562" name="Google Shape;562;p34"/>
          <p:cNvSpPr txBox="1"/>
          <p:nvPr/>
        </p:nvSpPr>
        <p:spPr>
          <a:xfrm>
            <a:off x="5253650" y="2498164"/>
            <a:ext cx="947859"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s-PE" sz="1600">
                <a:solidFill>
                  <a:schemeClr val="lt1"/>
                </a:solidFill>
                <a:latin typeface="Arial"/>
                <a:ea typeface="Arial"/>
                <a:cs typeface="Arial"/>
                <a:sym typeface="Arial"/>
              </a:rPr>
              <a:t>mes</a:t>
            </a:r>
            <a:endParaRPr/>
          </a:p>
        </p:txBody>
      </p:sp>
      <p:sp>
        <p:nvSpPr>
          <p:cNvPr id="563" name="Google Shape;563;p34"/>
          <p:cNvSpPr txBox="1"/>
          <p:nvPr/>
        </p:nvSpPr>
        <p:spPr>
          <a:xfrm>
            <a:off x="6050186" y="2497446"/>
            <a:ext cx="947859"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s-PE" sz="1600">
                <a:solidFill>
                  <a:schemeClr val="lt1"/>
                </a:solidFill>
                <a:latin typeface="Arial"/>
                <a:ea typeface="Arial"/>
                <a:cs typeface="Arial"/>
                <a:sym typeface="Arial"/>
              </a:rPr>
              <a:t>mes</a:t>
            </a:r>
            <a:endParaRPr/>
          </a:p>
        </p:txBody>
      </p:sp>
      <p:sp>
        <p:nvSpPr>
          <p:cNvPr id="564" name="Google Shape;564;p34"/>
          <p:cNvSpPr txBox="1"/>
          <p:nvPr/>
        </p:nvSpPr>
        <p:spPr>
          <a:xfrm>
            <a:off x="6790377" y="2497446"/>
            <a:ext cx="947859"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s-PE" sz="1600">
                <a:solidFill>
                  <a:schemeClr val="lt1"/>
                </a:solidFill>
                <a:latin typeface="Arial"/>
                <a:ea typeface="Arial"/>
                <a:cs typeface="Arial"/>
                <a:sym typeface="Arial"/>
              </a:rPr>
              <a:t>mes</a:t>
            </a:r>
            <a:endParaRPr/>
          </a:p>
        </p:txBody>
      </p:sp>
      <p:sp>
        <p:nvSpPr>
          <p:cNvPr id="565" name="Google Shape;565;p34"/>
          <p:cNvSpPr txBox="1"/>
          <p:nvPr/>
        </p:nvSpPr>
        <p:spPr>
          <a:xfrm>
            <a:off x="7598985" y="2493732"/>
            <a:ext cx="947859"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s-PE" sz="1600">
                <a:solidFill>
                  <a:schemeClr val="lt1"/>
                </a:solidFill>
                <a:latin typeface="Arial"/>
                <a:ea typeface="Arial"/>
                <a:cs typeface="Arial"/>
                <a:sym typeface="Arial"/>
              </a:rPr>
              <a:t>mes</a:t>
            </a:r>
            <a:endParaRPr/>
          </a:p>
        </p:txBody>
      </p:sp>
      <p:sp>
        <p:nvSpPr>
          <p:cNvPr id="566" name="Google Shape;566;p34"/>
          <p:cNvSpPr txBox="1"/>
          <p:nvPr/>
        </p:nvSpPr>
        <p:spPr>
          <a:xfrm>
            <a:off x="8364865" y="2489694"/>
            <a:ext cx="947859"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s-PE" sz="1600">
                <a:solidFill>
                  <a:schemeClr val="lt1"/>
                </a:solidFill>
                <a:latin typeface="Arial"/>
                <a:ea typeface="Arial"/>
                <a:cs typeface="Arial"/>
                <a:sym typeface="Arial"/>
              </a:rPr>
              <a:t>mes</a:t>
            </a:r>
            <a:endParaRPr/>
          </a:p>
        </p:txBody>
      </p:sp>
      <p:sp>
        <p:nvSpPr>
          <p:cNvPr id="567" name="Google Shape;567;p34"/>
          <p:cNvSpPr txBox="1"/>
          <p:nvPr/>
        </p:nvSpPr>
        <p:spPr>
          <a:xfrm>
            <a:off x="9145177" y="2498857"/>
            <a:ext cx="947859"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s-PE" sz="1600">
                <a:solidFill>
                  <a:schemeClr val="lt1"/>
                </a:solidFill>
                <a:latin typeface="Arial"/>
                <a:ea typeface="Arial"/>
                <a:cs typeface="Arial"/>
                <a:sym typeface="Arial"/>
              </a:rPr>
              <a:t>mes</a:t>
            </a:r>
            <a:endParaRPr/>
          </a:p>
        </p:txBody>
      </p:sp>
      <p:cxnSp>
        <p:nvCxnSpPr>
          <p:cNvPr id="568" name="Google Shape;568;p34"/>
          <p:cNvCxnSpPr/>
          <p:nvPr/>
        </p:nvCxnSpPr>
        <p:spPr>
          <a:xfrm>
            <a:off x="2742386" y="2444278"/>
            <a:ext cx="0" cy="337617"/>
          </a:xfrm>
          <a:prstGeom prst="straightConnector1">
            <a:avLst/>
          </a:prstGeom>
          <a:noFill/>
          <a:ln w="12700" cap="flat" cmpd="sng">
            <a:solidFill>
              <a:schemeClr val="lt1"/>
            </a:solidFill>
            <a:prstDash val="solid"/>
            <a:miter lim="800000"/>
            <a:headEnd type="none" w="sm" len="sm"/>
            <a:tailEnd type="none" w="sm" len="sm"/>
          </a:ln>
        </p:spPr>
      </p:cxnSp>
      <p:sp>
        <p:nvSpPr>
          <p:cNvPr id="569" name="Google Shape;569;p34"/>
          <p:cNvSpPr txBox="1"/>
          <p:nvPr/>
        </p:nvSpPr>
        <p:spPr>
          <a:xfrm>
            <a:off x="2158125" y="2497448"/>
            <a:ext cx="947859" cy="41584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s-PE" sz="1600">
                <a:solidFill>
                  <a:schemeClr val="lt1"/>
                </a:solidFill>
                <a:latin typeface="Arial"/>
                <a:ea typeface="Arial"/>
                <a:cs typeface="Arial"/>
                <a:sym typeface="Arial"/>
              </a:rPr>
              <a:t>mes</a:t>
            </a:r>
            <a:endParaRPr/>
          </a:p>
        </p:txBody>
      </p:sp>
      <p:cxnSp>
        <p:nvCxnSpPr>
          <p:cNvPr id="570" name="Google Shape;570;p34"/>
          <p:cNvCxnSpPr/>
          <p:nvPr/>
        </p:nvCxnSpPr>
        <p:spPr>
          <a:xfrm>
            <a:off x="9736865" y="2497314"/>
            <a:ext cx="0" cy="337617"/>
          </a:xfrm>
          <a:prstGeom prst="straightConnector1">
            <a:avLst/>
          </a:prstGeom>
          <a:noFill/>
          <a:ln w="12700" cap="flat" cmpd="sng">
            <a:solidFill>
              <a:schemeClr val="lt1"/>
            </a:solidFill>
            <a:prstDash val="solid"/>
            <a:miter lim="800000"/>
            <a:headEnd type="none" w="sm" len="sm"/>
            <a:tailEnd type="none" w="sm" len="sm"/>
          </a:ln>
        </p:spPr>
      </p:cxnSp>
      <p:sp>
        <p:nvSpPr>
          <p:cNvPr id="571" name="Google Shape;571;p34"/>
          <p:cNvSpPr/>
          <p:nvPr/>
        </p:nvSpPr>
        <p:spPr>
          <a:xfrm>
            <a:off x="6095990" y="2838262"/>
            <a:ext cx="429098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PE" sz="1400">
                <a:solidFill>
                  <a:schemeClr val="dk1"/>
                </a:solidFill>
                <a:latin typeface="Calibri"/>
                <a:ea typeface="Calibri"/>
                <a:cs typeface="Calibri"/>
                <a:sym typeface="Calibri"/>
              </a:rPr>
              <a:t>Lorem ipsum dolor sit amet, consectetur adipiscing elit</a:t>
            </a:r>
            <a:r>
              <a:rPr lang="es-PE" sz="1800">
                <a:solidFill>
                  <a:schemeClr val="dk1"/>
                </a:solidFill>
                <a:latin typeface="Calibri"/>
                <a:ea typeface="Calibri"/>
                <a:cs typeface="Calibri"/>
                <a:sym typeface="Calibri"/>
              </a:rPr>
              <a:t>. </a:t>
            </a:r>
            <a:endParaRPr/>
          </a:p>
        </p:txBody>
      </p:sp>
      <p:sp>
        <p:nvSpPr>
          <p:cNvPr id="572" name="Google Shape;572;p34"/>
          <p:cNvSpPr/>
          <p:nvPr/>
        </p:nvSpPr>
        <p:spPr>
          <a:xfrm>
            <a:off x="1918994" y="2886703"/>
            <a:ext cx="873926"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PE" sz="1400">
                <a:solidFill>
                  <a:schemeClr val="dk1"/>
                </a:solidFill>
                <a:latin typeface="Calibri"/>
                <a:ea typeface="Calibri"/>
                <a:cs typeface="Calibri"/>
                <a:sym typeface="Calibri"/>
              </a:rPr>
              <a:t>Lorem ip.</a:t>
            </a:r>
            <a:endParaRPr sz="1800">
              <a:solidFill>
                <a:schemeClr val="dk1"/>
              </a:solidFill>
              <a:latin typeface="Calibri"/>
              <a:ea typeface="Calibri"/>
              <a:cs typeface="Calibri"/>
              <a:sym typeface="Calibri"/>
            </a:endParaRPr>
          </a:p>
        </p:txBody>
      </p:sp>
      <p:sp>
        <p:nvSpPr>
          <p:cNvPr id="573" name="Google Shape;573;p34"/>
          <p:cNvSpPr/>
          <p:nvPr/>
        </p:nvSpPr>
        <p:spPr>
          <a:xfrm>
            <a:off x="1974658" y="3330502"/>
            <a:ext cx="1558375"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PE" sz="1400">
                <a:solidFill>
                  <a:schemeClr val="dk1"/>
                </a:solidFill>
                <a:latin typeface="Calibri"/>
                <a:ea typeface="Calibri"/>
                <a:cs typeface="Calibri"/>
                <a:sym typeface="Calibri"/>
              </a:rPr>
              <a:t>Lorem ipsum dolor</a:t>
            </a:r>
            <a:endParaRPr sz="1800">
              <a:solidFill>
                <a:schemeClr val="dk1"/>
              </a:solidFill>
              <a:latin typeface="Calibri"/>
              <a:ea typeface="Calibri"/>
              <a:cs typeface="Calibri"/>
              <a:sym typeface="Calibri"/>
            </a:endParaRPr>
          </a:p>
        </p:txBody>
      </p:sp>
      <p:sp>
        <p:nvSpPr>
          <p:cNvPr id="574" name="Google Shape;574;p34"/>
          <p:cNvSpPr/>
          <p:nvPr/>
        </p:nvSpPr>
        <p:spPr>
          <a:xfrm>
            <a:off x="7662416" y="3771115"/>
            <a:ext cx="429098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PE" sz="1400">
                <a:solidFill>
                  <a:schemeClr val="dk1"/>
                </a:solidFill>
                <a:latin typeface="Calibri"/>
                <a:ea typeface="Calibri"/>
                <a:cs typeface="Calibri"/>
                <a:sym typeface="Calibri"/>
              </a:rPr>
              <a:t>Lorem ipsum dolor sit amet, consectetur adipiscing elit</a:t>
            </a:r>
            <a:r>
              <a:rPr lang="es-PE" sz="1800">
                <a:solidFill>
                  <a:schemeClr val="dk1"/>
                </a:solidFill>
                <a:latin typeface="Calibri"/>
                <a:ea typeface="Calibri"/>
                <a:cs typeface="Calibri"/>
                <a:sym typeface="Calibri"/>
              </a:rPr>
              <a:t>. </a:t>
            </a:r>
            <a:endParaRPr/>
          </a:p>
        </p:txBody>
      </p:sp>
      <p:sp>
        <p:nvSpPr>
          <p:cNvPr id="575" name="Google Shape;575;p34"/>
          <p:cNvSpPr/>
          <p:nvPr/>
        </p:nvSpPr>
        <p:spPr>
          <a:xfrm>
            <a:off x="2158125" y="3830049"/>
            <a:ext cx="2389818"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PE" sz="1400">
                <a:solidFill>
                  <a:schemeClr val="dk1"/>
                </a:solidFill>
                <a:latin typeface="Calibri"/>
                <a:ea typeface="Calibri"/>
                <a:cs typeface="Calibri"/>
                <a:sym typeface="Calibri"/>
              </a:rPr>
              <a:t>Lorem ipsum dolor sit amet</a:t>
            </a:r>
            <a:endParaRPr sz="1800">
              <a:solidFill>
                <a:schemeClr val="dk1"/>
              </a:solidFill>
              <a:latin typeface="Calibri"/>
              <a:ea typeface="Calibri"/>
              <a:cs typeface="Calibri"/>
              <a:sym typeface="Calibri"/>
            </a:endParaRPr>
          </a:p>
        </p:txBody>
      </p:sp>
      <p:sp>
        <p:nvSpPr>
          <p:cNvPr id="576" name="Google Shape;576;p34"/>
          <p:cNvSpPr/>
          <p:nvPr/>
        </p:nvSpPr>
        <p:spPr>
          <a:xfrm>
            <a:off x="6878248" y="3284015"/>
            <a:ext cx="429098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PE" sz="1400">
                <a:solidFill>
                  <a:schemeClr val="dk1"/>
                </a:solidFill>
                <a:latin typeface="Calibri"/>
                <a:ea typeface="Calibri"/>
                <a:cs typeface="Calibri"/>
                <a:sym typeface="Calibri"/>
              </a:rPr>
              <a:t>Lorem ipsum dolor sit amet, consectetur adipiscing elit</a:t>
            </a:r>
            <a:r>
              <a:rPr lang="es-PE" sz="1800">
                <a:solidFill>
                  <a:schemeClr val="dk1"/>
                </a:solidFill>
                <a:latin typeface="Calibri"/>
                <a:ea typeface="Calibri"/>
                <a:cs typeface="Calibri"/>
                <a:sym typeface="Calibri"/>
              </a:rPr>
              <a:t>. </a:t>
            </a:r>
            <a:endParaRPr/>
          </a:p>
        </p:txBody>
      </p:sp>
      <p:sp>
        <p:nvSpPr>
          <p:cNvPr id="577" name="Google Shape;577;p34"/>
          <p:cNvSpPr/>
          <p:nvPr/>
        </p:nvSpPr>
        <p:spPr>
          <a:xfrm rot="10800000">
            <a:off x="2677930" y="2321601"/>
            <a:ext cx="164790" cy="142060"/>
          </a:xfrm>
          <a:prstGeom prst="triangle">
            <a:avLst>
              <a:gd name="adj" fmla="val 50000"/>
            </a:avLst>
          </a:prstGeom>
          <a:solidFill>
            <a:srgbClr val="0099C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8" name="Google Shape;578;p34"/>
          <p:cNvSpPr/>
          <p:nvPr/>
        </p:nvSpPr>
        <p:spPr>
          <a:xfrm rot="10800000">
            <a:off x="3448731" y="2330129"/>
            <a:ext cx="164790" cy="142060"/>
          </a:xfrm>
          <a:prstGeom prst="triangle">
            <a:avLst>
              <a:gd name="adj" fmla="val 50000"/>
            </a:avLst>
          </a:prstGeom>
          <a:solidFill>
            <a:srgbClr val="0986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9" name="Google Shape;579;p34"/>
          <p:cNvSpPr/>
          <p:nvPr/>
        </p:nvSpPr>
        <p:spPr>
          <a:xfrm rot="10800000">
            <a:off x="4237226" y="2330226"/>
            <a:ext cx="164790" cy="142060"/>
          </a:xfrm>
          <a:prstGeom prst="triangle">
            <a:avLst>
              <a:gd name="adj" fmla="val 50000"/>
            </a:avLst>
          </a:prstGeom>
          <a:solidFill>
            <a:srgbClr val="0E749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0" name="Google Shape;580;p34"/>
          <p:cNvSpPr txBox="1"/>
          <p:nvPr/>
        </p:nvSpPr>
        <p:spPr>
          <a:xfrm>
            <a:off x="464363" y="2439490"/>
            <a:ext cx="229235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2400">
                <a:solidFill>
                  <a:srgbClr val="484141"/>
                </a:solidFill>
                <a:latin typeface="Arial"/>
                <a:ea typeface="Arial"/>
                <a:cs typeface="Arial"/>
                <a:sym typeface="Arial"/>
              </a:rPr>
              <a:t>2018</a:t>
            </a:r>
            <a:endParaRPr/>
          </a:p>
        </p:txBody>
      </p:sp>
      <p:sp>
        <p:nvSpPr>
          <p:cNvPr id="581" name="Google Shape;581;p34"/>
          <p:cNvSpPr txBox="1"/>
          <p:nvPr/>
        </p:nvSpPr>
        <p:spPr>
          <a:xfrm>
            <a:off x="8929766" y="2413967"/>
            <a:ext cx="229235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2400">
                <a:solidFill>
                  <a:srgbClr val="484141"/>
                </a:solidFill>
                <a:latin typeface="Arial"/>
                <a:ea typeface="Arial"/>
                <a:cs typeface="Arial"/>
                <a:sym typeface="Arial"/>
              </a:rPr>
              <a:t>2019</a:t>
            </a:r>
            <a:endParaRPr/>
          </a:p>
        </p:txBody>
      </p:sp>
      <p:sp>
        <p:nvSpPr>
          <p:cNvPr id="582" name="Google Shape;582;p34"/>
          <p:cNvSpPr/>
          <p:nvPr/>
        </p:nvSpPr>
        <p:spPr>
          <a:xfrm>
            <a:off x="4305648" y="4278810"/>
            <a:ext cx="3353604" cy="272851"/>
          </a:xfrm>
          <a:prstGeom prst="rect">
            <a:avLst/>
          </a:prstGeom>
          <a:solidFill>
            <a:srgbClr val="0E749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3" name="Google Shape;583;p34"/>
          <p:cNvSpPr/>
          <p:nvPr/>
        </p:nvSpPr>
        <p:spPr>
          <a:xfrm>
            <a:off x="7659252" y="4219876"/>
            <a:ext cx="429098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PE" sz="1400">
                <a:solidFill>
                  <a:schemeClr val="dk1"/>
                </a:solidFill>
                <a:latin typeface="Calibri"/>
                <a:ea typeface="Calibri"/>
                <a:cs typeface="Calibri"/>
                <a:sym typeface="Calibri"/>
              </a:rPr>
              <a:t>Lorem ipsum dolor sit amet, consectetur adipiscing elit</a:t>
            </a:r>
            <a:r>
              <a:rPr lang="es-PE" sz="1800">
                <a:solidFill>
                  <a:schemeClr val="dk1"/>
                </a:solidFill>
                <a:latin typeface="Calibri"/>
                <a:ea typeface="Calibri"/>
                <a:cs typeface="Calibri"/>
                <a:sym typeface="Calibri"/>
              </a:rPr>
              <a:t>. </a:t>
            </a:r>
            <a:endParaRPr/>
          </a:p>
        </p:txBody>
      </p:sp>
      <p:sp>
        <p:nvSpPr>
          <p:cNvPr id="584" name="Google Shape;584;p34"/>
          <p:cNvSpPr/>
          <p:nvPr/>
        </p:nvSpPr>
        <p:spPr>
          <a:xfrm>
            <a:off x="2154961" y="4278810"/>
            <a:ext cx="2389818"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PE" sz="1400">
                <a:solidFill>
                  <a:schemeClr val="dk1"/>
                </a:solidFill>
                <a:latin typeface="Calibri"/>
                <a:ea typeface="Calibri"/>
                <a:cs typeface="Calibri"/>
                <a:sym typeface="Calibri"/>
              </a:rPr>
              <a:t>Lorem ipsum dolor sit amet</a:t>
            </a:r>
            <a:endParaRPr sz="1800">
              <a:solidFill>
                <a:schemeClr val="dk1"/>
              </a:solidFill>
              <a:latin typeface="Calibri"/>
              <a:ea typeface="Calibri"/>
              <a:cs typeface="Calibri"/>
              <a:sym typeface="Calibri"/>
            </a:endParaRPr>
          </a:p>
        </p:txBody>
      </p:sp>
      <p:cxnSp>
        <p:nvCxnSpPr>
          <p:cNvPr id="585" name="Google Shape;585;p34"/>
          <p:cNvCxnSpPr>
            <a:endCxn id="586" idx="1"/>
          </p:cNvCxnSpPr>
          <p:nvPr/>
        </p:nvCxnSpPr>
        <p:spPr>
          <a:xfrm>
            <a:off x="2742386" y="2785768"/>
            <a:ext cx="0" cy="256200"/>
          </a:xfrm>
          <a:prstGeom prst="straightConnector1">
            <a:avLst/>
          </a:prstGeom>
          <a:noFill/>
          <a:ln w="9525" cap="flat" cmpd="sng">
            <a:solidFill>
              <a:srgbClr val="878789"/>
            </a:solidFill>
            <a:prstDash val="solid"/>
            <a:miter lim="800000"/>
            <a:headEnd type="none" w="sm" len="sm"/>
            <a:tailEnd type="none" w="sm" len="sm"/>
          </a:ln>
        </p:spPr>
      </p:cxnSp>
      <p:cxnSp>
        <p:nvCxnSpPr>
          <p:cNvPr id="587" name="Google Shape;587;p34"/>
          <p:cNvCxnSpPr/>
          <p:nvPr/>
        </p:nvCxnSpPr>
        <p:spPr>
          <a:xfrm flipH="1">
            <a:off x="3510418" y="2779328"/>
            <a:ext cx="205" cy="767318"/>
          </a:xfrm>
          <a:prstGeom prst="straightConnector1">
            <a:avLst/>
          </a:prstGeom>
          <a:noFill/>
          <a:ln w="9525" cap="flat" cmpd="sng">
            <a:solidFill>
              <a:srgbClr val="878789"/>
            </a:solidFill>
            <a:prstDash val="solid"/>
            <a:miter lim="800000"/>
            <a:headEnd type="none" w="sm" len="sm"/>
            <a:tailEnd type="none" w="sm" len="sm"/>
          </a:ln>
        </p:spPr>
      </p:cxnSp>
      <p:cxnSp>
        <p:nvCxnSpPr>
          <p:cNvPr id="588" name="Google Shape;588;p34"/>
          <p:cNvCxnSpPr/>
          <p:nvPr/>
        </p:nvCxnSpPr>
        <p:spPr>
          <a:xfrm flipH="1">
            <a:off x="4304385" y="2788397"/>
            <a:ext cx="1039" cy="1314503"/>
          </a:xfrm>
          <a:prstGeom prst="straightConnector1">
            <a:avLst/>
          </a:prstGeom>
          <a:noFill/>
          <a:ln w="9525" cap="flat" cmpd="sng">
            <a:solidFill>
              <a:srgbClr val="878789"/>
            </a:solidFill>
            <a:prstDash val="solid"/>
            <a:miter lim="800000"/>
            <a:headEnd type="none" w="sm" len="sm"/>
            <a:tailEnd type="none" w="sm" len="sm"/>
          </a:ln>
        </p:spPr>
      </p:cxnSp>
      <p:sp>
        <p:nvSpPr>
          <p:cNvPr id="589" name="Google Shape;589;p34"/>
          <p:cNvSpPr/>
          <p:nvPr/>
        </p:nvSpPr>
        <p:spPr>
          <a:xfrm>
            <a:off x="4308812" y="3830049"/>
            <a:ext cx="3353604" cy="272851"/>
          </a:xfrm>
          <a:prstGeom prst="rect">
            <a:avLst/>
          </a:prstGeom>
          <a:solidFill>
            <a:srgbClr val="0E749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0" name="Google Shape;590;p34"/>
          <p:cNvSpPr/>
          <p:nvPr/>
        </p:nvSpPr>
        <p:spPr>
          <a:xfrm>
            <a:off x="3510418" y="3347966"/>
            <a:ext cx="3367830" cy="272851"/>
          </a:xfrm>
          <a:prstGeom prst="rect">
            <a:avLst/>
          </a:prstGeom>
          <a:solidFill>
            <a:srgbClr val="0986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6" name="Google Shape;586;p34"/>
          <p:cNvSpPr/>
          <p:nvPr/>
        </p:nvSpPr>
        <p:spPr>
          <a:xfrm>
            <a:off x="2742386" y="2905542"/>
            <a:ext cx="3353604" cy="272851"/>
          </a:xfrm>
          <a:prstGeom prst="rect">
            <a:avLst/>
          </a:prstGeom>
          <a:solidFill>
            <a:srgbClr val="0099C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1" name="Google Shape;591;p34"/>
          <p:cNvSpPr/>
          <p:nvPr/>
        </p:nvSpPr>
        <p:spPr>
          <a:xfrm>
            <a:off x="2279991" y="1644909"/>
            <a:ext cx="960666" cy="60016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s-PE" sz="1100">
                <a:solidFill>
                  <a:schemeClr val="dk1"/>
                </a:solidFill>
                <a:latin typeface="Calibri"/>
                <a:ea typeface="Calibri"/>
                <a:cs typeface="Calibri"/>
                <a:sym typeface="Calibri"/>
              </a:rPr>
              <a:t>Lorem ipsum dolor sit amet</a:t>
            </a:r>
            <a:endParaRPr sz="1100">
              <a:solidFill>
                <a:schemeClr val="dk1"/>
              </a:solidFill>
              <a:latin typeface="Calibri"/>
              <a:ea typeface="Calibri"/>
              <a:cs typeface="Calibri"/>
              <a:sym typeface="Calibri"/>
            </a:endParaRPr>
          </a:p>
        </p:txBody>
      </p:sp>
      <p:sp>
        <p:nvSpPr>
          <p:cNvPr id="592" name="Google Shape;592;p34"/>
          <p:cNvSpPr/>
          <p:nvPr/>
        </p:nvSpPr>
        <p:spPr>
          <a:xfrm>
            <a:off x="3839288" y="1670598"/>
            <a:ext cx="960666" cy="60016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s-PE" sz="1100">
                <a:solidFill>
                  <a:schemeClr val="dk1"/>
                </a:solidFill>
                <a:latin typeface="Calibri"/>
                <a:ea typeface="Calibri"/>
                <a:cs typeface="Calibri"/>
                <a:sym typeface="Calibri"/>
              </a:rPr>
              <a:t>Lorem ipsum dolor sit amet</a:t>
            </a:r>
            <a:endParaRPr sz="11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Shape 596"/>
        <p:cNvGrpSpPr/>
        <p:nvPr/>
      </p:nvGrpSpPr>
      <p:grpSpPr>
        <a:xfrm>
          <a:off x="0" y="0"/>
          <a:ext cx="0" cy="0"/>
          <a:chOff x="0" y="0"/>
          <a:chExt cx="0" cy="0"/>
        </a:xfrm>
      </p:grpSpPr>
      <p:sp>
        <p:nvSpPr>
          <p:cNvPr id="597" name="Google Shape;597;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50BCE2"/>
              </a:buClr>
              <a:buSzPts val="4000"/>
              <a:buFont typeface="Arial"/>
              <a:buNone/>
            </a:pPr>
            <a:r>
              <a:rPr lang="es-PE" sz="4000" b="1">
                <a:solidFill>
                  <a:srgbClr val="50BCE2"/>
                </a:solidFill>
                <a:latin typeface="Arial"/>
                <a:ea typeface="Arial"/>
                <a:cs typeface="Arial"/>
                <a:sym typeface="Arial"/>
              </a:rPr>
              <a:t>FORMATO DE ESCANEO</a:t>
            </a:r>
            <a:endParaRPr/>
          </a:p>
        </p:txBody>
      </p:sp>
      <p:sp>
        <p:nvSpPr>
          <p:cNvPr id="598" name="Google Shape;598;p35"/>
          <p:cNvSpPr/>
          <p:nvPr/>
        </p:nvSpPr>
        <p:spPr>
          <a:xfrm>
            <a:off x="4083895"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9" name="Google Shape;599;p35"/>
          <p:cNvSpPr/>
          <p:nvPr/>
        </p:nvSpPr>
        <p:spPr>
          <a:xfrm>
            <a:off x="971550" y="1766888"/>
            <a:ext cx="5305425" cy="3648075"/>
          </a:xfrm>
          <a:prstGeom prst="rect">
            <a:avLst/>
          </a:prstGeom>
          <a:solidFill>
            <a:srgbClr val="E1232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0" name="Google Shape;600;p35"/>
          <p:cNvSpPr txBox="1">
            <a:spLocks noGrp="1"/>
          </p:cNvSpPr>
          <p:nvPr>
            <p:ph type="body" idx="1"/>
          </p:nvPr>
        </p:nvSpPr>
        <p:spPr>
          <a:xfrm>
            <a:off x="6688248" y="1766888"/>
            <a:ext cx="3766457" cy="3686855"/>
          </a:xfrm>
          <a:prstGeom prst="rect">
            <a:avLst/>
          </a:prstGeom>
          <a:noFill/>
          <a:ln>
            <a:noFill/>
          </a:ln>
        </p:spPr>
        <p:txBody>
          <a:bodyPr spcFirstLastPara="1" wrap="square" lIns="91425" tIns="45700" rIns="91425" bIns="45700" anchor="t" anchorCtr="0">
            <a:normAutofit/>
          </a:bodyPr>
          <a:lstStyle/>
          <a:p>
            <a:pPr marL="0" lvl="0" indent="0" algn="just" rtl="0">
              <a:lnSpc>
                <a:spcPct val="120000"/>
              </a:lnSpc>
              <a:spcBef>
                <a:spcPts val="0"/>
              </a:spcBef>
              <a:spcAft>
                <a:spcPts val="0"/>
              </a:spcAft>
              <a:buClr>
                <a:schemeClr val="dk1"/>
              </a:buClr>
              <a:buSzPts val="1600"/>
              <a:buNone/>
            </a:pPr>
            <a:r>
              <a:rPr lang="es-PE" sz="1600"/>
              <a:t>Lorem ipsum dolor sit amet, consectetur adipiscing elit. Vivamus dapibus pretium leo, vel placerat sapien feugiat vitae. Maecenas fringilla ante et dapibus volutpat. In imperdiet arcu eget accumsan mattis. Praesent nisi lorem, rhoncus non nibh nec, blandit pretium dui. Donec vehicula leo at augue ultricies, nec vulputate libero egestas. Praesent non orci odio. Fusce tempor auctor felis, ut fermentum diam condimentum id.</a:t>
            </a:r>
            <a:endParaRPr/>
          </a:p>
        </p:txBody>
      </p:sp>
      <p:sp>
        <p:nvSpPr>
          <p:cNvPr id="601" name="Google Shape;601;p35"/>
          <p:cNvSpPr txBox="1"/>
          <p:nvPr/>
        </p:nvSpPr>
        <p:spPr>
          <a:xfrm>
            <a:off x="2434767" y="2871651"/>
            <a:ext cx="2378990" cy="147732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800" b="1">
                <a:solidFill>
                  <a:schemeClr val="lt1"/>
                </a:solidFill>
                <a:latin typeface="Calibri"/>
                <a:ea typeface="Calibri"/>
                <a:cs typeface="Calibri"/>
                <a:sym typeface="Calibri"/>
              </a:rPr>
              <a:t>Reemplaza esto por el escaneo (preferible que no tomen foto y sea escaneado de verdad).</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Shape 605"/>
        <p:cNvGrpSpPr/>
        <p:nvPr/>
      </p:nvGrpSpPr>
      <p:grpSpPr>
        <a:xfrm>
          <a:off x="0" y="0"/>
          <a:ext cx="0" cy="0"/>
          <a:chOff x="0" y="0"/>
          <a:chExt cx="0" cy="0"/>
        </a:xfrm>
      </p:grpSpPr>
      <p:sp>
        <p:nvSpPr>
          <p:cNvPr id="606" name="Google Shape;606;p36"/>
          <p:cNvSpPr txBox="1">
            <a:spLocks noGrp="1"/>
          </p:cNvSpPr>
          <p:nvPr>
            <p:ph type="title"/>
          </p:nvPr>
        </p:nvSpPr>
        <p:spPr>
          <a:xfrm>
            <a:off x="838200" y="356659"/>
            <a:ext cx="10515600" cy="1325563"/>
          </a:xfrm>
          <a:prstGeom prst="rect">
            <a:avLst/>
          </a:prstGeom>
          <a:noFill/>
          <a:ln>
            <a:noFill/>
          </a:ln>
        </p:spPr>
        <p:txBody>
          <a:bodyPr spcFirstLastPara="1" wrap="square" lIns="91425" tIns="45700" rIns="91425" bIns="45700" anchor="ctr" anchorCtr="0">
            <a:normAutofit/>
          </a:bodyPr>
          <a:lstStyle/>
          <a:p>
            <a:pPr marL="0" lvl="0" indent="0" algn="l">
              <a:lnSpc>
                <a:spcPct val="90000"/>
              </a:lnSpc>
              <a:spcBef>
                <a:spcPts val="0"/>
              </a:spcBef>
              <a:spcAft>
                <a:spcPts val="0"/>
              </a:spcAft>
              <a:buNone/>
            </a:pPr>
            <a:r>
              <a:rPr lang="es-PE" sz="4000" b="1">
                <a:solidFill>
                  <a:srgbClr val="50BCE2"/>
                </a:solidFill>
                <a:latin typeface="Arial"/>
                <a:cs typeface="Arial"/>
              </a:rPr>
              <a:t>Organigrama</a:t>
            </a:r>
          </a:p>
        </p:txBody>
      </p:sp>
      <p:sp>
        <p:nvSpPr>
          <p:cNvPr id="607" name="Google Shape;607;p36"/>
          <p:cNvSpPr/>
          <p:nvPr/>
        </p:nvSpPr>
        <p:spPr>
          <a:xfrm>
            <a:off x="5006765"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EEA40A"/>
              </a:solidFill>
              <a:latin typeface="Calibri"/>
              <a:ea typeface="Calibri"/>
              <a:cs typeface="Calibri"/>
              <a:sym typeface="Calibri"/>
            </a:endParaRPr>
          </a:p>
        </p:txBody>
      </p:sp>
      <p:sp>
        <p:nvSpPr>
          <p:cNvPr id="608" name="Google Shape;608;p36"/>
          <p:cNvSpPr/>
          <p:nvPr/>
        </p:nvSpPr>
        <p:spPr>
          <a:xfrm>
            <a:off x="4790651" y="1998884"/>
            <a:ext cx="2187365" cy="556655"/>
          </a:xfrm>
          <a:prstGeom prst="rect">
            <a:avLst/>
          </a:prstGeom>
          <a:solidFill>
            <a:srgbClr val="E0E0E0"/>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s-PE" sz="1000">
                <a:solidFill>
                  <a:srgbClr val="484141"/>
                </a:solidFill>
                <a:latin typeface="Calibri"/>
                <a:ea typeface="Calibri"/>
                <a:cs typeface="Calibri"/>
                <a:sym typeface="Calibri"/>
              </a:rPr>
              <a:t>Lorem ipsum dolor sit amet, consectetur adipiscing elit. Vivamus dapibus pretium </a:t>
            </a:r>
            <a:endParaRPr/>
          </a:p>
        </p:txBody>
      </p:sp>
      <p:sp>
        <p:nvSpPr>
          <p:cNvPr id="609" name="Google Shape;609;p36"/>
          <p:cNvSpPr/>
          <p:nvPr/>
        </p:nvSpPr>
        <p:spPr>
          <a:xfrm>
            <a:off x="4790651" y="1682222"/>
            <a:ext cx="2187365" cy="315912"/>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800">
                <a:solidFill>
                  <a:schemeClr val="lt1"/>
                </a:solidFill>
                <a:latin typeface="Arial"/>
                <a:ea typeface="Arial"/>
                <a:cs typeface="Arial"/>
                <a:sym typeface="Arial"/>
              </a:rPr>
              <a:t>TÍTULO</a:t>
            </a:r>
            <a:endParaRPr/>
          </a:p>
        </p:txBody>
      </p:sp>
      <p:cxnSp>
        <p:nvCxnSpPr>
          <p:cNvPr id="610" name="Google Shape;610;p36"/>
          <p:cNvCxnSpPr/>
          <p:nvPr/>
        </p:nvCxnSpPr>
        <p:spPr>
          <a:xfrm>
            <a:off x="5875867" y="2572472"/>
            <a:ext cx="0" cy="321733"/>
          </a:xfrm>
          <a:prstGeom prst="straightConnector1">
            <a:avLst/>
          </a:prstGeom>
          <a:noFill/>
          <a:ln w="12700" cap="flat" cmpd="sng">
            <a:solidFill>
              <a:srgbClr val="A5A5A5"/>
            </a:solidFill>
            <a:prstDash val="solid"/>
            <a:miter lim="800000"/>
            <a:headEnd type="none" w="sm" len="sm"/>
            <a:tailEnd type="stealth" w="med" len="med"/>
          </a:ln>
        </p:spPr>
      </p:cxnSp>
      <p:sp>
        <p:nvSpPr>
          <p:cNvPr id="611" name="Google Shape;611;p36"/>
          <p:cNvSpPr/>
          <p:nvPr/>
        </p:nvSpPr>
        <p:spPr>
          <a:xfrm>
            <a:off x="4972897" y="3051031"/>
            <a:ext cx="1811867" cy="581169"/>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2" name="Google Shape;612;p36"/>
          <p:cNvSpPr/>
          <p:nvPr/>
        </p:nvSpPr>
        <p:spPr>
          <a:xfrm>
            <a:off x="4972897" y="2898632"/>
            <a:ext cx="1811867" cy="251717"/>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800">
                <a:solidFill>
                  <a:schemeClr val="lt1"/>
                </a:solidFill>
                <a:latin typeface="Arial"/>
                <a:ea typeface="Arial"/>
                <a:cs typeface="Arial"/>
                <a:sym typeface="Arial"/>
              </a:rPr>
              <a:t>Título</a:t>
            </a:r>
            <a:endParaRPr sz="1800">
              <a:solidFill>
                <a:schemeClr val="lt1"/>
              </a:solidFill>
              <a:latin typeface="Arial"/>
              <a:ea typeface="Arial"/>
              <a:cs typeface="Arial"/>
              <a:sym typeface="Arial"/>
            </a:endParaRPr>
          </a:p>
        </p:txBody>
      </p:sp>
      <p:cxnSp>
        <p:nvCxnSpPr>
          <p:cNvPr id="613" name="Google Shape;613;p36"/>
          <p:cNvCxnSpPr/>
          <p:nvPr/>
        </p:nvCxnSpPr>
        <p:spPr>
          <a:xfrm flipH="1">
            <a:off x="4278368" y="3641418"/>
            <a:ext cx="1597500" cy="364500"/>
          </a:xfrm>
          <a:prstGeom prst="bentConnector3">
            <a:avLst>
              <a:gd name="adj1" fmla="val 0"/>
            </a:avLst>
          </a:prstGeom>
          <a:noFill/>
          <a:ln w="12700" cap="flat" cmpd="sng">
            <a:solidFill>
              <a:srgbClr val="A5A5A5"/>
            </a:solidFill>
            <a:prstDash val="solid"/>
            <a:miter lim="800000"/>
            <a:headEnd type="none" w="sm" len="sm"/>
            <a:tailEnd type="stealth" w="med" len="med"/>
          </a:ln>
        </p:spPr>
      </p:cxnSp>
      <p:cxnSp>
        <p:nvCxnSpPr>
          <p:cNvPr id="614" name="Google Shape;614;p36"/>
          <p:cNvCxnSpPr/>
          <p:nvPr/>
        </p:nvCxnSpPr>
        <p:spPr>
          <a:xfrm>
            <a:off x="5875868" y="3641418"/>
            <a:ext cx="1648200" cy="364500"/>
          </a:xfrm>
          <a:prstGeom prst="bentConnector3">
            <a:avLst>
              <a:gd name="adj1" fmla="val 0"/>
            </a:avLst>
          </a:prstGeom>
          <a:noFill/>
          <a:ln w="12700" cap="flat" cmpd="sng">
            <a:solidFill>
              <a:srgbClr val="A5A5A5"/>
            </a:solidFill>
            <a:prstDash val="solid"/>
            <a:miter lim="800000"/>
            <a:headEnd type="none" w="sm" len="sm"/>
            <a:tailEnd type="stealth" w="med" len="med"/>
          </a:ln>
        </p:spPr>
      </p:cxnSp>
      <p:sp>
        <p:nvSpPr>
          <p:cNvPr id="615" name="Google Shape;615;p36"/>
          <p:cNvSpPr/>
          <p:nvPr/>
        </p:nvSpPr>
        <p:spPr>
          <a:xfrm>
            <a:off x="3372487" y="4158371"/>
            <a:ext cx="1811867" cy="581169"/>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6" name="Google Shape;616;p36"/>
          <p:cNvSpPr/>
          <p:nvPr/>
        </p:nvSpPr>
        <p:spPr>
          <a:xfrm>
            <a:off x="3372487" y="4005972"/>
            <a:ext cx="1811867" cy="251717"/>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800">
                <a:solidFill>
                  <a:schemeClr val="lt1"/>
                </a:solidFill>
                <a:latin typeface="Arial"/>
                <a:ea typeface="Arial"/>
                <a:cs typeface="Arial"/>
                <a:sym typeface="Arial"/>
              </a:rPr>
              <a:t>Título</a:t>
            </a:r>
            <a:endParaRPr sz="1800">
              <a:solidFill>
                <a:schemeClr val="lt1"/>
              </a:solidFill>
              <a:latin typeface="Arial"/>
              <a:ea typeface="Arial"/>
              <a:cs typeface="Arial"/>
              <a:sym typeface="Arial"/>
            </a:endParaRPr>
          </a:p>
        </p:txBody>
      </p:sp>
      <p:sp>
        <p:nvSpPr>
          <p:cNvPr id="617" name="Google Shape;617;p36"/>
          <p:cNvSpPr/>
          <p:nvPr/>
        </p:nvSpPr>
        <p:spPr>
          <a:xfrm>
            <a:off x="6618170" y="4158371"/>
            <a:ext cx="1811867" cy="581169"/>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8" name="Google Shape;618;p36"/>
          <p:cNvSpPr/>
          <p:nvPr/>
        </p:nvSpPr>
        <p:spPr>
          <a:xfrm>
            <a:off x="6618170" y="4005972"/>
            <a:ext cx="1811867" cy="251717"/>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800">
                <a:solidFill>
                  <a:schemeClr val="lt1"/>
                </a:solidFill>
                <a:latin typeface="Arial"/>
                <a:ea typeface="Arial"/>
                <a:cs typeface="Arial"/>
                <a:sym typeface="Arial"/>
              </a:rPr>
              <a:t>Título</a:t>
            </a:r>
            <a:endParaRPr sz="1800">
              <a:solidFill>
                <a:schemeClr val="lt1"/>
              </a:solidFill>
              <a:latin typeface="Arial"/>
              <a:ea typeface="Arial"/>
              <a:cs typeface="Arial"/>
              <a:sym typeface="Arial"/>
            </a:endParaRPr>
          </a:p>
        </p:txBody>
      </p:sp>
      <p:sp>
        <p:nvSpPr>
          <p:cNvPr id="619" name="Google Shape;619;p36"/>
          <p:cNvSpPr/>
          <p:nvPr/>
        </p:nvSpPr>
        <p:spPr>
          <a:xfrm>
            <a:off x="838200" y="5377571"/>
            <a:ext cx="1811867" cy="581169"/>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0" name="Google Shape;620;p36"/>
          <p:cNvSpPr/>
          <p:nvPr/>
        </p:nvSpPr>
        <p:spPr>
          <a:xfrm>
            <a:off x="838200" y="5225172"/>
            <a:ext cx="1811867" cy="251717"/>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800">
                <a:solidFill>
                  <a:schemeClr val="lt1"/>
                </a:solidFill>
                <a:latin typeface="Arial"/>
                <a:ea typeface="Arial"/>
                <a:cs typeface="Arial"/>
                <a:sym typeface="Arial"/>
              </a:rPr>
              <a:t>Título</a:t>
            </a:r>
            <a:endParaRPr sz="1800">
              <a:solidFill>
                <a:schemeClr val="lt1"/>
              </a:solidFill>
              <a:latin typeface="Arial"/>
              <a:ea typeface="Arial"/>
              <a:cs typeface="Arial"/>
              <a:sym typeface="Arial"/>
            </a:endParaRPr>
          </a:p>
        </p:txBody>
      </p:sp>
      <p:sp>
        <p:nvSpPr>
          <p:cNvPr id="621" name="Google Shape;621;p36"/>
          <p:cNvSpPr/>
          <p:nvPr/>
        </p:nvSpPr>
        <p:spPr>
          <a:xfrm>
            <a:off x="3361491" y="5377571"/>
            <a:ext cx="1811867" cy="581169"/>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2" name="Google Shape;622;p36"/>
          <p:cNvSpPr/>
          <p:nvPr/>
        </p:nvSpPr>
        <p:spPr>
          <a:xfrm>
            <a:off x="3361491" y="5225172"/>
            <a:ext cx="1811867" cy="251717"/>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800">
                <a:solidFill>
                  <a:schemeClr val="lt1"/>
                </a:solidFill>
                <a:latin typeface="Arial"/>
                <a:ea typeface="Arial"/>
                <a:cs typeface="Arial"/>
                <a:sym typeface="Arial"/>
              </a:rPr>
              <a:t>Título</a:t>
            </a:r>
            <a:endParaRPr sz="1800">
              <a:solidFill>
                <a:schemeClr val="lt1"/>
              </a:solidFill>
              <a:latin typeface="Arial"/>
              <a:ea typeface="Arial"/>
              <a:cs typeface="Arial"/>
              <a:sym typeface="Arial"/>
            </a:endParaRPr>
          </a:p>
        </p:txBody>
      </p:sp>
      <p:sp>
        <p:nvSpPr>
          <p:cNvPr id="623" name="Google Shape;623;p36"/>
          <p:cNvSpPr/>
          <p:nvPr/>
        </p:nvSpPr>
        <p:spPr>
          <a:xfrm>
            <a:off x="5878830" y="5387496"/>
            <a:ext cx="1811867" cy="581169"/>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4" name="Google Shape;624;p36"/>
          <p:cNvSpPr/>
          <p:nvPr/>
        </p:nvSpPr>
        <p:spPr>
          <a:xfrm>
            <a:off x="5878830" y="5235097"/>
            <a:ext cx="1811867" cy="251717"/>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800">
                <a:solidFill>
                  <a:schemeClr val="lt1"/>
                </a:solidFill>
                <a:latin typeface="Arial"/>
                <a:ea typeface="Arial"/>
                <a:cs typeface="Arial"/>
                <a:sym typeface="Arial"/>
              </a:rPr>
              <a:t>Título</a:t>
            </a:r>
            <a:endParaRPr sz="1800">
              <a:solidFill>
                <a:schemeClr val="lt1"/>
              </a:solidFill>
              <a:latin typeface="Arial"/>
              <a:ea typeface="Arial"/>
              <a:cs typeface="Arial"/>
              <a:sym typeface="Arial"/>
            </a:endParaRPr>
          </a:p>
        </p:txBody>
      </p:sp>
      <p:cxnSp>
        <p:nvCxnSpPr>
          <p:cNvPr id="625" name="Google Shape;625;p36"/>
          <p:cNvCxnSpPr>
            <a:stCxn id="615" idx="2"/>
            <a:endCxn id="620" idx="0"/>
          </p:cNvCxnSpPr>
          <p:nvPr/>
        </p:nvCxnSpPr>
        <p:spPr>
          <a:xfrm rot="5400000">
            <a:off x="2768371" y="3715190"/>
            <a:ext cx="485700" cy="2534400"/>
          </a:xfrm>
          <a:prstGeom prst="bentConnector3">
            <a:avLst>
              <a:gd name="adj1" fmla="val 50000"/>
            </a:avLst>
          </a:prstGeom>
          <a:noFill/>
          <a:ln w="19050" cap="flat" cmpd="sng">
            <a:solidFill>
              <a:srgbClr val="A5A5A5"/>
            </a:solidFill>
            <a:prstDash val="solid"/>
            <a:miter lim="800000"/>
            <a:headEnd type="none" w="sm" len="sm"/>
            <a:tailEnd type="stealth" w="med" len="med"/>
          </a:ln>
        </p:spPr>
      </p:cxnSp>
      <p:cxnSp>
        <p:nvCxnSpPr>
          <p:cNvPr id="626" name="Google Shape;626;p36"/>
          <p:cNvCxnSpPr>
            <a:stCxn id="615" idx="2"/>
            <a:endCxn id="624" idx="0"/>
          </p:cNvCxnSpPr>
          <p:nvPr/>
        </p:nvCxnSpPr>
        <p:spPr>
          <a:xfrm rot="-5400000" flipH="1">
            <a:off x="5283721" y="3734240"/>
            <a:ext cx="495600" cy="2506200"/>
          </a:xfrm>
          <a:prstGeom prst="bentConnector3">
            <a:avLst>
              <a:gd name="adj1" fmla="val 50000"/>
            </a:avLst>
          </a:prstGeom>
          <a:noFill/>
          <a:ln w="19050" cap="flat" cmpd="sng">
            <a:solidFill>
              <a:srgbClr val="A5A5A5"/>
            </a:solidFill>
            <a:prstDash val="solid"/>
            <a:miter lim="800000"/>
            <a:headEnd type="none" w="sm" len="sm"/>
            <a:tailEnd type="stealth" w="med" len="med"/>
          </a:ln>
        </p:spPr>
      </p:cxnSp>
      <p:cxnSp>
        <p:nvCxnSpPr>
          <p:cNvPr id="627" name="Google Shape;627;p36"/>
          <p:cNvCxnSpPr>
            <a:stCxn id="615" idx="2"/>
            <a:endCxn id="622" idx="0"/>
          </p:cNvCxnSpPr>
          <p:nvPr/>
        </p:nvCxnSpPr>
        <p:spPr>
          <a:xfrm flipH="1">
            <a:off x="4267321" y="4739540"/>
            <a:ext cx="11100" cy="485700"/>
          </a:xfrm>
          <a:prstGeom prst="straightConnector1">
            <a:avLst/>
          </a:prstGeom>
          <a:noFill/>
          <a:ln w="12700" cap="flat" cmpd="sng">
            <a:solidFill>
              <a:srgbClr val="A5A5A5"/>
            </a:solidFill>
            <a:prstDash val="solid"/>
            <a:miter lim="800000"/>
            <a:headEnd type="none" w="sm" len="sm"/>
            <a:tailEnd type="stealth" w="med" len="med"/>
          </a:ln>
        </p:spPr>
      </p:cxnSp>
      <p:sp>
        <p:nvSpPr>
          <p:cNvPr id="628" name="Google Shape;628;p36"/>
          <p:cNvSpPr/>
          <p:nvPr/>
        </p:nvSpPr>
        <p:spPr>
          <a:xfrm>
            <a:off x="4972896" y="3105834"/>
            <a:ext cx="1811867" cy="553998"/>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s-PE" sz="1000">
                <a:solidFill>
                  <a:srgbClr val="484141"/>
                </a:solidFill>
                <a:latin typeface="Calibri"/>
                <a:ea typeface="Calibri"/>
                <a:cs typeface="Calibri"/>
                <a:sym typeface="Calibri"/>
              </a:rPr>
              <a:t>Lorem ipsum dolor sit amet, consectetur adipiscing elit. Vivamus dapibus pretium </a:t>
            </a:r>
            <a:endParaRPr/>
          </a:p>
        </p:txBody>
      </p:sp>
      <p:sp>
        <p:nvSpPr>
          <p:cNvPr id="629" name="Google Shape;629;p36"/>
          <p:cNvSpPr/>
          <p:nvPr/>
        </p:nvSpPr>
        <p:spPr>
          <a:xfrm>
            <a:off x="6618170" y="4207120"/>
            <a:ext cx="1811867" cy="553998"/>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s-PE" sz="1000">
                <a:solidFill>
                  <a:srgbClr val="484141"/>
                </a:solidFill>
                <a:latin typeface="Calibri"/>
                <a:ea typeface="Calibri"/>
                <a:cs typeface="Calibri"/>
                <a:sym typeface="Calibri"/>
              </a:rPr>
              <a:t>Lorem ipsum dolor sit amet, consectetur adipiscing elit. Vivamus dapibus pretium </a:t>
            </a:r>
            <a:endParaRPr/>
          </a:p>
        </p:txBody>
      </p:sp>
      <p:sp>
        <p:nvSpPr>
          <p:cNvPr id="630" name="Google Shape;630;p36"/>
          <p:cNvSpPr/>
          <p:nvPr/>
        </p:nvSpPr>
        <p:spPr>
          <a:xfrm>
            <a:off x="3391952" y="4215587"/>
            <a:ext cx="1811867" cy="553998"/>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s-PE" sz="1000">
                <a:solidFill>
                  <a:srgbClr val="484141"/>
                </a:solidFill>
                <a:latin typeface="Calibri"/>
                <a:ea typeface="Calibri"/>
                <a:cs typeface="Calibri"/>
                <a:sym typeface="Calibri"/>
              </a:rPr>
              <a:t>Lorem ipsum dolor sit amet, consectetur adipiscing elit. Vivamus dapibus pretium </a:t>
            </a:r>
            <a:endParaRPr/>
          </a:p>
        </p:txBody>
      </p:sp>
      <p:sp>
        <p:nvSpPr>
          <p:cNvPr id="631" name="Google Shape;631;p36"/>
          <p:cNvSpPr/>
          <p:nvPr/>
        </p:nvSpPr>
        <p:spPr>
          <a:xfrm>
            <a:off x="3392176" y="5429584"/>
            <a:ext cx="1811867" cy="553998"/>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s-PE" sz="1000">
                <a:solidFill>
                  <a:srgbClr val="484141"/>
                </a:solidFill>
                <a:latin typeface="Calibri"/>
                <a:ea typeface="Calibri"/>
                <a:cs typeface="Calibri"/>
                <a:sym typeface="Calibri"/>
              </a:rPr>
              <a:t>Lorem ipsum dolor sit amet, consectetur adipiscing elit. Vivamus dapibus pretium </a:t>
            </a:r>
            <a:endParaRPr/>
          </a:p>
        </p:txBody>
      </p:sp>
      <p:sp>
        <p:nvSpPr>
          <p:cNvPr id="632" name="Google Shape;632;p36"/>
          <p:cNvSpPr/>
          <p:nvPr/>
        </p:nvSpPr>
        <p:spPr>
          <a:xfrm>
            <a:off x="5875867" y="5439946"/>
            <a:ext cx="1811867" cy="553998"/>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s-PE" sz="1000">
                <a:solidFill>
                  <a:srgbClr val="484141"/>
                </a:solidFill>
                <a:latin typeface="Calibri"/>
                <a:ea typeface="Calibri"/>
                <a:cs typeface="Calibri"/>
                <a:sym typeface="Calibri"/>
              </a:rPr>
              <a:t>Lorem ipsum dolor sit amet, consectetur adipiscing elit. Vivamus dapibus pretium </a:t>
            </a:r>
            <a:endParaRPr/>
          </a:p>
        </p:txBody>
      </p:sp>
      <p:sp>
        <p:nvSpPr>
          <p:cNvPr id="633" name="Google Shape;633;p36"/>
          <p:cNvSpPr/>
          <p:nvPr/>
        </p:nvSpPr>
        <p:spPr>
          <a:xfrm>
            <a:off x="868885" y="5426407"/>
            <a:ext cx="1811867" cy="553998"/>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s-PE" sz="1000">
                <a:solidFill>
                  <a:srgbClr val="484141"/>
                </a:solidFill>
                <a:latin typeface="Calibri"/>
                <a:ea typeface="Calibri"/>
                <a:cs typeface="Calibri"/>
                <a:sym typeface="Calibri"/>
              </a:rPr>
              <a:t>Lorem ipsum dolor sit amet, consectetur adipiscing elit. Vivamus dapibus pretium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3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indent="-228600" algn="just">
              <a:spcBef>
                <a:spcPts val="0"/>
              </a:spcBef>
              <a:buClr>
                <a:srgbClr val="50BCE2"/>
              </a:buClr>
            </a:pPr>
            <a:r>
              <a:rPr lang="es-PE" sz="1800"/>
              <a:t>La evaluación comparativa realizada permitió identificar las tecnologías más adecuadas para cada componente del sistema, evidenciando que </a:t>
            </a:r>
            <a:r>
              <a:rPr lang="es-PE" sz="1800" err="1"/>
              <a:t>Whisper</a:t>
            </a:r>
            <a:r>
              <a:rPr lang="es-PE" sz="1800"/>
              <a:t> destaca en transcripción automática por su precisión y robustez; T5-base ofrece la mejor relación costo-eficiencia en la generación de contenido educativo; </a:t>
            </a:r>
            <a:r>
              <a:rPr lang="es-PE" sz="1800" err="1"/>
              <a:t>EduQG</a:t>
            </a:r>
            <a:r>
              <a:rPr lang="es-PE" sz="1800"/>
              <a:t>+ sobresale en calidad pedagógica y adaptación al dominio; el modelo IRT clásico (</a:t>
            </a:r>
            <a:r>
              <a:rPr lang="es-PE" sz="1800" err="1"/>
              <a:t>catsim</a:t>
            </a:r>
            <a:r>
              <a:rPr lang="es-PE" sz="1800"/>
              <a:t>) garantiza precisión, escalabilidad y madurez metodológica en evaluaciones adaptativas; y una arquitectura híbrida basada en PostgreSQL y MongoDB optimiza la gestión eficiente de datos estructurados y no estructurados, asegurando el rendimiento integral de la solución.</a:t>
            </a:r>
            <a:endParaRPr/>
          </a:p>
          <a:p>
            <a:pPr marL="228600" indent="-228600" algn="just">
              <a:buClr>
                <a:srgbClr val="50BCE2"/>
              </a:buClr>
            </a:pPr>
            <a:r>
              <a:rPr lang="es-PE" sz="1800"/>
              <a:t>La definición arquitectónica permitió separar el procesamiento académico inicial del seguimiento longitudinal del estudiante, integrando generación automática de contenido y evaluación adaptativa en un flujo continuo orientado al dominio progresivo del aprendizaje.</a:t>
            </a:r>
          </a:p>
        </p:txBody>
      </p:sp>
      <p:sp>
        <p:nvSpPr>
          <p:cNvPr id="639" name="Google Shape;639;p37"/>
          <p:cNvSpPr txBox="1"/>
          <p:nvPr/>
        </p:nvSpPr>
        <p:spPr>
          <a:xfrm>
            <a:off x="838200" y="365125"/>
            <a:ext cx="10342418"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50BCE2"/>
              </a:buClr>
              <a:buSzPts val="4000"/>
              <a:buFont typeface="Arial"/>
              <a:buNone/>
            </a:pPr>
            <a:r>
              <a:rPr lang="es-PE" sz="4000" b="1">
                <a:solidFill>
                  <a:srgbClr val="50BCE2"/>
                </a:solidFill>
                <a:latin typeface="Arial"/>
                <a:ea typeface="Arial"/>
                <a:cs typeface="Arial"/>
                <a:sym typeface="Arial"/>
              </a:rPr>
              <a:t>CONCLUSIONES</a:t>
            </a:r>
            <a:endParaRPr/>
          </a:p>
        </p:txBody>
      </p:sp>
      <p:sp>
        <p:nvSpPr>
          <p:cNvPr id="640" name="Google Shape;640;p37"/>
          <p:cNvSpPr/>
          <p:nvPr/>
        </p:nvSpPr>
        <p:spPr>
          <a:xfrm>
            <a:off x="3028447"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37">
          <a:extLst>
            <a:ext uri="{FF2B5EF4-FFF2-40B4-BE49-F238E27FC236}">
              <a16:creationId xmlns:a16="http://schemas.microsoft.com/office/drawing/2014/main" id="{C66BBEB3-637D-5CBD-1984-0DF9A8424DCF}"/>
            </a:ext>
          </a:extLst>
        </p:cNvPr>
        <p:cNvGrpSpPr/>
        <p:nvPr/>
      </p:nvGrpSpPr>
      <p:grpSpPr>
        <a:xfrm>
          <a:off x="0" y="0"/>
          <a:ext cx="0" cy="0"/>
          <a:chOff x="0" y="0"/>
          <a:chExt cx="0" cy="0"/>
        </a:xfrm>
      </p:grpSpPr>
      <p:sp>
        <p:nvSpPr>
          <p:cNvPr id="638" name="Google Shape;638;p37">
            <a:extLst>
              <a:ext uri="{FF2B5EF4-FFF2-40B4-BE49-F238E27FC236}">
                <a16:creationId xmlns:a16="http://schemas.microsoft.com/office/drawing/2014/main" id="{47B34E34-EC68-2913-A34A-1C93CF29B83F}"/>
              </a:ext>
            </a:extLst>
          </p:cNvPr>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indent="-228600">
              <a:spcBef>
                <a:spcPts val="0"/>
              </a:spcBef>
              <a:buClr>
                <a:srgbClr val="50BCE2"/>
              </a:buClr>
            </a:pPr>
            <a:r>
              <a:rPr lang="es-PE" sz="1800"/>
              <a:t>Si bien el modelo IRT implementado mediante </a:t>
            </a:r>
            <a:r>
              <a:rPr lang="es-PE" sz="1800" err="1"/>
              <a:t>catsim</a:t>
            </a:r>
            <a:r>
              <a:rPr lang="es-PE" sz="1800"/>
              <a:t> evidenció madurez metodológica y escalabilidad, investigaciones posteriores podrían explorar modelos multidimensionales de Teoría de Respuesta al Ítem o enfoques híbridos con aprendizaje por refuerzo para capturar con mayor precisión perfiles cognitivos complejos.</a:t>
            </a:r>
            <a:endParaRPr lang="en-US"/>
          </a:p>
          <a:p>
            <a:pPr marL="228600" indent="-228600">
              <a:spcBef>
                <a:spcPts val="0"/>
              </a:spcBef>
              <a:buClr>
                <a:srgbClr val="50BCE2"/>
              </a:buClr>
            </a:pPr>
            <a:endParaRPr lang="es-PE" sz="1800"/>
          </a:p>
          <a:p>
            <a:pPr marL="228600" indent="-228600">
              <a:spcBef>
                <a:spcPts val="0"/>
              </a:spcBef>
              <a:buClr>
                <a:srgbClr val="50BCE2"/>
              </a:buClr>
            </a:pPr>
            <a:r>
              <a:rPr lang="es-PE" sz="1800"/>
              <a:t>Como línea futura, se recomienda incorporar mecanismos de representación semántica mediante </a:t>
            </a:r>
            <a:r>
              <a:rPr lang="es-PE" sz="1800" err="1"/>
              <a:t>embeddings</a:t>
            </a:r>
            <a:r>
              <a:rPr lang="es-PE" sz="1800"/>
              <a:t> vectoriales y recuperación aumentada (RAG), con el propósito de preservar contexto longitudinal entre sesiones y mejorar la personalización de </a:t>
            </a:r>
            <a:r>
              <a:rPr lang="es-PE" sz="1800" err="1"/>
              <a:t>quizzes</a:t>
            </a:r>
            <a:r>
              <a:rPr lang="es-PE" sz="1800"/>
              <a:t>, </a:t>
            </a:r>
            <a:r>
              <a:rPr lang="es-PE" sz="1800" err="1"/>
              <a:t>flashcards</a:t>
            </a:r>
            <a:r>
              <a:rPr lang="es-PE" sz="1800"/>
              <a:t> y rutas de estudio adaptativas.</a:t>
            </a:r>
          </a:p>
        </p:txBody>
      </p:sp>
      <p:sp>
        <p:nvSpPr>
          <p:cNvPr id="639" name="Google Shape;639;p37">
            <a:extLst>
              <a:ext uri="{FF2B5EF4-FFF2-40B4-BE49-F238E27FC236}">
                <a16:creationId xmlns:a16="http://schemas.microsoft.com/office/drawing/2014/main" id="{7FA1485A-1B12-C5F5-3FF2-FC97FD1525E9}"/>
              </a:ext>
            </a:extLst>
          </p:cNvPr>
          <p:cNvSpPr txBox="1"/>
          <p:nvPr/>
        </p:nvSpPr>
        <p:spPr>
          <a:xfrm>
            <a:off x="838200" y="365125"/>
            <a:ext cx="10342418"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50BCE2"/>
              </a:buClr>
              <a:buSzPts val="4000"/>
              <a:buFont typeface="Arial"/>
              <a:buNone/>
            </a:pPr>
            <a:r>
              <a:rPr lang="es-PE" sz="4000" b="1">
                <a:solidFill>
                  <a:srgbClr val="50BCE2"/>
                </a:solidFill>
              </a:rPr>
              <a:t>RECOMENDACIONES</a:t>
            </a:r>
            <a:endParaRPr/>
          </a:p>
        </p:txBody>
      </p:sp>
      <p:sp>
        <p:nvSpPr>
          <p:cNvPr id="640" name="Google Shape;640;p37">
            <a:extLst>
              <a:ext uri="{FF2B5EF4-FFF2-40B4-BE49-F238E27FC236}">
                <a16:creationId xmlns:a16="http://schemas.microsoft.com/office/drawing/2014/main" id="{948F5380-2743-E42D-9C8F-337066632468}"/>
              </a:ext>
            </a:extLst>
          </p:cNvPr>
          <p:cNvSpPr/>
          <p:nvPr/>
        </p:nvSpPr>
        <p:spPr>
          <a:xfrm>
            <a:off x="3028447" y="1246909"/>
            <a:ext cx="282633" cy="74815"/>
          </a:xfrm>
          <a:prstGeom prst="rect">
            <a:avLst/>
          </a:prstGeom>
          <a:solidFill>
            <a:srgbClr val="50BC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36261780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42A6AD2B-5DFB-40FF-8337-6D4766E98B8B}"/>
              </a:ext>
            </a:extLst>
          </p:cNvPr>
          <p:cNvPicPr>
            <a:picLocks noChangeAspect="1"/>
          </p:cNvPicPr>
          <p:nvPr/>
        </p:nvPicPr>
        <p:blipFill>
          <a:blip r:embed="rId2"/>
          <a:stretch>
            <a:fillRect/>
          </a:stretch>
        </p:blipFill>
        <p:spPr>
          <a:xfrm>
            <a:off x="2124" y="100930"/>
            <a:ext cx="8460381" cy="2910404"/>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4EB3DE32-9187-F3FB-E0BA-71ECAF81AE29}"/>
              </a:ext>
            </a:extLst>
          </p:cNvPr>
          <p:cNvPicPr>
            <a:picLocks noChangeAspect="1"/>
          </p:cNvPicPr>
          <p:nvPr/>
        </p:nvPicPr>
        <p:blipFill>
          <a:blip r:embed="rId3"/>
          <a:stretch>
            <a:fillRect/>
          </a:stretch>
        </p:blipFill>
        <p:spPr>
          <a:xfrm>
            <a:off x="170876" y="3112036"/>
            <a:ext cx="5276850" cy="3314700"/>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B439F0E3-8235-0BC5-259B-7F07EC71092C}"/>
              </a:ext>
            </a:extLst>
          </p:cNvPr>
          <p:cNvPicPr>
            <a:picLocks noChangeAspect="1"/>
          </p:cNvPicPr>
          <p:nvPr/>
        </p:nvPicPr>
        <p:blipFill>
          <a:blip r:embed="rId4"/>
          <a:stretch>
            <a:fillRect/>
          </a:stretch>
        </p:blipFill>
        <p:spPr>
          <a:xfrm>
            <a:off x="5441185" y="3009384"/>
            <a:ext cx="5275703" cy="3327209"/>
          </a:xfrm>
          <a:prstGeom prst="rect">
            <a:avLst/>
          </a:prstGeom>
        </p:spPr>
      </p:pic>
    </p:spTree>
    <p:extLst>
      <p:ext uri="{BB962C8B-B14F-4D97-AF65-F5344CB8AC3E}">
        <p14:creationId xmlns:p14="http://schemas.microsoft.com/office/powerpoint/2010/main" val="41340886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
            <a:extLst>
              <a:ext uri="{FF2B5EF4-FFF2-40B4-BE49-F238E27FC236}">
                <a16:creationId xmlns:a16="http://schemas.microsoft.com/office/drawing/2014/main" id="{80919D4A-EFF2-6A43-A86B-F420577F0557}"/>
              </a:ext>
            </a:extLst>
          </p:cNvPr>
          <p:cNvPicPr>
            <a:picLocks noChangeAspect="1"/>
          </p:cNvPicPr>
          <p:nvPr/>
        </p:nvPicPr>
        <p:blipFill>
          <a:blip r:embed="rId2"/>
          <a:stretch>
            <a:fillRect/>
          </a:stretch>
        </p:blipFill>
        <p:spPr>
          <a:xfrm>
            <a:off x="1434" y="-179713"/>
            <a:ext cx="5909517" cy="3737932"/>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67C10726-6FF2-2BFD-E485-AA5EC1FE45F6}"/>
              </a:ext>
            </a:extLst>
          </p:cNvPr>
          <p:cNvPicPr>
            <a:picLocks noChangeAspect="1"/>
          </p:cNvPicPr>
          <p:nvPr/>
        </p:nvPicPr>
        <p:blipFill>
          <a:blip r:embed="rId3"/>
          <a:stretch>
            <a:fillRect/>
          </a:stretch>
        </p:blipFill>
        <p:spPr>
          <a:xfrm>
            <a:off x="6385611" y="3989"/>
            <a:ext cx="5733021" cy="3647561"/>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9502D462-ACB5-94AC-8686-67209965C001}"/>
              </a:ext>
            </a:extLst>
          </p:cNvPr>
          <p:cNvPicPr>
            <a:picLocks noChangeAspect="1"/>
          </p:cNvPicPr>
          <p:nvPr/>
        </p:nvPicPr>
        <p:blipFill>
          <a:blip r:embed="rId4"/>
          <a:stretch>
            <a:fillRect/>
          </a:stretch>
        </p:blipFill>
        <p:spPr>
          <a:xfrm>
            <a:off x="3474436" y="3432089"/>
            <a:ext cx="5634424" cy="3566984"/>
          </a:xfrm>
          <a:prstGeom prst="rect">
            <a:avLst/>
          </a:prstGeom>
        </p:spPr>
      </p:pic>
    </p:spTree>
    <p:extLst>
      <p:ext uri="{BB962C8B-B14F-4D97-AF65-F5344CB8AC3E}">
        <p14:creationId xmlns:p14="http://schemas.microsoft.com/office/powerpoint/2010/main" val="6367696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F28A1-8963-0895-38A3-76D1FE723E3E}"/>
              </a:ext>
            </a:extLst>
          </p:cNvPr>
          <p:cNvPicPr>
            <a:picLocks noChangeAspect="1"/>
          </p:cNvPicPr>
          <p:nvPr/>
        </p:nvPicPr>
        <p:blipFill>
          <a:blip r:embed="rId2"/>
          <a:stretch>
            <a:fillRect/>
          </a:stretch>
        </p:blipFill>
        <p:spPr>
          <a:xfrm>
            <a:off x="311715" y="548275"/>
            <a:ext cx="6568597" cy="3433698"/>
          </a:xfrm>
          <a:prstGeom prst="rect">
            <a:avLst/>
          </a:prstGeom>
        </p:spPr>
      </p:pic>
      <p:pic>
        <p:nvPicPr>
          <p:cNvPr id="5" name="Picture 4">
            <a:extLst>
              <a:ext uri="{FF2B5EF4-FFF2-40B4-BE49-F238E27FC236}">
                <a16:creationId xmlns:a16="http://schemas.microsoft.com/office/drawing/2014/main" id="{50FE53C2-6612-5A7C-DFD3-960FC13253C2}"/>
              </a:ext>
            </a:extLst>
          </p:cNvPr>
          <p:cNvPicPr>
            <a:picLocks noChangeAspect="1"/>
          </p:cNvPicPr>
          <p:nvPr/>
        </p:nvPicPr>
        <p:blipFill>
          <a:blip r:embed="rId3"/>
          <a:stretch>
            <a:fillRect/>
          </a:stretch>
        </p:blipFill>
        <p:spPr>
          <a:xfrm>
            <a:off x="5119231" y="3093081"/>
            <a:ext cx="6191511" cy="3041346"/>
          </a:xfrm>
          <a:prstGeom prst="rect">
            <a:avLst/>
          </a:prstGeom>
        </p:spPr>
      </p:pic>
    </p:spTree>
    <p:extLst>
      <p:ext uri="{BB962C8B-B14F-4D97-AF65-F5344CB8AC3E}">
        <p14:creationId xmlns:p14="http://schemas.microsoft.com/office/powerpoint/2010/main" val="399707238"/>
      </p:ext>
    </p:extLst>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58</Slides>
  <Notes>47</Notes>
  <HiddenSlides>19</HiddenSlides>
  <ScaleCrop>false</ScaleCrop>
  <HeadingPairs>
    <vt:vector size="4" baseType="variant">
      <vt:variant>
        <vt:lpstr>Theme</vt:lpstr>
      </vt:variant>
      <vt:variant>
        <vt:i4>1</vt:i4>
      </vt:variant>
      <vt:variant>
        <vt:lpstr>Slide Titles</vt:lpstr>
      </vt:variant>
      <vt:variant>
        <vt:i4>58</vt:i4>
      </vt:variant>
    </vt:vector>
  </HeadingPairs>
  <TitlesOfParts>
    <vt:vector size="59" baseType="lpstr">
      <vt:lpstr>Tema de Office</vt:lpstr>
      <vt:lpstr>Plataforma de microaprendizaje basada en inteligencia artificial para la generación de contenido educativo personalizado y evaluaciones adaptativas orientadas al seguimiento progresivo del estudiante a partir de clases universitarias grabadas en Perú</vt:lpstr>
      <vt:lpstr>AGENDA</vt:lpstr>
      <vt:lpstr>PowerPoint Presentation</vt:lpstr>
      <vt:lpstr>PowerPoint Presentation</vt:lpstr>
      <vt:lpstr>ODS 4:Educación de Calidad</vt:lpstr>
      <vt:lpstr>OBJETIVO GENERAL</vt:lpstr>
      <vt:lpstr>OBJETIVOS ESPECÍFICOS</vt:lpstr>
      <vt:lpstr>INDICADORES</vt:lpstr>
      <vt:lpstr>INDICADORES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PIPELINE</vt:lpstr>
      <vt:lpstr>PowerPoint Presentation</vt:lpstr>
      <vt:lpstr>PowerPoint Presentation</vt:lpstr>
      <vt:lpstr>PowerPoint Presentation</vt:lpstr>
      <vt:lpstr>PowerPoint Presentation</vt:lpstr>
      <vt:lpstr>DIAGRAMA DE CONTEXTO</vt:lpstr>
      <vt:lpstr>DIAGRAMA DE CONTENEDORES</vt:lpstr>
      <vt:lpstr>DIAGRAMA DE  COMPONENTES</vt:lpstr>
      <vt:lpstr>PowerPoint Presentation</vt:lpstr>
      <vt:lpstr>PowerPoint Presentation</vt:lpstr>
      <vt:lpstr>PowerPoint Presentation</vt:lpstr>
      <vt:lpstr>WIREFRAMES</vt:lpstr>
      <vt:lpstr>WIREFRAMES</vt:lpstr>
      <vt:lpstr>WIREFRAMES</vt:lpstr>
      <vt:lpstr>STUDENT OUTCOME</vt:lpstr>
      <vt:lpstr>INDICADORES</vt:lpstr>
      <vt:lpstr>INDICADORES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VÍDEO</vt:lpstr>
      <vt:lpstr>FORMATO DE TABLA</vt:lpstr>
      <vt:lpstr>DIAGRAMA DE HITOS</vt:lpstr>
      <vt:lpstr>FORMATO DE ESCANEO</vt:lpstr>
      <vt:lpstr>Organigrama</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8</cp:revision>
  <dcterms:modified xsi:type="dcterms:W3CDTF">2026-05-20T14:58:44Z</dcterms:modified>
</cp:coreProperties>
</file>